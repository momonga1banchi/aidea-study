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f77cb8ad0314c34" /><Relationship Type="http://schemas.openxmlformats.org/officeDocument/2006/relationships/extended-properties" Target="/docProps/app.xml" Id="Re12afb137b85485d" /><Relationship Type="http://schemas.openxmlformats.org/officeDocument/2006/relationships/officeDocument" Target="/ppt/presentation.xml" Id="Rf07a7c3bf143499f" /></Relationships>
</file>

<file path=ppt/presentation.xml><?xml version="1.0" encoding="utf-8"?>
<p:presentation xmlns:p="http://schemas.openxmlformats.org/presentationml/2006/main">
  <p:sldMasterIdLst>
    <p:sldMasterId xmlns:r="http://schemas.openxmlformats.org/officeDocument/2006/relationships" id="2147483648" r:id="Rfbaaf3b9da344ebc"/>
  </p:sldMasterIdLst>
  <p:notesMasterIdLst>
    <p:notesMasterId xmlns:r="http://schemas.openxmlformats.org/officeDocument/2006/relationships" r:id="R944593dd9099495a"/>
  </p:notesMasterIdLst>
  <p:sldIdLst>
    <p:sldId xmlns:r="http://schemas.openxmlformats.org/officeDocument/2006/relationships" id="256" r:id="Rda75add08a074148"/>
    <p:sldId xmlns:r="http://schemas.openxmlformats.org/officeDocument/2006/relationships" id="257" r:id="Rdc34054acfc74fea"/>
    <p:sldId xmlns:r="http://schemas.openxmlformats.org/officeDocument/2006/relationships" id="258" r:id="Re1d74c7097b44f75"/>
    <p:sldId xmlns:r="http://schemas.openxmlformats.org/officeDocument/2006/relationships" id="259" r:id="R7575b6e528bf47f1"/>
    <p:sldId xmlns:r="http://schemas.openxmlformats.org/officeDocument/2006/relationships" id="260" r:id="Re955aa2f306f4a45"/>
    <p:sldId xmlns:r="http://schemas.openxmlformats.org/officeDocument/2006/relationships" id="261" r:id="Rd101486607b84805"/>
    <p:sldId xmlns:r="http://schemas.openxmlformats.org/officeDocument/2006/relationships" id="262" r:id="Rccad755ca17344d8"/>
    <p:sldId xmlns:r="http://schemas.openxmlformats.org/officeDocument/2006/relationships" id="263" r:id="R4454f0d34e4848ff"/>
    <p:sldId xmlns:r="http://schemas.openxmlformats.org/officeDocument/2006/relationships" id="264" r:id="R9226e3fa767540ed"/>
    <p:sldId xmlns:r="http://schemas.openxmlformats.org/officeDocument/2006/relationships" id="265" r:id="R1f4a01652f4f4b8d"/>
    <p:sldId xmlns:r="http://schemas.openxmlformats.org/officeDocument/2006/relationships" id="266" r:id="Rb651f9d9928b455d"/>
    <p:sldId xmlns:r="http://schemas.openxmlformats.org/officeDocument/2006/relationships" id="267" r:id="R637a8436776441a2"/>
    <p:sldId xmlns:r="http://schemas.openxmlformats.org/officeDocument/2006/relationships" id="268" r:id="Ra0c7c00a80864214"/>
    <p:sldId xmlns:r="http://schemas.openxmlformats.org/officeDocument/2006/relationships" id="269" r:id="Rd5e6a0b01c9b45a1"/>
    <p:sldId xmlns:r="http://schemas.openxmlformats.org/officeDocument/2006/relationships" id="270" r:id="Rdfe9b4250d244395"/>
    <p:sldId xmlns:r="http://schemas.openxmlformats.org/officeDocument/2006/relationships" id="271" r:id="R1630543d2987430f"/>
    <p:sldId xmlns:r="http://schemas.openxmlformats.org/officeDocument/2006/relationships" id="272" r:id="Rd35609e92be3406f"/>
    <p:sldId xmlns:r="http://schemas.openxmlformats.org/officeDocument/2006/relationships" id="273" r:id="R177a023bda814d3e"/>
    <p:sldId xmlns:r="http://schemas.openxmlformats.org/officeDocument/2006/relationships" id="274" r:id="R237ff810376044a8"/>
    <p:sldId xmlns:r="http://schemas.openxmlformats.org/officeDocument/2006/relationships" id="275" r:id="R6be296d3395d4284"/>
    <p:sldId xmlns:r="http://schemas.openxmlformats.org/officeDocument/2006/relationships" id="276" r:id="R06940b7efd23433a"/>
    <p:sldId xmlns:r="http://schemas.openxmlformats.org/officeDocument/2006/relationships" id="277" r:id="R2b0f175eb745424c"/>
    <p:sldId xmlns:r="http://schemas.openxmlformats.org/officeDocument/2006/relationships" id="278" r:id="R9c2a57641cd04347"/>
    <p:sldId xmlns:r="http://schemas.openxmlformats.org/officeDocument/2006/relationships" id="279" r:id="Ra00b72bcfe374a18"/>
    <p:sldId xmlns:r="http://schemas.openxmlformats.org/officeDocument/2006/relationships" id="280" r:id="R5b867f06f5b14275"/>
    <p:sldId xmlns:r="http://schemas.openxmlformats.org/officeDocument/2006/relationships" id="281" r:id="R3d67556b06124377"/>
    <p:sldId xmlns:r="http://schemas.openxmlformats.org/officeDocument/2006/relationships" id="282" r:id="R59d84323c61b4c99"/>
    <p:sldId xmlns:r="http://schemas.openxmlformats.org/officeDocument/2006/relationships" id="283" r:id="Ra7e421792b394c4f"/>
    <p:sldId xmlns:r="http://schemas.openxmlformats.org/officeDocument/2006/relationships" id="284" r:id="Rab8c5844eed94093"/>
    <p:sldId xmlns:r="http://schemas.openxmlformats.org/officeDocument/2006/relationships" id="285" r:id="R7de4f21ffb8e4ed7"/>
    <p:sldId xmlns:r="http://schemas.openxmlformats.org/officeDocument/2006/relationships" id="286" r:id="Rbfe35f4898134990"/>
    <p:sldId xmlns:r="http://schemas.openxmlformats.org/officeDocument/2006/relationships" id="287" r:id="R68839909b9e34a2a"/>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665f535e5bc4a12" /><Relationship Type="http://schemas.openxmlformats.org/officeDocument/2006/relationships/slideMaster" Target="/ppt/slideMasters/slideMaster1.xml" Id="Rfbaaf3b9da344ebc" /><Relationship Type="http://schemas.openxmlformats.org/officeDocument/2006/relationships/notesMaster" Target="/ppt/notesMasters/notesMaster1.xml" Id="R944593dd9099495a" /><Relationship Type="http://schemas.openxmlformats.org/officeDocument/2006/relationships/presProps" Target="/ppt/presProps.xml" Id="R6e5bfd89134143af" /><Relationship Type="http://schemas.openxmlformats.org/officeDocument/2006/relationships/tableStyles" Target="/ppt/tableStyles.xml" Id="R9c30ea8f23a84554" /><Relationship Type="http://schemas.openxmlformats.org/officeDocument/2006/relationships/slide" Target="/ppt/slides/slide1.xml" Id="Rda75add08a074148" /><Relationship Type="http://schemas.openxmlformats.org/officeDocument/2006/relationships/slide" Target="/ppt/slides/slide2.xml" Id="Rdc34054acfc74fea" /><Relationship Type="http://schemas.openxmlformats.org/officeDocument/2006/relationships/slide" Target="/ppt/slides/slide3.xml" Id="Re1d74c7097b44f75" /><Relationship Type="http://schemas.openxmlformats.org/officeDocument/2006/relationships/slide" Target="/ppt/slides/slide4.xml" Id="R7575b6e528bf47f1" /><Relationship Type="http://schemas.openxmlformats.org/officeDocument/2006/relationships/slide" Target="/ppt/slides/slide5.xml" Id="Re955aa2f306f4a45" /><Relationship Type="http://schemas.openxmlformats.org/officeDocument/2006/relationships/slide" Target="/ppt/slides/slide6.xml" Id="Rd101486607b84805" /><Relationship Type="http://schemas.openxmlformats.org/officeDocument/2006/relationships/slide" Target="/ppt/slides/slide7.xml" Id="Rccad755ca17344d8" /><Relationship Type="http://schemas.openxmlformats.org/officeDocument/2006/relationships/slide" Target="/ppt/slides/slide8.xml" Id="R4454f0d34e4848ff" /><Relationship Type="http://schemas.openxmlformats.org/officeDocument/2006/relationships/slide" Target="/ppt/slides/slide9.xml" Id="R9226e3fa767540ed" /><Relationship Type="http://schemas.openxmlformats.org/officeDocument/2006/relationships/slide" Target="/ppt/slides/slide10.xml" Id="R1f4a01652f4f4b8d" /><Relationship Type="http://schemas.openxmlformats.org/officeDocument/2006/relationships/slide" Target="/ppt/slides/slide11.xml" Id="Rb651f9d9928b455d" /><Relationship Type="http://schemas.openxmlformats.org/officeDocument/2006/relationships/slide" Target="/ppt/slides/slide12.xml" Id="R637a8436776441a2" /><Relationship Type="http://schemas.openxmlformats.org/officeDocument/2006/relationships/slide" Target="/ppt/slides/slide13.xml" Id="Ra0c7c00a80864214" /><Relationship Type="http://schemas.openxmlformats.org/officeDocument/2006/relationships/slide" Target="/ppt/slides/slide14.xml" Id="Rd5e6a0b01c9b45a1" /><Relationship Type="http://schemas.openxmlformats.org/officeDocument/2006/relationships/slide" Target="/ppt/slides/slide15.xml" Id="Rdfe9b4250d244395" /><Relationship Type="http://schemas.openxmlformats.org/officeDocument/2006/relationships/slide" Target="/ppt/slides/slide16.xml" Id="R1630543d2987430f" /><Relationship Type="http://schemas.openxmlformats.org/officeDocument/2006/relationships/slide" Target="/ppt/slides/slide17.xml" Id="Rd35609e92be3406f" /><Relationship Type="http://schemas.openxmlformats.org/officeDocument/2006/relationships/slide" Target="/ppt/slides/slide18.xml" Id="R177a023bda814d3e" /><Relationship Type="http://schemas.openxmlformats.org/officeDocument/2006/relationships/slide" Target="/ppt/slides/slide19.xml" Id="R237ff810376044a8" /><Relationship Type="http://schemas.openxmlformats.org/officeDocument/2006/relationships/slide" Target="/ppt/slides/slide20.xml" Id="R6be296d3395d4284" /><Relationship Type="http://schemas.openxmlformats.org/officeDocument/2006/relationships/slide" Target="/ppt/slides/slide21.xml" Id="R06940b7efd23433a" /><Relationship Type="http://schemas.openxmlformats.org/officeDocument/2006/relationships/slide" Target="/ppt/slides/slide22.xml" Id="R2b0f175eb745424c" /><Relationship Type="http://schemas.openxmlformats.org/officeDocument/2006/relationships/slide" Target="/ppt/slides/slide23.xml" Id="R9c2a57641cd04347" /><Relationship Type="http://schemas.openxmlformats.org/officeDocument/2006/relationships/slide" Target="/ppt/slides/slide24.xml" Id="Ra00b72bcfe374a18" /><Relationship Type="http://schemas.openxmlformats.org/officeDocument/2006/relationships/slide" Target="/ppt/slides/slide25.xml" Id="R5b867f06f5b14275" /><Relationship Type="http://schemas.openxmlformats.org/officeDocument/2006/relationships/slide" Target="/ppt/slides/slide26.xml" Id="R3d67556b06124377" /><Relationship Type="http://schemas.openxmlformats.org/officeDocument/2006/relationships/slide" Target="/ppt/slides/slide27.xml" Id="R59d84323c61b4c99" /><Relationship Type="http://schemas.openxmlformats.org/officeDocument/2006/relationships/slide" Target="/ppt/slides/slide28.xml" Id="Ra7e421792b394c4f" /><Relationship Type="http://schemas.openxmlformats.org/officeDocument/2006/relationships/slide" Target="/ppt/slides/slide29.xml" Id="Rab8c5844eed94093" /><Relationship Type="http://schemas.openxmlformats.org/officeDocument/2006/relationships/slide" Target="/ppt/slides/slide30.xml" Id="R7de4f21ffb8e4ed7" /><Relationship Type="http://schemas.openxmlformats.org/officeDocument/2006/relationships/slide" Target="/ppt/slides/slide31.xml" Id="Rbfe35f4898134990" /><Relationship Type="http://schemas.openxmlformats.org/officeDocument/2006/relationships/slide" Target="/ppt/slides/slide32.xml" Id="R68839909b9e34a2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2c724cd397d41e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1c709620bd24848" /><Relationship Type="http://schemas.openxmlformats.org/officeDocument/2006/relationships/notesMaster" Target="/ppt/notesMasters/notesMaster1.xml" Id="R343554e61b084004" /></Relationships>
</file>

<file path=ppt/notesSlides/_rels/notesSlide2.xml.rels>&#65279;<?xml version="1.0" encoding="utf-8"?><Relationships xmlns="http://schemas.openxmlformats.org/package/2006/relationships"><Relationship Type="http://schemas.openxmlformats.org/officeDocument/2006/relationships/slide" Target="/ppt/slides/slide2.xml" Id="Rb898b75af39442e0" /><Relationship Type="http://schemas.openxmlformats.org/officeDocument/2006/relationships/notesMaster" Target="/ppt/notesMasters/notesMaster1.xml" Id="R2d07b935236047cf" /></Relationships>
</file>

<file path=ppt/notesSlides/_rels/notesSlide3.xml.rels>&#65279;<?xml version="1.0" encoding="utf-8"?><Relationships xmlns="http://schemas.openxmlformats.org/package/2006/relationships"><Relationship Type="http://schemas.openxmlformats.org/officeDocument/2006/relationships/slide" Target="/ppt/slides/slide3.xml" Id="R6013fc4d98fc4ea5" /><Relationship Type="http://schemas.openxmlformats.org/officeDocument/2006/relationships/notesMaster" Target="/ppt/notesMasters/notesMaster1.xml" Id="Ra17fa6dfcf85487c" /></Relationships>
</file>

<file path=ppt/notesSlides/_rels/notesSlide4.xml.rels>&#65279;<?xml version="1.0" encoding="utf-8"?><Relationships xmlns="http://schemas.openxmlformats.org/package/2006/relationships"><Relationship Type="http://schemas.openxmlformats.org/officeDocument/2006/relationships/slide" Target="/ppt/slides/slide4.xml" Id="R255fea2fd5354231" /><Relationship Type="http://schemas.openxmlformats.org/officeDocument/2006/relationships/notesMaster" Target="/ppt/notesMasters/notesMaster1.xml" Id="Rbc5d8fecc6224dd9" /></Relationships>
</file>

<file path=ppt/notesSlides/_rels/notesSlide5.xml.rels>&#65279;<?xml version="1.0" encoding="utf-8"?><Relationships xmlns="http://schemas.openxmlformats.org/package/2006/relationships"><Relationship Type="http://schemas.openxmlformats.org/officeDocument/2006/relationships/slide" Target="/ppt/slides/slide5.xml" Id="R96caa753054442a0" /><Relationship Type="http://schemas.openxmlformats.org/officeDocument/2006/relationships/notesMaster" Target="/ppt/notesMasters/notesMaster1.xml" Id="Rc66403b0c0ae413a" /></Relationships>
</file>

<file path=ppt/notesSlides/_rels/notesSlide6.xml.rels>&#65279;<?xml version="1.0" encoding="utf-8"?><Relationships xmlns="http://schemas.openxmlformats.org/package/2006/relationships"><Relationship Type="http://schemas.openxmlformats.org/officeDocument/2006/relationships/slide" Target="/ppt/slides/slide6.xml" Id="Rc11fedb8b9924316" /><Relationship Type="http://schemas.openxmlformats.org/officeDocument/2006/relationships/notesMaster" Target="/ppt/notesMasters/notesMaster1.xml" Id="Rc587765a098840dc" /></Relationships>
</file>

<file path=ppt/notesSlides/_rels/notesSlide7.xml.rels>&#65279;<?xml version="1.0" encoding="utf-8"?><Relationships xmlns="http://schemas.openxmlformats.org/package/2006/relationships"><Relationship Type="http://schemas.openxmlformats.org/officeDocument/2006/relationships/slide" Target="/ppt/slides/slide7.xml" Id="R7f418a3a09bf4637" /><Relationship Type="http://schemas.openxmlformats.org/officeDocument/2006/relationships/notesMaster" Target="/ppt/notesMasters/notesMaster1.xml" Id="R68b739f3d8a34f1c" /></Relationships>
</file>

<file path=ppt/notesSlides/_rels/notesSlide8.xml.rels>&#65279;<?xml version="1.0" encoding="utf-8"?><Relationships xmlns="http://schemas.openxmlformats.org/package/2006/relationships"><Relationship Type="http://schemas.openxmlformats.org/officeDocument/2006/relationships/slide" Target="/ppt/slides/slide8.xml" Id="Raefccfc7d7b64f76" /><Relationship Type="http://schemas.openxmlformats.org/officeDocument/2006/relationships/notesMaster" Target="/ppt/notesMasters/notesMaster1.xml" Id="R5370a6bc653d4567" /></Relationships>
</file>

<file path=ppt/notesSlides/_rels/notesSlide9.xml.rels>&#65279;<?xml version="1.0" encoding="utf-8"?><Relationships xmlns="http://schemas.openxmlformats.org/package/2006/relationships"><Relationship Type="http://schemas.openxmlformats.org/officeDocument/2006/relationships/slide" Target="/ppt/slides/slide9.xml" Id="Rd6bd35dfc7e448ad" /><Relationship Type="http://schemas.openxmlformats.org/officeDocument/2006/relationships/notesMaster" Target="/ppt/notesMasters/notesMaster1.xml" Id="R4a174f24ef5e489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e3ea5d6d8b54a3e" /><Relationship Type="http://schemas.openxmlformats.org/officeDocument/2006/relationships/notesMaster" Target="/ppt/notesMasters/notesMaster1.xml" Id="R986f56b66add463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bdaeb77eed44f0a" /><Relationship Type="http://schemas.openxmlformats.org/officeDocument/2006/relationships/notesMaster" Target="/ppt/notesMasters/notesMaster1.xml" Id="R4247726a0b88485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c9a4bbfdceb4fad" /><Relationship Type="http://schemas.openxmlformats.org/officeDocument/2006/relationships/notesMaster" Target="/ppt/notesMasters/notesMaster1.xml" Id="Re4b779bb049b4cf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af7c66bc80947e1" /><Relationship Type="http://schemas.openxmlformats.org/officeDocument/2006/relationships/notesMaster" Target="/ppt/notesMasters/notesMaster1.xml" Id="Re31f8267130e43c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851c5462e0a468b" /><Relationship Type="http://schemas.openxmlformats.org/officeDocument/2006/relationships/notesMaster" Target="/ppt/notesMasters/notesMaster1.xml" Id="R84e91a862413408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bf53a7ee5834657" /><Relationship Type="http://schemas.openxmlformats.org/officeDocument/2006/relationships/notesMaster" Target="/ppt/notesMasters/notesMaster1.xml" Id="Rc9a95980970b434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43cdb2e50fe4942" /><Relationship Type="http://schemas.openxmlformats.org/officeDocument/2006/relationships/notesMaster" Target="/ppt/notesMasters/notesMaster1.xml" Id="R6c981d27c87b48d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db9449dec804f30" /><Relationship Type="http://schemas.openxmlformats.org/officeDocument/2006/relationships/notesMaster" Target="/ppt/notesMasters/notesMaster1.xml" Id="R4af99d1694b64d5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466d24d4b4f4580" /><Relationship Type="http://schemas.openxmlformats.org/officeDocument/2006/relationships/notesMaster" Target="/ppt/notesMasters/notesMaster1.xml" Id="R566275498a4c413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98a572821ba4358" /><Relationship Type="http://schemas.openxmlformats.org/officeDocument/2006/relationships/notesMaster" Target="/ppt/notesMasters/notesMaster1.xml" Id="R0935d151cd064ff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a3a176034264e2c" /><Relationship Type="http://schemas.openxmlformats.org/officeDocument/2006/relationships/notesMaster" Target="/ppt/notesMasters/notesMaster1.xml" Id="R4f809e41e2fe439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7570853e0d44b4b" /><Relationship Type="http://schemas.openxmlformats.org/officeDocument/2006/relationships/notesMaster" Target="/ppt/notesMasters/notesMaster1.xml" Id="R7da887ad1c2246f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1f383cf448b429e" /><Relationship Type="http://schemas.openxmlformats.org/officeDocument/2006/relationships/notesMaster" Target="/ppt/notesMasters/notesMaster1.xml" Id="Rc3897015fd5c422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ee4297dd01f4919" /><Relationship Type="http://schemas.openxmlformats.org/officeDocument/2006/relationships/notesMaster" Target="/ppt/notesMasters/notesMaster1.xml" Id="R7ac49a746c5c40f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3e39af495764728" /><Relationship Type="http://schemas.openxmlformats.org/officeDocument/2006/relationships/notesMaster" Target="/ppt/notesMasters/notesMaster1.xml" Id="R73f7d71162f142d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de0649a04854a86" /><Relationship Type="http://schemas.openxmlformats.org/officeDocument/2006/relationships/notesMaster" Target="/ppt/notesMasters/notesMaster1.xml" Id="Ra5670b181ae7498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1037137ecd04e03" /><Relationship Type="http://schemas.openxmlformats.org/officeDocument/2006/relationships/notesMaster" Target="/ppt/notesMasters/notesMaster1.xml" Id="Re4339cda2b9e43d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3e0f00e3a5741a5" /><Relationship Type="http://schemas.openxmlformats.org/officeDocument/2006/relationships/notesMaster" Target="/ppt/notesMasters/notesMaster1.xml" Id="R8a62e09b2ac144a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3967cbfec314da4" /><Relationship Type="http://schemas.openxmlformats.org/officeDocument/2006/relationships/notesMaster" Target="/ppt/notesMasters/notesMaster1.xml" Id="R7298bfc1c83e481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e09b4f238fc46f4" /><Relationship Type="http://schemas.openxmlformats.org/officeDocument/2006/relationships/notesMaster" Target="/ppt/notesMasters/notesMaster1.xml" Id="R5fa19c963df1486c"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9077c7794b845ab" /><Relationship Type="http://schemas.openxmlformats.org/officeDocument/2006/relationships/notesMaster" Target="/ppt/notesMasters/notesMaster1.xml" Id="Rdd7f296925d3461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665a67c7e2354baa" /><Relationship Type="http://schemas.openxmlformats.org/officeDocument/2006/relationships/notesMaster" Target="/ppt/notesMasters/notesMaster1.xml" Id="R36fe6ae58f9246ff"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0b09afff9d844f6a" /><Relationship Type="http://schemas.openxmlformats.org/officeDocument/2006/relationships/notesMaster" Target="/ppt/notesMasters/notesMaster1.xml" Id="Rc6ce2d2e2dff498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冒頭では、今日の主語をAIの性能比較ではなく業務開発の受け入れ判断に置く。</a:t>
            </a:r>
          </a:p>
          <a:p xmlns:a="http://schemas.openxmlformats.org/drawingml/2006/main">
            <a:r>
              <a:t>タイトルを読んだあと、テスト自動化からハーネスへ進む理由を短く予告する。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運営視点の目的を短く置き、参加者の理解度に幅がある前提を認める。</a:t>
            </a:r>
          </a:p>
          <a:p xmlns:a="http://schemas.openxmlformats.org/drawingml/2006/main">
            <a:r>
              <a:t>ここで詳細な技術説明へ入らず、現場で使える順番を見せる会だと線を引く。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持ち帰りは技術要素の羅列にせず、受け入れ判断の根拠という一本の線で読む。</a:t>
            </a:r>
          </a:p>
          <a:p xmlns:a="http://schemas.openxmlformats.org/drawingml/2006/main">
            <a:r>
              <a:t>Demo 1がAIの失敗紹介ではないことを、この段階で軽く伏線として置く。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問いを出したら数秒黙り、参加者に自分の案件を想像してもらう。</a:t>
            </a:r>
          </a:p>
          <a:p xmlns:a="http://schemas.openxmlformats.org/drawingml/2006/main">
            <a:r>
              <a:t>ここで答えを急がず、以後のデモがこの問いへ段階的に答えると伝える。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参加者にとって身近な痛みを並べ、抽象論ではなく保守開発の話だと示す。</a:t>
            </a:r>
          </a:p>
          <a:p xmlns:a="http://schemas.openxmlformats.org/drawingml/2006/main">
            <a:r>
              <a:t>ここでは怖さを煽りすぎず、分解すれば扱える課題だと次の章へ送る。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テスト自動化を広く定義し直し、参加者が期待しているテーマからハーネスへ橋をかける。</a:t>
            </a:r>
          </a:p>
          <a:p xmlns:a="http://schemas.openxmlformats.org/drawingml/2006/main">
            <a:r>
              <a:t>テストコード生成の話を否定せず、その先に受け入れ判断があると置く。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AIの能力を低く見積もらず、できることを認めた上で責任境界を話す。</a:t>
            </a:r>
          </a:p>
          <a:p xmlns:a="http://schemas.openxmlformats.org/drawingml/2006/main">
            <a:r>
              <a:t>この責任境界が曖昧なまま導入すると、人間の不安が消えないと説明する。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ハーネスという言葉の初出なので、足場という短い定義で止める。</a:t>
            </a:r>
          </a:p>
          <a:p xmlns:a="http://schemas.openxmlformats.org/drawingml/2006/main">
            <a:r>
              <a:t>細部の名前は次のスライドで扱い、ここでは前後と判断がつながる絵を印象づける。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ここは歴史講義にしない。Birgitta Böckeler氏の記事を背景に、coding agent利用者が信頼を作るための実務的な整理として軽く触れる。</a:t>
            </a:r>
          </a:p>
          <a:p xmlns:a="http://schemas.openxmlformats.org/drawingml/2006/main">
            <a:r>
              <a:t>Guidesはfeedforward、Sensorsはfeedbackに相当するが、用語の対応を細かく説明しすぎず、次の三要素スライドへ渡す。</a:t>
            </a:r>
          </a:p>
          <a:p xmlns:a="http://schemas.openxmlformats.org/drawingml/2006/main">
            <a:r>
              <a:t>参考文献としてMartin FowlerサイトのHarness engineering for coding agent usersをソースノートに記録している。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非エンジニアやAI初学者が置いていかれないよう、用語をここで一度だけ整理する。</a:t>
            </a:r>
          </a:p>
          <a:p xmlns:a="http://schemas.openxmlformats.org/drawingml/2006/main">
            <a:r>
              <a:t>AGENTS.mdはCodexで読む作業規約ファイル名で、Claude CodeのCLAUDE.mdやGeminiのGEMINI.mdと同じ役割だと補足する。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3要素を暗記させるより、どのタイミングで効くかを短く説明する。</a:t>
            </a:r>
          </a:p>
          <a:p xmlns:a="http://schemas.openxmlformats.org/drawingml/2006/main">
            <a:r>
              <a:t>この図が以後の地図になるため、デモごとに今どこを足したかへ戻ると予告する。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ここでデモ全体の見方を固定し、単発の成功や失敗を追わないようにする。</a:t>
            </a:r>
          </a:p>
          <a:p xmlns:a="http://schemas.openxmlformats.org/drawingml/2006/main">
            <a:r>
              <a:t>各デモが終わったら表の該当レベルへ戻ると参加者に伝える。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題材のコード量ではなく、既存案件らしい不安要素に注目してもらう。</a:t>
            </a:r>
          </a:p>
          <a:p xmlns:a="http://schemas.openxmlformats.org/drawingml/2006/main">
            <a:r>
              <a:t>閾値重複は先に明かしすぎず、開始時点の不足としてさらっと置く。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LIVEの結果が成功でも失敗でも同じ結論へ向かうことを、発表者自身が意識する。</a:t>
            </a:r>
          </a:p>
          <a:p xmlns:a="http://schemas.openxmlformats.org/drawingml/2006/main">
            <a:r>
              <a:t>ここではAIの出力を長く追わず、確認根拠がない状態を観察する。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矛盾curlは失敗例として使い、AIが正しく直した場合の説明も同じ重さで扱う。</a:t>
            </a:r>
          </a:p>
          <a:p xmlns:a="http://schemas.openxmlformats.org/drawingml/2006/main">
            <a:r>
              <a:t>最後は、問題はAIの能力ではなく継続的な証明手段がないことだと言い切る。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characterization testは正しい未来を定義するテストではなく、現在地を固定するテストだと説明する。</a:t>
            </a:r>
          </a:p>
          <a:p xmlns:a="http://schemas.openxmlformats.org/drawingml/2006/main">
            <a:r>
              <a:t>複雑なシステムでも全部を固定せず、変更対象に近い公開契約、境界値、不変条件を優先する。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古い挙動を守り続けるためのテストではないことを、ここで必ず説明する。</a:t>
            </a:r>
          </a:p>
          <a:p xmlns:a="http://schemas.openxmlformats.org/drawingml/2006/main">
            <a:r>
              <a:t>Demo 3へ進む橋として、仕様を変える前に変更しやすい構造へ寄せると伝える。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3では7,000円へ変えない。既存挙動を変えず、次に変えやすい構造へ整える。</a:t>
            </a:r>
          </a:p>
          <a:p xmlns:a="http://schemas.openxmlformats.org/drawingml/2006/main">
            <a:r>
              <a:t>controller直書きの不自然な例ではなく、今回のコードに実際にある閾値重複を題材にする。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ここではDemo 4の成果物を先取りせず、Demo 2とDemo 3で実際に作らせたものだけを整理する。</a:t>
            </a:r>
          </a:p>
          <a:p xmlns:a="http://schemas.openxmlformats.org/drawingml/2006/main">
            <a:r>
              <a:t>次のDemo 4では、ここまでに作った足場を使って7,000円への変更へ進む。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4に入る前に、CR、AGENTS.md、古いspec、既存ADRは人間が用意しているGuidesだと明確にする。</a:t>
            </a:r>
          </a:p>
          <a:p xmlns:a="http://schemas.openxmlformats.org/drawingml/2006/main">
            <a:r>
              <a:t>特にorder-estimate.mdは古い情報を含むため、AIに鵜呑みにさせず、コードとテストで現実確認させる入口として扱う。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4は同じ依頼を豪華にするだけではなく、受け入れ可能な形へ変える実演だと話す。</a:t>
            </a:r>
          </a:p>
          <a:p xmlns:a="http://schemas.openxmlformats.org/drawingml/2006/main">
            <a:r>
              <a:t>CR、AGENTS.md、spec、ADRは資料上の飾りではなく、AIの探索範囲と完了条件を決める入口だと伝える。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赤が出ること自体を失敗扱いにしない。</a:t>
            </a:r>
          </a:p>
          <a:p xmlns:a="http://schemas.openxmlformats.org/drawingml/2006/main">
            <a:r>
              <a:t>重要なのは、characterization testを古い仕様の固定具にせず、新仕様の受け入れテストへ変換することだと読む。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責務分担を曖昧にしないことで、AI導入への心理的な不安を下げる。</a:t>
            </a:r>
          </a:p>
          <a:p xmlns:a="http://schemas.openxmlformats.org/drawingml/2006/main">
            <a:r>
              <a:t>人間の仕事が消えるのではなく、見るべき場所が絞られると説明する。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4でAIが更新する資料の中身を見せ、spec、ADR、worklogが単なるファイル名ではないことを伝える。</a:t>
            </a:r>
          </a:p>
          <a:p xmlns:a="http://schemas.openxmlformats.org/drawingml/2006/main">
            <a:r>
              <a:t>ここで万能感を出さず、リリース候補と本番リリースの間に残る仕事を明確にする。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5もAIが勝手に自律ループを始めるのではなく、人間が機械可読CRとループプロトコルを事前に設計する。</a:t>
            </a:r>
          </a:p>
          <a:p xmlns:a="http://schemas.openxmlformats.org/drawingml/2006/main">
            <a:r>
              <a:t>ここを見せずにDemo 5へ入ると、completion-reportやloop-stateが自然発生したように見えるため、必ず入口を説明する。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5は時間がなければ飛ばせるボーナスとして扱う。</a:t>
            </a:r>
          </a:p>
          <a:p xmlns:a="http://schemas.openxmlformats.org/drawingml/2006/main">
            <a:r>
              <a:t>自律化そのものではなく、完了条件と停止条件を書けることが前提だと強調する。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介入回数が減っても、出口で読むべきものは残ると明確にする。</a:t>
            </a:r>
          </a:p>
          <a:p xmlns:a="http://schemas.openxmlformats.org/drawingml/2006/main">
            <a:r>
              <a:t>完成報告は信頼の代替ではなく、人間が判断するための圧縮された材料だと説明する。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ここで表向きのテーマであるテスト自動化へ戻す。</a:t>
            </a:r>
          </a:p>
          <a:p xmlns:a="http://schemas.openxmlformats.org/drawingml/2006/main">
            <a:r>
              <a:t>デモを見たあとだから、テストが単体の技術ではなく受け入れ判断の一部だと伝わる。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冒頭に出した不足物リストへ戻り、各デモが何を埋めたかを回収する。</a:t>
            </a:r>
          </a:p>
          <a:p xmlns:a="http://schemas.openxmlformats.org/drawingml/2006/main">
            <a:r>
              <a:t>ここを丁寧に読むと、デモ同士が一つの流れとして見える。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行動リストは小さくし、参加者が明日の案件で試せる粒度にする。</a:t>
            </a:r>
          </a:p>
          <a:p xmlns:a="http://schemas.openxmlformats.org/drawingml/2006/main">
            <a:r>
              <a:t>特に最初の一歩は、人間が3例を決め打ちすることではなく、AIに観点を出させた上で人間が固定範囲を判断することだと念押しする。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最後は新しい用語を増やさず、今日の核となる一文だけを残す。</a:t>
            </a:r>
          </a:p>
          <a:p xmlns:a="http://schemas.openxmlformats.org/drawingml/2006/main">
            <a:r>
              <a:t>質疑へ進む前に、テスト自動化がハーネスの入口であることを言い切る。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質問が出にくい場合は、AIがテストを書き換える不安や既存仕様書が古いケースを促す。</a:t>
            </a:r>
          </a:p>
          <a:p xmlns:a="http://schemas.openxmlformats.org/drawingml/2006/main">
            <a:r>
              <a:t>アンケートでは理解度だけでなく、現場で試せそうな一歩を聞く。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936c84a462f49e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f2a017bceea428b" /><Relationship Type="http://schemas.openxmlformats.org/officeDocument/2006/relationships/slideLayout" Target="/ppt/slideLayouts/slideLayout1.xml" Id="R76619ba447d34bb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6619ba447d34bb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bb9162c4f4948d0" /><Relationship Type="http://schemas.openxmlformats.org/officeDocument/2006/relationships/notesSlide" Target="/ppt/notesSlides/notesSlide1.xml" Id="R3febcc1c3b56430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212e960dea34854" /><Relationship Type="http://schemas.openxmlformats.org/officeDocument/2006/relationships/notesSlide" Target="/ppt/notesSlides/notesSlide2.xml" Id="R425ce23b9f7b414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0b1ece4e9ab44e5" /><Relationship Type="http://schemas.openxmlformats.org/officeDocument/2006/relationships/notesSlide" Target="/ppt/notesSlides/notesSlide3.xml" Id="R0451b4dc9be745e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14d8bee22f1447e" /><Relationship Type="http://schemas.openxmlformats.org/officeDocument/2006/relationships/notesSlide" Target="/ppt/notesSlides/notesSlide4.xml" Id="R8d9ae0414c9f47a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e14a1a01e164eac" /><Relationship Type="http://schemas.openxmlformats.org/officeDocument/2006/relationships/notesSlide" Target="/ppt/notesSlides/notesSlide5.xml" Id="R34ef8c69ef3c427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ce65300e0104c1a" /><Relationship Type="http://schemas.openxmlformats.org/officeDocument/2006/relationships/notesSlide" Target="/ppt/notesSlides/notesSlide6.xml" Id="R5510179788b84b8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e9df04691374890" /><Relationship Type="http://schemas.openxmlformats.org/officeDocument/2006/relationships/notesSlide" Target="/ppt/notesSlides/notesSlide7.xml" Id="R596c669d700241f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4ce2ec60ad44255" /><Relationship Type="http://schemas.openxmlformats.org/officeDocument/2006/relationships/notesSlide" Target="/ppt/notesSlides/notesSlide8.xml" Id="Ra9b3050ab6ce4ba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5e64994e5584d9e" /><Relationship Type="http://schemas.openxmlformats.org/officeDocument/2006/relationships/notesSlide" Target="/ppt/notesSlides/notesSlide9.xml" Id="R99c6a9132e7c413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5c3a78900c3437e" /><Relationship Type="http://schemas.openxmlformats.org/officeDocument/2006/relationships/notesSlide" Target="/ppt/notesSlides/notesSlide10.xml" Id="Rf45c8bfbd77c4f1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36daa439518418b" /><Relationship Type="http://schemas.openxmlformats.org/officeDocument/2006/relationships/notesSlide" Target="/ppt/notesSlides/notesSlide11.xml" Id="R9045ddb9d1774ae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e32f42a89df429a" /><Relationship Type="http://schemas.openxmlformats.org/officeDocument/2006/relationships/notesSlide" Target="/ppt/notesSlides/notesSlide12.xml" Id="R22059886a088497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4d40c5f8d1c4347" /><Relationship Type="http://schemas.openxmlformats.org/officeDocument/2006/relationships/notesSlide" Target="/ppt/notesSlides/notesSlide13.xml" Id="R46dd18db169a4e3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c0e89903d7642f0" /><Relationship Type="http://schemas.openxmlformats.org/officeDocument/2006/relationships/notesSlide" Target="/ppt/notesSlides/notesSlide14.xml" Id="R11365aa3a31a4e5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cc0333a0ba24ce7" /><Relationship Type="http://schemas.openxmlformats.org/officeDocument/2006/relationships/notesSlide" Target="/ppt/notesSlides/notesSlide15.xml" Id="R6e02907c79024f0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d449a007adb406c" /><Relationship Type="http://schemas.openxmlformats.org/officeDocument/2006/relationships/notesSlide" Target="/ppt/notesSlides/notesSlide16.xml" Id="R1ccface302d6458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fef284fb70944dc" /><Relationship Type="http://schemas.openxmlformats.org/officeDocument/2006/relationships/notesSlide" Target="/ppt/notesSlides/notesSlide17.xml" Id="R080d7e2172ce48f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788997b8d704a12" /><Relationship Type="http://schemas.openxmlformats.org/officeDocument/2006/relationships/notesSlide" Target="/ppt/notesSlides/notesSlide18.xml" Id="R9a8c03437d0c43e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1fe4131f8cc4f4e" /><Relationship Type="http://schemas.openxmlformats.org/officeDocument/2006/relationships/notesSlide" Target="/ppt/notesSlides/notesSlide19.xml" Id="R39bf4904f0714f5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7fa4341ccee46a5" /><Relationship Type="http://schemas.openxmlformats.org/officeDocument/2006/relationships/notesSlide" Target="/ppt/notesSlides/notesSlide20.xml" Id="R68b2653aa592454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df0d01ff6f0a438e" /><Relationship Type="http://schemas.openxmlformats.org/officeDocument/2006/relationships/notesSlide" Target="/ppt/notesSlides/notesSlide21.xml" Id="Rcd886ba9bc774bf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29f83166a4ab4353" /><Relationship Type="http://schemas.openxmlformats.org/officeDocument/2006/relationships/notesSlide" Target="/ppt/notesSlides/notesSlide22.xml" Id="Rd69a6a35aec247a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2dbc3f49511f4ad5" /><Relationship Type="http://schemas.openxmlformats.org/officeDocument/2006/relationships/notesSlide" Target="/ppt/notesSlides/notesSlide23.xml" Id="Rbb6b4072d3d7490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b16031f8b1d6469d" /><Relationship Type="http://schemas.openxmlformats.org/officeDocument/2006/relationships/notesSlide" Target="/ppt/notesSlides/notesSlide24.xml" Id="R570a29b723eb476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8dce7a9bcffd42b7" /><Relationship Type="http://schemas.openxmlformats.org/officeDocument/2006/relationships/notesSlide" Target="/ppt/notesSlides/notesSlide25.xml" Id="R37404fd2ea134f6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788496ae26c54b22" /><Relationship Type="http://schemas.openxmlformats.org/officeDocument/2006/relationships/notesSlide" Target="/ppt/notesSlides/notesSlide26.xml" Id="R6f171d8f363e492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ee80ceffddcd4736" /><Relationship Type="http://schemas.openxmlformats.org/officeDocument/2006/relationships/notesSlide" Target="/ppt/notesSlides/notesSlide27.xml" Id="R69f2431a7b0f477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1b5b83c8aaa143cb" /><Relationship Type="http://schemas.openxmlformats.org/officeDocument/2006/relationships/notesSlide" Target="/ppt/notesSlides/notesSlide28.xml" Id="R3e08204b3bb0409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b5748f3b1a1547da" /><Relationship Type="http://schemas.openxmlformats.org/officeDocument/2006/relationships/notesSlide" Target="/ppt/notesSlides/notesSlide29.xml" Id="Rfe64aa245eba4ea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c264e98515314a55" /><Relationship Type="http://schemas.openxmlformats.org/officeDocument/2006/relationships/notesSlide" Target="/ppt/notesSlides/notesSlide30.xml" Id="R42b906ba2a89410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85249fe22a4f41fb" /><Relationship Type="http://schemas.openxmlformats.org/officeDocument/2006/relationships/notesSlide" Target="/ppt/notesSlides/notesSlide31.xml" Id="R29b54a6392494992"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b26c2d2ca00e4fa0" /><Relationship Type="http://schemas.openxmlformats.org/officeDocument/2006/relationships/notesSlide" Target="/ppt/notesSlides/notesSlide32.xml" Id="Rc50ba448d3d7404e" /></Relationships>
</file>

<file path=ppt/slides/slide1.xml><?xml version="1.0" encoding="utf-8"?>
<p:sld xmlns:p="http://schemas.openxmlformats.org/presentationml/2006/main">
  <p:cSld>
    <p:bg>
      <p:bgPr>
        <a:solidFill xmlns:a="http://schemas.openxmlformats.org/drawingml/2006/main">
          <a:srgbClr val="ECE7E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53C524D-8CF2-4282-BA2C-7C1F425DBA8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245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8655781-1947-4F20-960C-F84B1D0F7D7B}"/>
              </a:ext>
            </a:extLst>
          </p:cNvPr>
          <p:cNvSpPr>
            <a:spLocks xmlns:a="http://schemas.openxmlformats.org/drawingml/2006/main" noGrp="1"/>
          </p:cNvSpPr>
          <p:nvPr/>
        </p:nvSpPr>
        <p:spPr>
          <a:xfrm xmlns:a="http://schemas.openxmlformats.org/drawingml/2006/main">
            <a:off x="514350" y="400050"/>
            <a:ext cx="76200" cy="266700"/>
          </a:xfrm>
          <a:prstGeom xmlns:a="http://schemas.openxmlformats.org/drawingml/2006/main" prst="rect">
            <a:avLst/>
          </a:prstGeom>
          <a:solidFill xmlns:a="http://schemas.openxmlformats.org/drawingml/2006/main">
            <a:srgbClr val="33824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26FF158-0462-445B-9644-065D84752713}"/>
              </a:ext>
            </a:extLst>
          </p:cNvPr>
          <p:cNvSpPr>
            <a:spLocks xmlns:a="http://schemas.openxmlformats.org/drawingml/2006/main" noGrp="1"/>
          </p:cNvSpPr>
          <p:nvPr/>
        </p:nvSpPr>
        <p:spPr>
          <a:xfrm xmlns:a="http://schemas.openxmlformats.org/drawingml/2006/main">
            <a:off x="704850" y="381000"/>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33824A"/>
                </a:solidFill>
                <a:latin typeface="Yu Gothic"/>
                <a:ea typeface="Yu Gothic"/>
                <a:cs typeface="Yu Gothic"/>
              </a:defRPr>
            </a:pPr>
            <a:r>
              <a:rPr sz="975" b="1">
                <a:solidFill>
                  <a:srgbClr val="33824A"/>
                </a:solidFill>
                <a:latin typeface="Yu Gothic"/>
                <a:ea typeface="Yu Gothic"/>
                <a:cs typeface="Yu Gothic"/>
              </a:rPr>
              <a:t>AI TEST AUTOMATION</a:t>
            </a:r>
          </a:p>
        </p:txBody>
      </p:sp>
      <p:sp>
        <p:nvSpPr>
          <p:cNvPr id="4" name="">
            <a:extLst xmlns:a="http://schemas.openxmlformats.org/drawingml/2006/main">
              <a:ext uri="{FF2B5EF4-FFF2-40B4-BE49-F238E27FC236}">
                <a16:creationId xmlns:a16="http://schemas.microsoft.com/office/drawing/2014/main" id="{F1C94F6F-84DC-4B6E-995D-36F59FE1E7D5}"/>
              </a:ext>
            </a:extLst>
          </p:cNvPr>
          <p:cNvSpPr>
            <a:spLocks xmlns:a="http://schemas.openxmlformats.org/drawingml/2006/main" noGrp="1"/>
          </p:cNvSpPr>
          <p:nvPr/>
        </p:nvSpPr>
        <p:spPr>
          <a:xfrm xmlns:a="http://schemas.openxmlformats.org/drawingml/2006/main">
            <a:off x="533400" y="857250"/>
            <a:ext cx="1000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172452"/>
                </a:solidFill>
                <a:latin typeface="Yu Gothic"/>
                <a:ea typeface="Yu Gothic"/>
                <a:cs typeface="Yu Gothic"/>
              </a:defRPr>
            </a:pPr>
            <a:r>
              <a:rPr sz="3150" b="1">
                <a:solidFill>
                  <a:srgbClr val="172452"/>
                </a:solidFill>
                <a:latin typeface="Yu Gothic"/>
                <a:ea typeface="Yu Gothic"/>
                <a:cs typeface="Yu Gothic"/>
              </a:rPr>
              <a:t>AI時代のテスト自動化入門</a:t>
            </a:r>
          </a:p>
        </p:txBody>
      </p:sp>
      <p:sp>
        <p:nvSpPr>
          <p:cNvPr id="5" name="">
            <a:extLst xmlns:a="http://schemas.openxmlformats.org/drawingml/2006/main">
              <a:ext uri="{FF2B5EF4-FFF2-40B4-BE49-F238E27FC236}">
                <a16:creationId xmlns:a16="http://schemas.microsoft.com/office/drawing/2014/main" id="{30DFAB6B-AB8E-42AE-93D4-760B449B7C78}"/>
              </a:ext>
            </a:extLst>
          </p:cNvPr>
          <p:cNvSpPr>
            <a:spLocks xmlns:a="http://schemas.openxmlformats.org/drawingml/2006/main" noGrp="1"/>
          </p:cNvSpPr>
          <p:nvPr/>
        </p:nvSpPr>
        <p:spPr>
          <a:xfrm xmlns:a="http://schemas.openxmlformats.org/drawingml/2006/main">
            <a:off x="533400" y="1600200"/>
            <a:ext cx="6000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52607A"/>
                </a:solidFill>
                <a:latin typeface="Yu Gothic"/>
                <a:ea typeface="Yu Gothic"/>
                <a:cs typeface="Yu Gothic"/>
              </a:defRPr>
            </a:pPr>
            <a:r>
              <a:rPr sz="1650" b="1">
                <a:solidFill>
                  <a:srgbClr val="52607A"/>
                </a:solidFill>
                <a:latin typeface="Yu Gothic"/>
                <a:ea typeface="Yu Gothic"/>
                <a:cs typeface="Yu Gothic"/>
              </a:rPr>
              <a:t>AIエージェントに安全に開発を任せるための</a:t>
            </a:r>
          </a:p>
          <a:p xmlns:a="http://schemas.openxmlformats.org/drawingml/2006/main">
            <a:pPr algn="l">
              <a:defRPr sz="1650" b="1">
                <a:solidFill>
                  <a:srgbClr val="52607A"/>
                </a:solidFill>
                <a:latin typeface="Yu Gothic"/>
                <a:ea typeface="Yu Gothic"/>
                <a:cs typeface="Yu Gothic"/>
              </a:defRPr>
            </a:pPr>
            <a:r>
              <a:rPr sz="1650" b="1">
                <a:solidFill>
                  <a:srgbClr val="52607A"/>
                </a:solidFill>
                <a:latin typeface="Yu Gothic"/>
                <a:ea typeface="Yu Gothic"/>
                <a:cs typeface="Yu Gothic"/>
              </a:rPr>
              <a:t>ハーネスエンジニアリング</a:t>
            </a:r>
          </a:p>
        </p:txBody>
      </p:sp>
      <p:sp>
        <p:nvSpPr>
          <p:cNvPr id="6" name="">
            <a:extLst xmlns:a="http://schemas.openxmlformats.org/drawingml/2006/main">
              <a:ext uri="{FF2B5EF4-FFF2-40B4-BE49-F238E27FC236}">
                <a16:creationId xmlns:a16="http://schemas.microsoft.com/office/drawing/2014/main" id="{D03D44E2-7195-47EF-90BD-AF8A026292F7}"/>
              </a:ext>
            </a:extLst>
          </p:cNvPr>
          <p:cNvSpPr>
            <a:spLocks xmlns:a="http://schemas.openxmlformats.org/drawingml/2006/main" noGrp="1"/>
          </p:cNvSpPr>
          <p:nvPr/>
        </p:nvSpPr>
        <p:spPr>
          <a:xfrm xmlns:a="http://schemas.openxmlformats.org/drawingml/2006/main">
            <a:off x="11125200" y="632460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52607A"/>
                </a:solidFill>
                <a:latin typeface="Yu Gothic"/>
                <a:ea typeface="Yu Gothic"/>
                <a:cs typeface="Yu Gothic"/>
              </a:defRPr>
            </a:pPr>
            <a:r>
              <a:rPr sz="900" b="0">
                <a:solidFill>
                  <a:srgbClr val="52607A"/>
                </a:solidFill>
                <a:latin typeface="Yu Gothic"/>
                <a:ea typeface="Yu Gothic"/>
                <a:cs typeface="Yu Gothic"/>
              </a:rPr>
              <a:t>1</a:t>
            </a:r>
          </a:p>
        </p:txBody>
      </p:sp>
      <p:sp>
        <p:nvSpPr>
          <p:cNvPr id="7" name="">
            <a:extLst xmlns:a="http://schemas.openxmlformats.org/drawingml/2006/main">
              <a:ext uri="{FF2B5EF4-FFF2-40B4-BE49-F238E27FC236}">
                <a16:creationId xmlns:a16="http://schemas.microsoft.com/office/drawing/2014/main" id="{286664EE-75A4-4643-8E8E-02E4C220DE38}"/>
              </a:ext>
            </a:extLst>
          </p:cNvPr>
          <p:cNvSpPr>
            <a:spLocks xmlns:a="http://schemas.openxmlformats.org/drawingml/2006/main" noGrp="1"/>
          </p:cNvSpPr>
          <p:nvPr/>
        </p:nvSpPr>
        <p:spPr>
          <a:xfrm xmlns:a="http://schemas.openxmlformats.org/drawingml/2006/main">
            <a:off x="685800" y="238125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52607A"/>
                </a:solidFill>
                <a:latin typeface="Yu Gothic"/>
                <a:ea typeface="Yu Gothic"/>
                <a:cs typeface="Yu Gothic"/>
              </a:defRPr>
            </a:pPr>
            <a:r>
              <a:rPr sz="1650" b="0">
                <a:solidFill>
                  <a:srgbClr val="52607A"/>
                </a:solidFill>
                <a:latin typeface="Yu Gothic"/>
                <a:ea typeface="Yu Gothic"/>
                <a:cs typeface="Yu Gothic"/>
              </a:rPr>
              <a:t>2026/06/26  AIdea勉強会</a:t>
            </a:r>
          </a:p>
        </p:txBody>
      </p:sp>
      <p:sp>
        <p:nvSpPr>
          <p:cNvPr id="8" name="">
            <a:extLst xmlns:a="http://schemas.openxmlformats.org/drawingml/2006/main">
              <a:ext uri="{FF2B5EF4-FFF2-40B4-BE49-F238E27FC236}">
                <a16:creationId xmlns:a16="http://schemas.microsoft.com/office/drawing/2014/main" id="{2571930E-2E8B-4DA9-BC12-8D3925B92BE3}"/>
              </a:ext>
            </a:extLst>
          </p:cNvPr>
          <p:cNvSpPr>
            <a:spLocks xmlns:a="http://schemas.openxmlformats.org/drawingml/2006/main" noGrp="1"/>
          </p:cNvSpPr>
          <p:nvPr/>
        </p:nvSpPr>
        <p:spPr>
          <a:xfrm xmlns:a="http://schemas.openxmlformats.org/drawingml/2006/main">
            <a:off x="6705600" y="1771650"/>
            <a:ext cx="3905250" cy="2514600"/>
          </a:xfrm>
          <a:prstGeom xmlns:a="http://schemas.openxmlformats.org/drawingml/2006/main" prst="rect">
            <a:avLst/>
          </a:prstGeom>
          <a:solidFill xmlns:a="http://schemas.openxmlformats.org/drawingml/2006/main">
            <a:srgbClr val="FBF8F2"/>
          </a:solidFill>
          <a:ln xmlns:a="http://schemas.openxmlformats.org/drawingml/2006/main" w="9525">
            <a:solidFill>
              <a:srgbClr val="D5CEC4"/>
            </a:solidFill>
            <a:prstDash val="solid"/>
          </a:ln>
        </p:spPr>
      </p:sp>
      <p:sp>
        <p:nvSpPr>
          <p:cNvPr id="9" name="">
            <a:extLst xmlns:a="http://schemas.openxmlformats.org/drawingml/2006/main">
              <a:ext uri="{FF2B5EF4-FFF2-40B4-BE49-F238E27FC236}">
                <a16:creationId xmlns:a16="http://schemas.microsoft.com/office/drawing/2014/main" id="{09702A16-AEEF-4761-8F3D-0CFA5C6259F6}"/>
              </a:ext>
            </a:extLst>
          </p:cNvPr>
          <p:cNvSpPr>
            <a:spLocks xmlns:a="http://schemas.openxmlformats.org/drawingml/2006/main" noGrp="1"/>
          </p:cNvSpPr>
          <p:nvPr/>
        </p:nvSpPr>
        <p:spPr>
          <a:xfrm xmlns:a="http://schemas.openxmlformats.org/drawingml/2006/main">
            <a:off x="6705600" y="1771650"/>
            <a:ext cx="3905250" cy="66675"/>
          </a:xfrm>
          <a:prstGeom xmlns:a="http://schemas.openxmlformats.org/drawingml/2006/main" prst="rect">
            <a:avLst/>
          </a:prstGeom>
          <a:solidFill xmlns:a="http://schemas.openxmlformats.org/drawingml/2006/main">
            <a:srgbClr val="33824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30AC956-EB1B-4EE3-B938-76A8A7CF01E7}"/>
              </a:ext>
            </a:extLst>
          </p:cNvPr>
          <p:cNvSpPr>
            <a:spLocks xmlns:a="http://schemas.openxmlformats.org/drawingml/2006/main" noGrp="1"/>
          </p:cNvSpPr>
          <p:nvPr/>
        </p:nvSpPr>
        <p:spPr>
          <a:xfrm xmlns:a="http://schemas.openxmlformats.org/drawingml/2006/main">
            <a:off x="7181850" y="2286000"/>
            <a:ext cx="876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4200" b="1">
                <a:solidFill>
                  <a:srgbClr val="33824A"/>
                </a:solidFill>
                <a:latin typeface="Yu Gothic"/>
                <a:ea typeface="Yu Gothic"/>
                <a:cs typeface="Yu Gothic"/>
              </a:defRPr>
            </a:pPr>
            <a:r>
              <a:rPr sz="4200" b="1">
                <a:solidFill>
                  <a:srgbClr val="33824A"/>
                </a:solidFill>
                <a:latin typeface="Yu Gothic"/>
                <a:ea typeface="Yu Gothic"/>
                <a:cs typeface="Yu Gothic"/>
              </a:rPr>
              <a:t>AI</a:t>
            </a:r>
          </a:p>
        </p:txBody>
      </p:sp>
      <p:sp>
        <p:nvSpPr>
          <p:cNvPr id="11" name="">
            <a:extLst xmlns:a="http://schemas.openxmlformats.org/drawingml/2006/main">
              <a:ext uri="{FF2B5EF4-FFF2-40B4-BE49-F238E27FC236}">
                <a16:creationId xmlns:a16="http://schemas.microsoft.com/office/drawing/2014/main" id="{29605884-FFC3-49AA-9804-DAE51C315340}"/>
              </a:ext>
            </a:extLst>
          </p:cNvPr>
          <p:cNvSpPr>
            <a:spLocks xmlns:a="http://schemas.openxmlformats.org/drawingml/2006/main" noGrp="1"/>
          </p:cNvSpPr>
          <p:nvPr/>
        </p:nvSpPr>
        <p:spPr>
          <a:xfrm xmlns:a="http://schemas.openxmlformats.org/drawingml/2006/main">
            <a:off x="8382000" y="2381250"/>
            <a:ext cx="1219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700" b="1">
                <a:solidFill>
                  <a:srgbClr val="172452"/>
                </a:solidFill>
                <a:latin typeface="Yu Gothic"/>
                <a:ea typeface="Yu Gothic"/>
                <a:cs typeface="Yu Gothic"/>
              </a:defRPr>
            </a:pPr>
            <a:r>
              <a:rPr sz="2700" b="1">
                <a:solidFill>
                  <a:srgbClr val="172452"/>
                </a:solidFill>
                <a:latin typeface="Yu Gothic"/>
                <a:ea typeface="Yu Gothic"/>
                <a:cs typeface="Yu Gothic"/>
              </a:rPr>
              <a:t>code</a:t>
            </a:r>
          </a:p>
        </p:txBody>
      </p:sp>
      <p:sp>
        <p:nvSpPr>
          <p:cNvPr id="12" name="">
            <a:extLst xmlns:a="http://schemas.openxmlformats.org/drawingml/2006/main">
              <a:ext uri="{FF2B5EF4-FFF2-40B4-BE49-F238E27FC236}">
                <a16:creationId xmlns:a16="http://schemas.microsoft.com/office/drawing/2014/main" id="{A0FC26FC-D6D6-47FF-ADC7-723320297CFA}"/>
              </a:ext>
            </a:extLst>
          </p:cNvPr>
          <p:cNvSpPr>
            <a:spLocks xmlns:a="http://schemas.openxmlformats.org/drawingml/2006/main" noGrp="1"/>
          </p:cNvSpPr>
          <p:nvPr/>
        </p:nvSpPr>
        <p:spPr>
          <a:xfrm xmlns:a="http://schemas.openxmlformats.org/drawingml/2006/main">
            <a:off x="7715250" y="329565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850" b="1">
                <a:solidFill>
                  <a:srgbClr val="1A4F8F"/>
                </a:solidFill>
                <a:latin typeface="Yu Gothic"/>
                <a:ea typeface="Yu Gothic"/>
                <a:cs typeface="Yu Gothic"/>
              </a:defRPr>
            </a:pPr>
            <a:r>
              <a:rPr sz="2850" b="1">
                <a:solidFill>
                  <a:srgbClr val="1A4F8F"/>
                </a:solidFill>
                <a:latin typeface="Yu Gothic"/>
                <a:ea typeface="Yu Gothic"/>
                <a:cs typeface="Yu Gothic"/>
              </a:rPr>
              <a:t>release?</a:t>
            </a:r>
          </a:p>
        </p:txBody>
      </p:sp>
      <p:sp>
        <p:nvSpPr>
          <p:cNvPr id="13" name="">
            <a:extLst xmlns:a="http://schemas.openxmlformats.org/drawingml/2006/main">
              <a:ext uri="{FF2B5EF4-FFF2-40B4-BE49-F238E27FC236}">
                <a16:creationId xmlns:a16="http://schemas.microsoft.com/office/drawing/2014/main" id="{E956588C-AD73-452A-B733-FF24D340F957}"/>
              </a:ext>
            </a:extLst>
          </p:cNvPr>
          <p:cNvSpPr>
            <a:spLocks xmlns:a="http://schemas.openxmlformats.org/drawingml/2006/main" noGrp="1"/>
          </p:cNvSpPr>
          <p:nvPr/>
        </p:nvSpPr>
        <p:spPr>
          <a:xfrm xmlns:a="http://schemas.openxmlformats.org/drawingml/2006/main">
            <a:off x="8096250" y="2990850"/>
            <a:ext cx="1162050" cy="38100"/>
          </a:xfrm>
          <a:prstGeom xmlns:a="http://schemas.openxmlformats.org/drawingml/2006/main" prst="rect">
            <a:avLst/>
          </a:prstGeom>
          <a:solidFill xmlns:a="http://schemas.openxmlformats.org/drawingml/2006/main">
            <a:srgbClr val="D5CEC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BF392E7-B28B-4F90-A64F-5EDB6C273142}"/>
              </a:ext>
            </a:extLst>
          </p:cNvPr>
          <p:cNvSpPr>
            <a:spLocks xmlns:a="http://schemas.openxmlformats.org/drawingml/2006/main" noGrp="1"/>
          </p:cNvSpPr>
          <p:nvPr/>
        </p:nvSpPr>
        <p:spPr>
          <a:xfrm xmlns:a="http://schemas.openxmlformats.org/drawingml/2006/main">
            <a:off x="8839200" y="3143250"/>
            <a:ext cx="38100" cy="323850"/>
          </a:xfrm>
          <a:prstGeom xmlns:a="http://schemas.openxmlformats.org/drawingml/2006/main" prst="rect">
            <a:avLst/>
          </a:prstGeom>
          <a:solidFill xmlns:a="http://schemas.openxmlformats.org/drawingml/2006/main">
            <a:srgbClr val="D5CEC4"/>
          </a:solidFill>
          <a:ln xmlns:a="http://schemas.openxmlformats.org/drawingml/2006/main" w="0">
            <a:noFill/>
            <a:prstDash val="solid"/>
          </a:ln>
        </p:spPr>
      </p:sp>
    </p:spTree>
    <p:extLst>
      <p:ext uri="{BB962C8B-B14F-4D97-AF65-F5344CB8AC3E}">
        <p14:creationId xmlns:p14="http://schemas.microsoft.com/office/powerpoint/2010/main" val="1534272189"/>
      </p:ext>
    </p:extLst>
  </p:cSld>
</p:sld>
</file>

<file path=ppt/slides/slide2.xml><?xml version="1.0" encoding="utf-8"?>
<p:sld xmlns:p="http://schemas.openxmlformats.org/presentationml/2006/main">
  <p:cSld>
    <p:bg>
      <p:bgPr>
        <a:solidFill xmlns:a="http://schemas.openxmlformats.org/drawingml/2006/main">
          <a:srgbClr val="ECE7E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E4E8E5C-2D28-48E1-8218-3659664F805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245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41167C7-8DBB-422F-AAAE-26A80B191B94}"/>
              </a:ext>
            </a:extLst>
          </p:cNvPr>
          <p:cNvSpPr>
            <a:spLocks xmlns:a="http://schemas.openxmlformats.org/drawingml/2006/main" noGrp="1"/>
          </p:cNvSpPr>
          <p:nvPr/>
        </p:nvSpPr>
        <p:spPr>
          <a:xfrm xmlns:a="http://schemas.openxmlformats.org/drawingml/2006/main">
            <a:off x="514350" y="400050"/>
            <a:ext cx="76200" cy="266700"/>
          </a:xfrm>
          <a:prstGeom xmlns:a="http://schemas.openxmlformats.org/drawingml/2006/main" prst="rect">
            <a:avLst/>
          </a:prstGeom>
          <a:solidFill xmlns:a="http://schemas.openxmlformats.org/drawingml/2006/main">
            <a:srgbClr val="33824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D89295B-CE0A-4850-9CED-C788B73FD327}"/>
              </a:ext>
            </a:extLst>
          </p:cNvPr>
          <p:cNvSpPr>
            <a:spLocks xmlns:a="http://schemas.openxmlformats.org/drawingml/2006/main" noGrp="1"/>
          </p:cNvSpPr>
          <p:nvPr/>
        </p:nvSpPr>
        <p:spPr>
          <a:xfrm xmlns:a="http://schemas.openxmlformats.org/drawingml/2006/main">
            <a:off x="704850" y="381000"/>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33824A"/>
                </a:solidFill>
                <a:latin typeface="Yu Gothic"/>
                <a:ea typeface="Yu Gothic"/>
                <a:cs typeface="Yu Gothic"/>
              </a:defRPr>
            </a:pPr>
            <a:r>
              <a:rPr sz="975" b="1">
                <a:solidFill>
                  <a:srgbClr val="33824A"/>
                </a:solidFill>
                <a:latin typeface="Yu Gothic"/>
                <a:ea typeface="Yu Gothic"/>
                <a:cs typeface="Yu Gothic"/>
              </a:rPr>
              <a:t>PURPOSE</a:t>
            </a:r>
          </a:p>
        </p:txBody>
      </p:sp>
      <p:sp>
        <p:nvSpPr>
          <p:cNvPr id="4" name="">
            <a:extLst xmlns:a="http://schemas.openxmlformats.org/drawingml/2006/main">
              <a:ext uri="{FF2B5EF4-FFF2-40B4-BE49-F238E27FC236}">
                <a16:creationId xmlns:a16="http://schemas.microsoft.com/office/drawing/2014/main" id="{A7F4C377-54D1-4C21-9D02-877D974BCA88}"/>
              </a:ext>
            </a:extLst>
          </p:cNvPr>
          <p:cNvSpPr>
            <a:spLocks xmlns:a="http://schemas.openxmlformats.org/drawingml/2006/main" noGrp="1"/>
          </p:cNvSpPr>
          <p:nvPr/>
        </p:nvSpPr>
        <p:spPr>
          <a:xfrm xmlns:a="http://schemas.openxmlformats.org/drawingml/2006/main">
            <a:off x="533400" y="857250"/>
            <a:ext cx="1000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72452"/>
                </a:solidFill>
                <a:latin typeface="Yu Gothic"/>
                <a:ea typeface="Yu Gothic"/>
                <a:cs typeface="Yu Gothic"/>
              </a:defRPr>
            </a:pPr>
            <a:r>
              <a:rPr sz="2700" b="1">
                <a:solidFill>
                  <a:srgbClr val="172452"/>
                </a:solidFill>
                <a:latin typeface="Yu Gothic"/>
                <a:ea typeface="Yu Gothic"/>
                <a:cs typeface="Yu Gothic"/>
              </a:rPr>
              <a:t>勉強会の目的</a:t>
            </a:r>
          </a:p>
        </p:txBody>
      </p:sp>
      <p:sp>
        <p:nvSpPr>
          <p:cNvPr id="5" name="">
            <a:extLst xmlns:a="http://schemas.openxmlformats.org/drawingml/2006/main">
              <a:ext uri="{FF2B5EF4-FFF2-40B4-BE49-F238E27FC236}">
                <a16:creationId xmlns:a16="http://schemas.microsoft.com/office/drawing/2014/main" id="{72653E76-6D3C-4ED2-B8F9-CA3910D1257C}"/>
              </a:ext>
            </a:extLst>
          </p:cNvPr>
          <p:cNvSpPr>
            <a:spLocks xmlns:a="http://schemas.openxmlformats.org/drawingml/2006/main" noGrp="1"/>
          </p:cNvSpPr>
          <p:nvPr/>
        </p:nvSpPr>
        <p:spPr>
          <a:xfrm xmlns:a="http://schemas.openxmlformats.org/drawingml/2006/main">
            <a:off x="533400" y="1600200"/>
            <a:ext cx="857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52607A"/>
                </a:solidFill>
                <a:latin typeface="Yu Gothic"/>
                <a:ea typeface="Yu Gothic"/>
                <a:cs typeface="Yu Gothic"/>
              </a:defRPr>
            </a:pPr>
            <a:r>
              <a:rPr sz="1650" b="1">
                <a:solidFill>
                  <a:srgbClr val="52607A"/>
                </a:solidFill>
                <a:latin typeface="Yu Gothic"/>
                <a:ea typeface="Yu Gothic"/>
                <a:cs typeface="Yu Gothic"/>
              </a:rPr>
              <a:t>AI活用を、現場で使える判断の型にする</a:t>
            </a:r>
          </a:p>
        </p:txBody>
      </p:sp>
      <p:sp>
        <p:nvSpPr>
          <p:cNvPr id="6" name="">
            <a:extLst xmlns:a="http://schemas.openxmlformats.org/drawingml/2006/main">
              <a:ext uri="{FF2B5EF4-FFF2-40B4-BE49-F238E27FC236}">
                <a16:creationId xmlns:a16="http://schemas.microsoft.com/office/drawing/2014/main" id="{A9DF81A7-61E9-4B6F-B2AB-1EDC63FECD58}"/>
              </a:ext>
            </a:extLst>
          </p:cNvPr>
          <p:cNvSpPr>
            <a:spLocks xmlns:a="http://schemas.openxmlformats.org/drawingml/2006/main" noGrp="1"/>
          </p:cNvSpPr>
          <p:nvPr/>
        </p:nvSpPr>
        <p:spPr>
          <a:xfrm xmlns:a="http://schemas.openxmlformats.org/drawingml/2006/main">
            <a:off x="11125200" y="632460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52607A"/>
                </a:solidFill>
                <a:latin typeface="Yu Gothic"/>
                <a:ea typeface="Yu Gothic"/>
                <a:cs typeface="Yu Gothic"/>
              </a:defRPr>
            </a:pPr>
            <a:r>
              <a:rPr sz="900" b="0">
                <a:solidFill>
                  <a:srgbClr val="52607A"/>
                </a:solidFill>
                <a:latin typeface="Yu Gothic"/>
                <a:ea typeface="Yu Gothic"/>
                <a:cs typeface="Yu Gothic"/>
              </a:rPr>
              <a:t>2</a:t>
            </a:r>
          </a:p>
        </p:txBody>
      </p:sp>
      <p:sp>
        <p:nvSpPr>
          <p:cNvPr id="7" name="">
            <a:extLst xmlns:a="http://schemas.openxmlformats.org/drawingml/2006/main">
              <a:ext uri="{FF2B5EF4-FFF2-40B4-BE49-F238E27FC236}">
                <a16:creationId xmlns:a16="http://schemas.microsoft.com/office/drawing/2014/main" id="{4D834D19-47C3-46EF-914D-C3AC8B7CC1D8}"/>
              </a:ext>
            </a:extLst>
          </p:cNvPr>
          <p:cNvSpPr>
            <a:spLocks xmlns:a="http://schemas.openxmlformats.org/drawingml/2006/main" noGrp="1"/>
          </p:cNvSpPr>
          <p:nvPr/>
        </p:nvSpPr>
        <p:spPr>
          <a:xfrm xmlns:a="http://schemas.openxmlformats.org/drawingml/2006/main">
            <a:off x="876300" y="1981200"/>
            <a:ext cx="95250" cy="95250"/>
          </a:xfrm>
          <a:prstGeom xmlns:a="http://schemas.openxmlformats.org/drawingml/2006/main" prst="rect">
            <a:avLst/>
          </a:prstGeom>
          <a:solidFill xmlns:a="http://schemas.openxmlformats.org/drawingml/2006/main">
            <a:srgbClr val="33824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C331228-27C2-428D-81EE-9B7EF6BE4230}"/>
              </a:ext>
            </a:extLst>
          </p:cNvPr>
          <p:cNvSpPr>
            <a:spLocks xmlns:a="http://schemas.openxmlformats.org/drawingml/2006/main" noGrp="1"/>
          </p:cNvSpPr>
          <p:nvPr/>
        </p:nvSpPr>
        <p:spPr>
          <a:xfrm xmlns:a="http://schemas.openxmlformats.org/drawingml/2006/main">
            <a:off x="1123950" y="1905000"/>
            <a:ext cx="75628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4204A"/>
                </a:solidFill>
                <a:latin typeface="Yu Gothic"/>
                <a:ea typeface="Yu Gothic"/>
                <a:cs typeface="Yu Gothic"/>
              </a:defRPr>
            </a:pPr>
            <a:r>
              <a:rPr sz="1650" b="1">
                <a:solidFill>
                  <a:srgbClr val="14204A"/>
                </a:solidFill>
                <a:latin typeface="Yu Gothic"/>
                <a:ea typeface="Yu Gothic"/>
                <a:cs typeface="Yu Gothic"/>
              </a:rPr>
              <a:t>AIに触れるだけで終わらせず、既存開発へ持ち帰れる形にする</a:t>
            </a:r>
          </a:p>
        </p:txBody>
      </p:sp>
      <p:sp>
        <p:nvSpPr>
          <p:cNvPr id="9" name="">
            <a:extLst xmlns:a="http://schemas.openxmlformats.org/drawingml/2006/main">
              <a:ext uri="{FF2B5EF4-FFF2-40B4-BE49-F238E27FC236}">
                <a16:creationId xmlns:a16="http://schemas.microsoft.com/office/drawing/2014/main" id="{4AB52005-CD5C-439B-9DA6-63146EE20505}"/>
              </a:ext>
            </a:extLst>
          </p:cNvPr>
          <p:cNvSpPr>
            <a:spLocks xmlns:a="http://schemas.openxmlformats.org/drawingml/2006/main" noGrp="1"/>
          </p:cNvSpPr>
          <p:nvPr/>
        </p:nvSpPr>
        <p:spPr>
          <a:xfrm xmlns:a="http://schemas.openxmlformats.org/drawingml/2006/main">
            <a:off x="876300" y="2609850"/>
            <a:ext cx="95250" cy="95250"/>
          </a:xfrm>
          <a:prstGeom xmlns:a="http://schemas.openxmlformats.org/drawingml/2006/main" prst="rect">
            <a:avLst/>
          </a:prstGeom>
          <a:solidFill xmlns:a="http://schemas.openxmlformats.org/drawingml/2006/main">
            <a:srgbClr val="33824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9EEB32E-64F7-4B1E-BCE1-CD59C60E3FC2}"/>
              </a:ext>
            </a:extLst>
          </p:cNvPr>
          <p:cNvSpPr>
            <a:spLocks xmlns:a="http://schemas.openxmlformats.org/drawingml/2006/main" noGrp="1"/>
          </p:cNvSpPr>
          <p:nvPr/>
        </p:nvSpPr>
        <p:spPr>
          <a:xfrm xmlns:a="http://schemas.openxmlformats.org/drawingml/2006/main">
            <a:off x="1123950" y="2533650"/>
            <a:ext cx="75628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4204A"/>
                </a:solidFill>
                <a:latin typeface="Yu Gothic"/>
                <a:ea typeface="Yu Gothic"/>
                <a:cs typeface="Yu Gothic"/>
              </a:defRPr>
            </a:pPr>
            <a:r>
              <a:rPr sz="1650" b="1">
                <a:solidFill>
                  <a:srgbClr val="14204A"/>
                </a:solidFill>
                <a:latin typeface="Yu Gothic"/>
                <a:ea typeface="Yu Gothic"/>
                <a:cs typeface="Yu Gothic"/>
              </a:rPr>
              <a:t>テスト自動化を、AIの作業結果を受け入れる仕組みとして捉え直す</a:t>
            </a:r>
          </a:p>
        </p:txBody>
      </p:sp>
      <p:sp>
        <p:nvSpPr>
          <p:cNvPr id="11" name="">
            <a:extLst xmlns:a="http://schemas.openxmlformats.org/drawingml/2006/main">
              <a:ext uri="{FF2B5EF4-FFF2-40B4-BE49-F238E27FC236}">
                <a16:creationId xmlns:a16="http://schemas.microsoft.com/office/drawing/2014/main" id="{1F773023-0F38-456E-A001-5755D4C99DB6}"/>
              </a:ext>
            </a:extLst>
          </p:cNvPr>
          <p:cNvSpPr>
            <a:spLocks xmlns:a="http://schemas.openxmlformats.org/drawingml/2006/main" noGrp="1"/>
          </p:cNvSpPr>
          <p:nvPr/>
        </p:nvSpPr>
        <p:spPr>
          <a:xfrm xmlns:a="http://schemas.openxmlformats.org/drawingml/2006/main">
            <a:off x="876300" y="3238500"/>
            <a:ext cx="95250" cy="95250"/>
          </a:xfrm>
          <a:prstGeom xmlns:a="http://schemas.openxmlformats.org/drawingml/2006/main" prst="rect">
            <a:avLst/>
          </a:prstGeom>
          <a:solidFill xmlns:a="http://schemas.openxmlformats.org/drawingml/2006/main">
            <a:srgbClr val="33824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213FC0E-0F9F-4000-82EF-8E05859E38FF}"/>
              </a:ext>
            </a:extLst>
          </p:cNvPr>
          <p:cNvSpPr>
            <a:spLocks xmlns:a="http://schemas.openxmlformats.org/drawingml/2006/main" noGrp="1"/>
          </p:cNvSpPr>
          <p:nvPr/>
        </p:nvSpPr>
        <p:spPr>
          <a:xfrm xmlns:a="http://schemas.openxmlformats.org/drawingml/2006/main">
            <a:off x="1123950" y="3162300"/>
            <a:ext cx="75628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4204A"/>
                </a:solidFill>
                <a:latin typeface="Yu Gothic"/>
                <a:ea typeface="Yu Gothic"/>
                <a:cs typeface="Yu Gothic"/>
              </a:defRPr>
            </a:pPr>
            <a:r>
              <a:rPr sz="1650" b="1">
                <a:solidFill>
                  <a:srgbClr val="14204A"/>
                </a:solidFill>
                <a:latin typeface="Yu Gothic"/>
                <a:ea typeface="Yu Gothic"/>
                <a:cs typeface="Yu Gothic"/>
              </a:rPr>
              <a:t>完璧な導入手順ではなく、明日から始められる小さな一歩を持つ</a:t>
            </a:r>
          </a:p>
        </p:txBody>
      </p:sp>
      <p:sp>
        <p:nvSpPr>
          <p:cNvPr id="13" name="">
            <a:extLst xmlns:a="http://schemas.openxmlformats.org/drawingml/2006/main">
              <a:ext uri="{FF2B5EF4-FFF2-40B4-BE49-F238E27FC236}">
                <a16:creationId xmlns:a16="http://schemas.microsoft.com/office/drawing/2014/main" id="{EFD311AB-EC58-499F-9349-DBA4E2C504F8}"/>
              </a:ext>
            </a:extLst>
          </p:cNvPr>
          <p:cNvSpPr>
            <a:spLocks xmlns:a="http://schemas.openxmlformats.org/drawingml/2006/main" noGrp="1"/>
          </p:cNvSpPr>
          <p:nvPr/>
        </p:nvSpPr>
        <p:spPr>
          <a:xfrm xmlns:a="http://schemas.openxmlformats.org/drawingml/2006/main">
            <a:off x="8477250" y="1943100"/>
            <a:ext cx="2381250" cy="2095500"/>
          </a:xfrm>
          <a:prstGeom xmlns:a="http://schemas.openxmlformats.org/drawingml/2006/main" prst="rect">
            <a:avLst/>
          </a:prstGeom>
          <a:solidFill xmlns:a="http://schemas.openxmlformats.org/drawingml/2006/main">
            <a:srgbClr val="FBF8F2"/>
          </a:solidFill>
          <a:ln xmlns:a="http://schemas.openxmlformats.org/drawingml/2006/main" w="9525">
            <a:solidFill>
              <a:srgbClr val="D5CEC4"/>
            </a:solidFill>
            <a:prstDash val="solid"/>
          </a:ln>
        </p:spPr>
      </p:sp>
      <p:sp>
        <p:nvSpPr>
          <p:cNvPr id="14" name="">
            <a:extLst xmlns:a="http://schemas.openxmlformats.org/drawingml/2006/main">
              <a:ext uri="{FF2B5EF4-FFF2-40B4-BE49-F238E27FC236}">
                <a16:creationId xmlns:a16="http://schemas.microsoft.com/office/drawing/2014/main" id="{F700A2F6-9F92-4949-8609-91DBF7549B45}"/>
              </a:ext>
            </a:extLst>
          </p:cNvPr>
          <p:cNvSpPr>
            <a:spLocks xmlns:a="http://schemas.openxmlformats.org/drawingml/2006/main" noGrp="1"/>
          </p:cNvSpPr>
          <p:nvPr/>
        </p:nvSpPr>
        <p:spPr>
          <a:xfrm xmlns:a="http://schemas.openxmlformats.org/drawingml/2006/main">
            <a:off x="8477250" y="1943100"/>
            <a:ext cx="66675" cy="2095500"/>
          </a:xfrm>
          <a:prstGeom xmlns:a="http://schemas.openxmlformats.org/drawingml/2006/main" prst="rect">
            <a:avLst/>
          </a:prstGeom>
          <a:solidFill xmlns:a="http://schemas.openxmlformats.org/drawingml/2006/main">
            <a:srgbClr val="C85B1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9DF160E-CAC1-4789-AB26-4DCDAEBAA8A1}"/>
              </a:ext>
            </a:extLst>
          </p:cNvPr>
          <p:cNvSpPr>
            <a:spLocks xmlns:a="http://schemas.openxmlformats.org/drawingml/2006/main" noGrp="1"/>
          </p:cNvSpPr>
          <p:nvPr/>
        </p:nvSpPr>
        <p:spPr>
          <a:xfrm xmlns:a="http://schemas.openxmlformats.org/drawingml/2006/main">
            <a:off x="8705850" y="2095500"/>
            <a:ext cx="1924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C85B1A"/>
                </a:solidFill>
                <a:latin typeface="Yu Gothic"/>
                <a:ea typeface="Yu Gothic"/>
                <a:cs typeface="Yu Gothic"/>
              </a:defRPr>
            </a:pPr>
            <a:r>
              <a:rPr sz="1500" b="1">
                <a:solidFill>
                  <a:srgbClr val="C85B1A"/>
                </a:solidFill>
                <a:latin typeface="Yu Gothic"/>
                <a:ea typeface="Yu Gothic"/>
                <a:cs typeface="Yu Gothic"/>
              </a:rPr>
              <a:t>成功条件</a:t>
            </a:r>
          </a:p>
        </p:txBody>
      </p:sp>
      <p:sp>
        <p:nvSpPr>
          <p:cNvPr id="16" name="">
            <a:extLst xmlns:a="http://schemas.openxmlformats.org/drawingml/2006/main">
              <a:ext uri="{FF2B5EF4-FFF2-40B4-BE49-F238E27FC236}">
                <a16:creationId xmlns:a16="http://schemas.microsoft.com/office/drawing/2014/main" id="{D39CD476-67EC-4069-97F3-9FABC51E2111}"/>
              </a:ext>
            </a:extLst>
          </p:cNvPr>
          <p:cNvSpPr>
            <a:spLocks xmlns:a="http://schemas.openxmlformats.org/drawingml/2006/main" noGrp="1"/>
          </p:cNvSpPr>
          <p:nvPr/>
        </p:nvSpPr>
        <p:spPr>
          <a:xfrm xmlns:a="http://schemas.openxmlformats.org/drawingml/2006/main">
            <a:off x="8705850" y="2476500"/>
            <a:ext cx="192405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52607A"/>
                </a:solidFill>
                <a:latin typeface="Yu Gothic"/>
                <a:ea typeface="Yu Gothic"/>
                <a:cs typeface="Yu Gothic"/>
              </a:defRPr>
            </a:pPr>
            <a:r>
              <a:rPr sz="1425" b="0">
                <a:solidFill>
                  <a:srgbClr val="52607A"/>
                </a:solidFill>
                <a:latin typeface="Yu Gothic"/>
                <a:ea typeface="Yu Gothic"/>
                <a:cs typeface="Yu Gothic"/>
              </a:rPr>
              <a:t>一人でも二人でも、これは自分の現場で使えそうだと思えること。</a:t>
            </a:r>
          </a:p>
        </p:txBody>
      </p:sp>
    </p:spTree>
    <p:extLst>
      <p:ext uri="{BB962C8B-B14F-4D97-AF65-F5344CB8AC3E}">
        <p14:creationId xmlns:p14="http://schemas.microsoft.com/office/powerpoint/2010/main" val="872239722"/>
      </p:ext>
    </p:extLst>
  </p:cSld>
</p:sld>
</file>

<file path=ppt/slides/slide3.xml><?xml version="1.0" encoding="utf-8"?>
<p:sld xmlns:p="http://schemas.openxmlformats.org/presentationml/2006/main">
  <p:cSld>
    <p:bg>
      <p:bgPr>
        <a:solidFill xmlns:a="http://schemas.openxmlformats.org/drawingml/2006/main">
          <a:srgbClr val="ECE7E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2C76A05-FE4B-46DB-9957-0974CE86D05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245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C5C8469-9C17-4793-AB77-34E0C5E3E655}"/>
              </a:ext>
            </a:extLst>
          </p:cNvPr>
          <p:cNvSpPr>
            <a:spLocks xmlns:a="http://schemas.openxmlformats.org/drawingml/2006/main" noGrp="1"/>
          </p:cNvSpPr>
          <p:nvPr/>
        </p:nvSpPr>
        <p:spPr>
          <a:xfrm xmlns:a="http://schemas.openxmlformats.org/drawingml/2006/main">
            <a:off x="514350" y="400050"/>
            <a:ext cx="76200" cy="266700"/>
          </a:xfrm>
          <a:prstGeom xmlns:a="http://schemas.openxmlformats.org/drawingml/2006/main" prst="rect">
            <a:avLst/>
          </a:prstGeom>
          <a:solidFill xmlns:a="http://schemas.openxmlformats.org/drawingml/2006/main">
            <a:srgbClr val="33824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BC1D7DC-576F-41BD-B605-1B921094B0DE}"/>
              </a:ext>
            </a:extLst>
          </p:cNvPr>
          <p:cNvSpPr>
            <a:spLocks xmlns:a="http://schemas.openxmlformats.org/drawingml/2006/main" noGrp="1"/>
          </p:cNvSpPr>
          <p:nvPr/>
        </p:nvSpPr>
        <p:spPr>
          <a:xfrm xmlns:a="http://schemas.openxmlformats.org/drawingml/2006/main">
            <a:off x="704850" y="381000"/>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33824A"/>
                </a:solidFill>
                <a:latin typeface="Yu Gothic"/>
                <a:ea typeface="Yu Gothic"/>
                <a:cs typeface="Yu Gothic"/>
              </a:defRPr>
            </a:pPr>
            <a:r>
              <a:rPr sz="975" b="1">
                <a:solidFill>
                  <a:srgbClr val="33824A"/>
                </a:solidFill>
                <a:latin typeface="Yu Gothic"/>
                <a:ea typeface="Yu Gothic"/>
                <a:cs typeface="Yu Gothic"/>
              </a:rPr>
              <a:t>TAKEAWAYS</a:t>
            </a:r>
          </a:p>
        </p:txBody>
      </p:sp>
      <p:sp>
        <p:nvSpPr>
          <p:cNvPr id="4" name="">
            <a:extLst xmlns:a="http://schemas.openxmlformats.org/drawingml/2006/main">
              <a:ext uri="{FF2B5EF4-FFF2-40B4-BE49-F238E27FC236}">
                <a16:creationId xmlns:a16="http://schemas.microsoft.com/office/drawing/2014/main" id="{50F8E4FE-D98E-4F6A-9CA3-00481DB1167B}"/>
              </a:ext>
            </a:extLst>
          </p:cNvPr>
          <p:cNvSpPr>
            <a:spLocks xmlns:a="http://schemas.openxmlformats.org/drawingml/2006/main" noGrp="1"/>
          </p:cNvSpPr>
          <p:nvPr/>
        </p:nvSpPr>
        <p:spPr>
          <a:xfrm xmlns:a="http://schemas.openxmlformats.org/drawingml/2006/main">
            <a:off x="533400" y="857250"/>
            <a:ext cx="1000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72452"/>
                </a:solidFill>
                <a:latin typeface="Yu Gothic"/>
                <a:ea typeface="Yu Gothic"/>
                <a:cs typeface="Yu Gothic"/>
              </a:defRPr>
            </a:pPr>
            <a:r>
              <a:rPr sz="2700" b="1">
                <a:solidFill>
                  <a:srgbClr val="172452"/>
                </a:solidFill>
                <a:latin typeface="Yu Gothic"/>
                <a:ea typeface="Yu Gothic"/>
                <a:cs typeface="Yu Gothic"/>
              </a:rPr>
              <a:t>今日持ち帰ってほしいこと</a:t>
            </a:r>
          </a:p>
        </p:txBody>
      </p:sp>
      <p:sp>
        <p:nvSpPr>
          <p:cNvPr id="5" name="">
            <a:extLst xmlns:a="http://schemas.openxmlformats.org/drawingml/2006/main">
              <a:ext uri="{FF2B5EF4-FFF2-40B4-BE49-F238E27FC236}">
                <a16:creationId xmlns:a16="http://schemas.microsoft.com/office/drawing/2014/main" id="{301C9212-2827-4BA1-A2F0-DA6D3E0D5CFD}"/>
              </a:ext>
            </a:extLst>
          </p:cNvPr>
          <p:cNvSpPr>
            <a:spLocks xmlns:a="http://schemas.openxmlformats.org/drawingml/2006/main" noGrp="1"/>
          </p:cNvSpPr>
          <p:nvPr/>
        </p:nvSpPr>
        <p:spPr>
          <a:xfrm xmlns:a="http://schemas.openxmlformats.org/drawingml/2006/main">
            <a:off x="11125200" y="632460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52607A"/>
                </a:solidFill>
                <a:latin typeface="Yu Gothic"/>
                <a:ea typeface="Yu Gothic"/>
                <a:cs typeface="Yu Gothic"/>
              </a:defRPr>
            </a:pPr>
            <a:r>
              <a:rPr sz="900" b="0">
                <a:solidFill>
                  <a:srgbClr val="52607A"/>
                </a:solidFill>
                <a:latin typeface="Yu Gothic"/>
                <a:ea typeface="Yu Gothic"/>
                <a:cs typeface="Yu Gothic"/>
              </a:rPr>
              <a:t>3</a:t>
            </a:r>
          </a:p>
        </p:txBody>
      </p:sp>
      <p:sp>
        <p:nvSpPr>
          <p:cNvPr id="6" name="">
            <a:extLst xmlns:a="http://schemas.openxmlformats.org/drawingml/2006/main">
              <a:ext uri="{FF2B5EF4-FFF2-40B4-BE49-F238E27FC236}">
                <a16:creationId xmlns:a16="http://schemas.microsoft.com/office/drawing/2014/main" id="{5E35B899-5667-4562-B445-6440D9A6E57E}"/>
              </a:ext>
            </a:extLst>
          </p:cNvPr>
          <p:cNvSpPr>
            <a:spLocks xmlns:a="http://schemas.openxmlformats.org/drawingml/2006/main" noGrp="1"/>
          </p:cNvSpPr>
          <p:nvPr/>
        </p:nvSpPr>
        <p:spPr>
          <a:xfrm xmlns:a="http://schemas.openxmlformats.org/drawingml/2006/main">
            <a:off x="685800" y="1657350"/>
            <a:ext cx="4953000" cy="838200"/>
          </a:xfrm>
          <a:prstGeom xmlns:a="http://schemas.openxmlformats.org/drawingml/2006/main" prst="rect">
            <a:avLst/>
          </a:prstGeom>
          <a:solidFill xmlns:a="http://schemas.openxmlformats.org/drawingml/2006/main">
            <a:srgbClr val="FBF8F2"/>
          </a:solidFill>
          <a:ln xmlns:a="http://schemas.openxmlformats.org/drawingml/2006/main" w="9525">
            <a:solidFill>
              <a:srgbClr val="D5CEC4"/>
            </a:solidFill>
            <a:prstDash val="solid"/>
          </a:ln>
        </p:spPr>
      </p:sp>
      <p:sp>
        <p:nvSpPr>
          <p:cNvPr id="7" name="">
            <a:extLst xmlns:a="http://schemas.openxmlformats.org/drawingml/2006/main">
              <a:ext uri="{FF2B5EF4-FFF2-40B4-BE49-F238E27FC236}">
                <a16:creationId xmlns:a16="http://schemas.microsoft.com/office/drawing/2014/main" id="{152844A5-455F-4CD1-A931-A5D6058791CE}"/>
              </a:ext>
            </a:extLst>
          </p:cNvPr>
          <p:cNvSpPr>
            <a:spLocks xmlns:a="http://schemas.openxmlformats.org/drawingml/2006/main" noGrp="1"/>
          </p:cNvSpPr>
          <p:nvPr/>
        </p:nvSpPr>
        <p:spPr>
          <a:xfrm xmlns:a="http://schemas.openxmlformats.org/drawingml/2006/main">
            <a:off x="685800" y="1657350"/>
            <a:ext cx="66675" cy="838200"/>
          </a:xfrm>
          <a:prstGeom xmlns:a="http://schemas.openxmlformats.org/drawingml/2006/main" prst="rect">
            <a:avLst/>
          </a:prstGeom>
          <a:solidFill xmlns:a="http://schemas.openxmlformats.org/drawingml/2006/main">
            <a:srgbClr val="33824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5E4D0DC-45AA-405F-BD41-A0B8BC80F588}"/>
              </a:ext>
            </a:extLst>
          </p:cNvPr>
          <p:cNvSpPr>
            <a:spLocks xmlns:a="http://schemas.openxmlformats.org/drawingml/2006/main" noGrp="1"/>
          </p:cNvSpPr>
          <p:nvPr/>
        </p:nvSpPr>
        <p:spPr>
          <a:xfrm xmlns:a="http://schemas.openxmlformats.org/drawingml/2006/main">
            <a:off x="914400" y="1809750"/>
            <a:ext cx="4495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72452"/>
                </a:solidFill>
                <a:latin typeface="Yu Gothic"/>
                <a:ea typeface="Yu Gothic"/>
                <a:cs typeface="Yu Gothic"/>
              </a:defRPr>
            </a:pPr>
            <a:r>
              <a:rPr sz="1500" b="1">
                <a:solidFill>
                  <a:srgbClr val="172452"/>
                </a:solidFill>
                <a:latin typeface="Yu Gothic"/>
                <a:ea typeface="Yu Gothic"/>
                <a:cs typeface="Yu Gothic"/>
              </a:rPr>
              <a:t>1. AIはかなり直せる</a:t>
            </a:r>
          </a:p>
        </p:txBody>
      </p:sp>
      <p:sp>
        <p:nvSpPr>
          <p:cNvPr id="9" name="">
            <a:extLst xmlns:a="http://schemas.openxmlformats.org/drawingml/2006/main">
              <a:ext uri="{FF2B5EF4-FFF2-40B4-BE49-F238E27FC236}">
                <a16:creationId xmlns:a16="http://schemas.microsoft.com/office/drawing/2014/main" id="{F2519C1E-E21D-47BC-AE93-76C526E1F1E1}"/>
              </a:ext>
            </a:extLst>
          </p:cNvPr>
          <p:cNvSpPr>
            <a:spLocks xmlns:a="http://schemas.openxmlformats.org/drawingml/2006/main" noGrp="1"/>
          </p:cNvSpPr>
          <p:nvPr/>
        </p:nvSpPr>
        <p:spPr>
          <a:xfrm xmlns:a="http://schemas.openxmlformats.org/drawingml/2006/main">
            <a:off x="914400" y="2190750"/>
            <a:ext cx="449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2607A"/>
                </a:solidFill>
                <a:latin typeface="Yu Gothic"/>
                <a:ea typeface="Yu Gothic"/>
                <a:cs typeface="Yu Gothic"/>
              </a:defRPr>
            </a:pPr>
            <a:r>
              <a:rPr sz="1350" b="0">
                <a:solidFill>
                  <a:srgbClr val="52607A"/>
                </a:solidFill>
                <a:latin typeface="Yu Gothic"/>
                <a:ea typeface="Yu Gothic"/>
                <a:cs typeface="Yu Gothic"/>
              </a:rPr>
              <a:t>実装もテストも、強いエージェントなら想像以上に進められる。</a:t>
            </a:r>
          </a:p>
        </p:txBody>
      </p:sp>
      <p:sp>
        <p:nvSpPr>
          <p:cNvPr id="10" name="">
            <a:extLst xmlns:a="http://schemas.openxmlformats.org/drawingml/2006/main">
              <a:ext uri="{FF2B5EF4-FFF2-40B4-BE49-F238E27FC236}">
                <a16:creationId xmlns:a16="http://schemas.microsoft.com/office/drawing/2014/main" id="{24C779F5-8AE1-4149-8BD7-0E157E630DAE}"/>
              </a:ext>
            </a:extLst>
          </p:cNvPr>
          <p:cNvSpPr>
            <a:spLocks xmlns:a="http://schemas.openxmlformats.org/drawingml/2006/main" noGrp="1"/>
          </p:cNvSpPr>
          <p:nvPr/>
        </p:nvSpPr>
        <p:spPr>
          <a:xfrm xmlns:a="http://schemas.openxmlformats.org/drawingml/2006/main">
            <a:off x="685800" y="2743200"/>
            <a:ext cx="4953000" cy="838200"/>
          </a:xfrm>
          <a:prstGeom xmlns:a="http://schemas.openxmlformats.org/drawingml/2006/main" prst="rect">
            <a:avLst/>
          </a:prstGeom>
          <a:solidFill xmlns:a="http://schemas.openxmlformats.org/drawingml/2006/main">
            <a:srgbClr val="FBF8F2"/>
          </a:solidFill>
          <a:ln xmlns:a="http://schemas.openxmlformats.org/drawingml/2006/main" w="9525">
            <a:solidFill>
              <a:srgbClr val="D5CEC4"/>
            </a:solidFill>
            <a:prstDash val="solid"/>
          </a:ln>
        </p:spPr>
      </p:sp>
      <p:sp>
        <p:nvSpPr>
          <p:cNvPr id="11" name="">
            <a:extLst xmlns:a="http://schemas.openxmlformats.org/drawingml/2006/main">
              <a:ext uri="{FF2B5EF4-FFF2-40B4-BE49-F238E27FC236}">
                <a16:creationId xmlns:a16="http://schemas.microsoft.com/office/drawing/2014/main" id="{F2106871-B6E6-42AB-BDD8-03B6FF069B7E}"/>
              </a:ext>
            </a:extLst>
          </p:cNvPr>
          <p:cNvSpPr>
            <a:spLocks xmlns:a="http://schemas.openxmlformats.org/drawingml/2006/main" noGrp="1"/>
          </p:cNvSpPr>
          <p:nvPr/>
        </p:nvSpPr>
        <p:spPr>
          <a:xfrm xmlns:a="http://schemas.openxmlformats.org/drawingml/2006/main">
            <a:off x="685800" y="2743200"/>
            <a:ext cx="66675" cy="838200"/>
          </a:xfrm>
          <a:prstGeom xmlns:a="http://schemas.openxmlformats.org/drawingml/2006/main" prst="rect">
            <a:avLst/>
          </a:prstGeom>
          <a:solidFill xmlns:a="http://schemas.openxmlformats.org/drawingml/2006/main">
            <a:srgbClr val="33824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673A146-33D2-40D6-9B43-F97BF5E30B0F}"/>
              </a:ext>
            </a:extLst>
          </p:cNvPr>
          <p:cNvSpPr>
            <a:spLocks xmlns:a="http://schemas.openxmlformats.org/drawingml/2006/main" noGrp="1"/>
          </p:cNvSpPr>
          <p:nvPr/>
        </p:nvSpPr>
        <p:spPr>
          <a:xfrm xmlns:a="http://schemas.openxmlformats.org/drawingml/2006/main">
            <a:off x="914400" y="2895600"/>
            <a:ext cx="4495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72452"/>
                </a:solidFill>
                <a:latin typeface="Yu Gothic"/>
                <a:ea typeface="Yu Gothic"/>
                <a:cs typeface="Yu Gothic"/>
              </a:defRPr>
            </a:pPr>
            <a:r>
              <a:rPr sz="1500" b="1">
                <a:solidFill>
                  <a:srgbClr val="172452"/>
                </a:solidFill>
                <a:latin typeface="Yu Gothic"/>
                <a:ea typeface="Yu Gothic"/>
                <a:cs typeface="Yu Gothic"/>
              </a:rPr>
              <a:t>2. それでも根拠が必要</a:t>
            </a:r>
          </a:p>
        </p:txBody>
      </p:sp>
      <p:sp>
        <p:nvSpPr>
          <p:cNvPr id="13" name="">
            <a:extLst xmlns:a="http://schemas.openxmlformats.org/drawingml/2006/main">
              <a:ext uri="{FF2B5EF4-FFF2-40B4-BE49-F238E27FC236}">
                <a16:creationId xmlns:a16="http://schemas.microsoft.com/office/drawing/2014/main" id="{98D2887B-DF77-4212-85FC-7E70CE3447B1}"/>
              </a:ext>
            </a:extLst>
          </p:cNvPr>
          <p:cNvSpPr>
            <a:spLocks xmlns:a="http://schemas.openxmlformats.org/drawingml/2006/main" noGrp="1"/>
          </p:cNvSpPr>
          <p:nvPr/>
        </p:nvSpPr>
        <p:spPr>
          <a:xfrm xmlns:a="http://schemas.openxmlformats.org/drawingml/2006/main">
            <a:off x="914400" y="3276600"/>
            <a:ext cx="449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2607A"/>
                </a:solidFill>
                <a:latin typeface="Yu Gothic"/>
                <a:ea typeface="Yu Gothic"/>
                <a:cs typeface="Yu Gothic"/>
              </a:defRPr>
            </a:pPr>
            <a:r>
              <a:rPr sz="1350" b="0">
                <a:solidFill>
                  <a:srgbClr val="52607A"/>
                </a:solidFill>
                <a:latin typeface="Yu Gothic"/>
                <a:ea typeface="Yu Gothic"/>
                <a:cs typeface="Yu Gothic"/>
              </a:rPr>
              <a:t>業務開発では「できました」だけでリリース判断できない。</a:t>
            </a:r>
          </a:p>
        </p:txBody>
      </p:sp>
      <p:sp>
        <p:nvSpPr>
          <p:cNvPr id="14" name="">
            <a:extLst xmlns:a="http://schemas.openxmlformats.org/drawingml/2006/main">
              <a:ext uri="{FF2B5EF4-FFF2-40B4-BE49-F238E27FC236}">
                <a16:creationId xmlns:a16="http://schemas.microsoft.com/office/drawing/2014/main" id="{660EEA73-64BE-4BA4-B55D-438C9ADBB298}"/>
              </a:ext>
            </a:extLst>
          </p:cNvPr>
          <p:cNvSpPr>
            <a:spLocks xmlns:a="http://schemas.openxmlformats.org/drawingml/2006/main" noGrp="1"/>
          </p:cNvSpPr>
          <p:nvPr/>
        </p:nvSpPr>
        <p:spPr>
          <a:xfrm xmlns:a="http://schemas.openxmlformats.org/drawingml/2006/main">
            <a:off x="6076950" y="1657350"/>
            <a:ext cx="4953000" cy="838200"/>
          </a:xfrm>
          <a:prstGeom xmlns:a="http://schemas.openxmlformats.org/drawingml/2006/main" prst="rect">
            <a:avLst/>
          </a:prstGeom>
          <a:solidFill xmlns:a="http://schemas.openxmlformats.org/drawingml/2006/main">
            <a:srgbClr val="FBF8F2"/>
          </a:solidFill>
          <a:ln xmlns:a="http://schemas.openxmlformats.org/drawingml/2006/main" w="9525">
            <a:solidFill>
              <a:srgbClr val="D5CEC4"/>
            </a:solidFill>
            <a:prstDash val="solid"/>
          </a:ln>
        </p:spPr>
      </p:sp>
      <p:sp>
        <p:nvSpPr>
          <p:cNvPr id="15" name="">
            <a:extLst xmlns:a="http://schemas.openxmlformats.org/drawingml/2006/main">
              <a:ext uri="{FF2B5EF4-FFF2-40B4-BE49-F238E27FC236}">
                <a16:creationId xmlns:a16="http://schemas.microsoft.com/office/drawing/2014/main" id="{B840FCE5-1EE7-4646-A724-8FEF5842CA41}"/>
              </a:ext>
            </a:extLst>
          </p:cNvPr>
          <p:cNvSpPr>
            <a:spLocks xmlns:a="http://schemas.openxmlformats.org/drawingml/2006/main" noGrp="1"/>
          </p:cNvSpPr>
          <p:nvPr/>
        </p:nvSpPr>
        <p:spPr>
          <a:xfrm xmlns:a="http://schemas.openxmlformats.org/drawingml/2006/main">
            <a:off x="6076950" y="1657350"/>
            <a:ext cx="66675" cy="838200"/>
          </a:xfrm>
          <a:prstGeom xmlns:a="http://schemas.openxmlformats.org/drawingml/2006/main" prst="rect">
            <a:avLst/>
          </a:prstGeom>
          <a:solidFill xmlns:a="http://schemas.openxmlformats.org/drawingml/2006/main">
            <a:srgbClr val="33824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38355B08-3B8F-48CE-9573-DC4BF5E030F1}"/>
              </a:ext>
            </a:extLst>
          </p:cNvPr>
          <p:cNvSpPr>
            <a:spLocks xmlns:a="http://schemas.openxmlformats.org/drawingml/2006/main" noGrp="1"/>
          </p:cNvSpPr>
          <p:nvPr/>
        </p:nvSpPr>
        <p:spPr>
          <a:xfrm xmlns:a="http://schemas.openxmlformats.org/drawingml/2006/main">
            <a:off x="6305550" y="1809750"/>
            <a:ext cx="4495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72452"/>
                </a:solidFill>
                <a:latin typeface="Yu Gothic"/>
                <a:ea typeface="Yu Gothic"/>
                <a:cs typeface="Yu Gothic"/>
              </a:defRPr>
            </a:pPr>
            <a:r>
              <a:rPr sz="1500" b="1">
                <a:solidFill>
                  <a:srgbClr val="172452"/>
                </a:solidFill>
                <a:latin typeface="Yu Gothic"/>
                <a:ea typeface="Yu Gothic"/>
                <a:cs typeface="Yu Gothic"/>
              </a:rPr>
              <a:t>3. テストは足場になる</a:t>
            </a:r>
          </a:p>
        </p:txBody>
      </p:sp>
      <p:sp>
        <p:nvSpPr>
          <p:cNvPr id="17" name="">
            <a:extLst xmlns:a="http://schemas.openxmlformats.org/drawingml/2006/main">
              <a:ext uri="{FF2B5EF4-FFF2-40B4-BE49-F238E27FC236}">
                <a16:creationId xmlns:a16="http://schemas.microsoft.com/office/drawing/2014/main" id="{0263802F-84D4-4612-A686-4069C956FAA2}"/>
              </a:ext>
            </a:extLst>
          </p:cNvPr>
          <p:cNvSpPr>
            <a:spLocks xmlns:a="http://schemas.openxmlformats.org/drawingml/2006/main" noGrp="1"/>
          </p:cNvSpPr>
          <p:nvPr/>
        </p:nvSpPr>
        <p:spPr>
          <a:xfrm xmlns:a="http://schemas.openxmlformats.org/drawingml/2006/main">
            <a:off x="6305550" y="2190750"/>
            <a:ext cx="449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2607A"/>
                </a:solidFill>
                <a:latin typeface="Yu Gothic"/>
                <a:ea typeface="Yu Gothic"/>
                <a:cs typeface="Yu Gothic"/>
              </a:defRPr>
            </a:pPr>
            <a:r>
              <a:rPr sz="1350" b="0">
                <a:solidFill>
                  <a:srgbClr val="52607A"/>
                </a:solidFill>
                <a:latin typeface="Yu Gothic"/>
                <a:ea typeface="Yu Gothic"/>
                <a:cs typeface="Yu Gothic"/>
              </a:rPr>
              <a:t>既存挙動を固定すると、変更後の無事を機械で確認できる。</a:t>
            </a:r>
          </a:p>
        </p:txBody>
      </p:sp>
      <p:sp>
        <p:nvSpPr>
          <p:cNvPr id="18" name="">
            <a:extLst xmlns:a="http://schemas.openxmlformats.org/drawingml/2006/main">
              <a:ext uri="{FF2B5EF4-FFF2-40B4-BE49-F238E27FC236}">
                <a16:creationId xmlns:a16="http://schemas.microsoft.com/office/drawing/2014/main" id="{8725E684-ABB4-41DA-B851-ECEFDC6CF53C}"/>
              </a:ext>
            </a:extLst>
          </p:cNvPr>
          <p:cNvSpPr>
            <a:spLocks xmlns:a="http://schemas.openxmlformats.org/drawingml/2006/main" noGrp="1"/>
          </p:cNvSpPr>
          <p:nvPr/>
        </p:nvSpPr>
        <p:spPr>
          <a:xfrm xmlns:a="http://schemas.openxmlformats.org/drawingml/2006/main">
            <a:off x="6076950" y="2743200"/>
            <a:ext cx="4953000" cy="838200"/>
          </a:xfrm>
          <a:prstGeom xmlns:a="http://schemas.openxmlformats.org/drawingml/2006/main" prst="rect">
            <a:avLst/>
          </a:prstGeom>
          <a:solidFill xmlns:a="http://schemas.openxmlformats.org/drawingml/2006/main">
            <a:srgbClr val="FBF8F2"/>
          </a:solidFill>
          <a:ln xmlns:a="http://schemas.openxmlformats.org/drawingml/2006/main" w="9525">
            <a:solidFill>
              <a:srgbClr val="D5CEC4"/>
            </a:solidFill>
            <a:prstDash val="solid"/>
          </a:ln>
        </p:spPr>
      </p:sp>
      <p:sp>
        <p:nvSpPr>
          <p:cNvPr id="19" name="">
            <a:extLst xmlns:a="http://schemas.openxmlformats.org/drawingml/2006/main">
              <a:ext uri="{FF2B5EF4-FFF2-40B4-BE49-F238E27FC236}">
                <a16:creationId xmlns:a16="http://schemas.microsoft.com/office/drawing/2014/main" id="{677E9E15-F3BA-41BB-BDC3-34B08068DB2C}"/>
              </a:ext>
            </a:extLst>
          </p:cNvPr>
          <p:cNvSpPr>
            <a:spLocks xmlns:a="http://schemas.openxmlformats.org/drawingml/2006/main" noGrp="1"/>
          </p:cNvSpPr>
          <p:nvPr/>
        </p:nvSpPr>
        <p:spPr>
          <a:xfrm xmlns:a="http://schemas.openxmlformats.org/drawingml/2006/main">
            <a:off x="6076950" y="2743200"/>
            <a:ext cx="66675" cy="838200"/>
          </a:xfrm>
          <a:prstGeom xmlns:a="http://schemas.openxmlformats.org/drawingml/2006/main" prst="rect">
            <a:avLst/>
          </a:prstGeom>
          <a:solidFill xmlns:a="http://schemas.openxmlformats.org/drawingml/2006/main">
            <a:srgbClr val="33824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66950B3-9E8B-4BCB-9057-00A62940984D}"/>
              </a:ext>
            </a:extLst>
          </p:cNvPr>
          <p:cNvSpPr>
            <a:spLocks xmlns:a="http://schemas.openxmlformats.org/drawingml/2006/main" noGrp="1"/>
          </p:cNvSpPr>
          <p:nvPr/>
        </p:nvSpPr>
        <p:spPr>
          <a:xfrm xmlns:a="http://schemas.openxmlformats.org/drawingml/2006/main">
            <a:off x="6305550" y="2895600"/>
            <a:ext cx="4495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72452"/>
                </a:solidFill>
                <a:latin typeface="Yu Gothic"/>
                <a:ea typeface="Yu Gothic"/>
                <a:cs typeface="Yu Gothic"/>
              </a:defRPr>
            </a:pPr>
            <a:r>
              <a:rPr sz="1500" b="1">
                <a:solidFill>
                  <a:srgbClr val="172452"/>
                </a:solidFill>
                <a:latin typeface="Yu Gothic"/>
                <a:ea typeface="Yu Gothic"/>
                <a:cs typeface="Yu Gothic"/>
              </a:rPr>
              <a:t>4. 人間は判断を設計する</a:t>
            </a:r>
          </a:p>
        </p:txBody>
      </p:sp>
      <p:sp>
        <p:nvSpPr>
          <p:cNvPr id="21" name="">
            <a:extLst xmlns:a="http://schemas.openxmlformats.org/drawingml/2006/main">
              <a:ext uri="{FF2B5EF4-FFF2-40B4-BE49-F238E27FC236}">
                <a16:creationId xmlns:a16="http://schemas.microsoft.com/office/drawing/2014/main" id="{810ABE25-B2CB-41A5-9860-A399316D55D4}"/>
              </a:ext>
            </a:extLst>
          </p:cNvPr>
          <p:cNvSpPr>
            <a:spLocks xmlns:a="http://schemas.openxmlformats.org/drawingml/2006/main" noGrp="1"/>
          </p:cNvSpPr>
          <p:nvPr/>
        </p:nvSpPr>
        <p:spPr>
          <a:xfrm xmlns:a="http://schemas.openxmlformats.org/drawingml/2006/main">
            <a:off x="6305550" y="3276600"/>
            <a:ext cx="449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2607A"/>
                </a:solidFill>
                <a:latin typeface="Yu Gothic"/>
                <a:ea typeface="Yu Gothic"/>
                <a:cs typeface="Yu Gothic"/>
              </a:defRPr>
            </a:pPr>
            <a:r>
              <a:rPr sz="1350" b="0">
                <a:solidFill>
                  <a:srgbClr val="52607A"/>
                </a:solidFill>
                <a:latin typeface="Yu Gothic"/>
                <a:ea typeface="Yu Gothic"/>
                <a:cs typeface="Yu Gothic"/>
              </a:rPr>
              <a:t>CR、センサー、記録を見て、次へ進めるかを判断する。</a:t>
            </a:r>
          </a:p>
        </p:txBody>
      </p:sp>
      <p:sp>
        <p:nvSpPr>
          <p:cNvPr id="22" name="">
            <a:extLst xmlns:a="http://schemas.openxmlformats.org/drawingml/2006/main">
              <a:ext uri="{FF2B5EF4-FFF2-40B4-BE49-F238E27FC236}">
                <a16:creationId xmlns:a16="http://schemas.microsoft.com/office/drawing/2014/main" id="{55895EC8-D9AC-4AAF-909F-971BCBD57E69}"/>
              </a:ext>
            </a:extLst>
          </p:cNvPr>
          <p:cNvSpPr>
            <a:spLocks xmlns:a="http://schemas.openxmlformats.org/drawingml/2006/main" noGrp="1"/>
          </p:cNvSpPr>
          <p:nvPr/>
        </p:nvSpPr>
        <p:spPr>
          <a:xfrm xmlns:a="http://schemas.openxmlformats.org/drawingml/2006/main">
            <a:off x="685800" y="4229100"/>
            <a:ext cx="5048250" cy="1104900"/>
          </a:xfrm>
          <a:prstGeom xmlns:a="http://schemas.openxmlformats.org/drawingml/2006/main" prst="rect">
            <a:avLst/>
          </a:prstGeom>
          <a:solidFill xmlns:a="http://schemas.openxmlformats.org/drawingml/2006/main">
            <a:srgbClr val="F2F7EF"/>
          </a:solidFill>
          <a:ln xmlns:a="http://schemas.openxmlformats.org/drawingml/2006/main" w="9525">
            <a:solidFill>
              <a:srgbClr val="BFD3B8"/>
            </a:solidFill>
            <a:prstDash val="solid"/>
          </a:ln>
        </p:spPr>
      </p:sp>
      <p:sp>
        <p:nvSpPr>
          <p:cNvPr id="23" name="">
            <a:extLst xmlns:a="http://schemas.openxmlformats.org/drawingml/2006/main">
              <a:ext uri="{FF2B5EF4-FFF2-40B4-BE49-F238E27FC236}">
                <a16:creationId xmlns:a16="http://schemas.microsoft.com/office/drawing/2014/main" id="{B185CD1E-6CE1-41A7-B99C-AF9DD1B5709B}"/>
              </a:ext>
            </a:extLst>
          </p:cNvPr>
          <p:cNvSpPr>
            <a:spLocks xmlns:a="http://schemas.openxmlformats.org/drawingml/2006/main" noGrp="1"/>
          </p:cNvSpPr>
          <p:nvPr/>
        </p:nvSpPr>
        <p:spPr>
          <a:xfrm xmlns:a="http://schemas.openxmlformats.org/drawingml/2006/main">
            <a:off x="685800" y="4229100"/>
            <a:ext cx="66675" cy="1104900"/>
          </a:xfrm>
          <a:prstGeom xmlns:a="http://schemas.openxmlformats.org/drawingml/2006/main" prst="rect">
            <a:avLst/>
          </a:prstGeom>
          <a:solidFill xmlns:a="http://schemas.openxmlformats.org/drawingml/2006/main">
            <a:srgbClr val="33824A"/>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B14FF2FB-4F1D-49FF-8DE9-D6DA6DF4E9B8}"/>
              </a:ext>
            </a:extLst>
          </p:cNvPr>
          <p:cNvSpPr>
            <a:spLocks xmlns:a="http://schemas.openxmlformats.org/drawingml/2006/main" noGrp="1"/>
          </p:cNvSpPr>
          <p:nvPr/>
        </p:nvSpPr>
        <p:spPr>
          <a:xfrm xmlns:a="http://schemas.openxmlformats.org/drawingml/2006/main">
            <a:off x="914400" y="4381500"/>
            <a:ext cx="459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33824A"/>
                </a:solidFill>
                <a:latin typeface="Yu Gothic"/>
                <a:ea typeface="Yu Gothic"/>
                <a:cs typeface="Yu Gothic"/>
              </a:defRPr>
            </a:pPr>
            <a:r>
              <a:rPr sz="1500" b="1">
                <a:solidFill>
                  <a:srgbClr val="33824A"/>
                </a:solidFill>
                <a:latin typeface="Yu Gothic"/>
                <a:ea typeface="Yu Gothic"/>
                <a:cs typeface="Yu Gothic"/>
              </a:rPr>
              <a:t>達成できたこと</a:t>
            </a:r>
          </a:p>
        </p:txBody>
      </p:sp>
      <p:sp>
        <p:nvSpPr>
          <p:cNvPr id="25" name="">
            <a:extLst xmlns:a="http://schemas.openxmlformats.org/drawingml/2006/main">
              <a:ext uri="{FF2B5EF4-FFF2-40B4-BE49-F238E27FC236}">
                <a16:creationId xmlns:a16="http://schemas.microsoft.com/office/drawing/2014/main" id="{5682EE75-5708-41B2-9C95-0F999343CC7B}"/>
              </a:ext>
            </a:extLst>
          </p:cNvPr>
          <p:cNvSpPr>
            <a:spLocks xmlns:a="http://schemas.openxmlformats.org/drawingml/2006/main" noGrp="1"/>
          </p:cNvSpPr>
          <p:nvPr/>
        </p:nvSpPr>
        <p:spPr>
          <a:xfrm xmlns:a="http://schemas.openxmlformats.org/drawingml/2006/main">
            <a:off x="914400" y="4762500"/>
            <a:ext cx="4591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2607A"/>
                </a:solidFill>
                <a:latin typeface="Yu Gothic"/>
                <a:ea typeface="Yu Gothic"/>
                <a:cs typeface="Yu Gothic"/>
              </a:defRPr>
            </a:pPr>
            <a:r>
              <a:rPr sz="1275" b="0">
                <a:solidFill>
                  <a:srgbClr val="52607A"/>
                </a:solidFill>
                <a:latin typeface="Yu Gothic"/>
                <a:ea typeface="Yu Gothic"/>
                <a:cs typeface="Yu Gothic"/>
              </a:rPr>
              <a:t>到達点を先に共有</a:t>
            </a:r>
          </a:p>
        </p:txBody>
      </p:sp>
      <p:sp>
        <p:nvSpPr>
          <p:cNvPr id="26" name="">
            <a:extLst xmlns:a="http://schemas.openxmlformats.org/drawingml/2006/main">
              <a:ext uri="{FF2B5EF4-FFF2-40B4-BE49-F238E27FC236}">
                <a16:creationId xmlns:a16="http://schemas.microsoft.com/office/drawing/2014/main" id="{C9C760B1-01B0-4BED-A660-C322A5E59AB7}"/>
              </a:ext>
            </a:extLst>
          </p:cNvPr>
          <p:cNvSpPr>
            <a:spLocks xmlns:a="http://schemas.openxmlformats.org/drawingml/2006/main" noGrp="1"/>
          </p:cNvSpPr>
          <p:nvPr/>
        </p:nvSpPr>
        <p:spPr>
          <a:xfrm xmlns:a="http://schemas.openxmlformats.org/drawingml/2006/main">
            <a:off x="6076950" y="4229100"/>
            <a:ext cx="5048250" cy="1104900"/>
          </a:xfrm>
          <a:prstGeom xmlns:a="http://schemas.openxmlformats.org/drawingml/2006/main" prst="rect">
            <a:avLst/>
          </a:prstGeom>
          <a:solidFill xmlns:a="http://schemas.openxmlformats.org/drawingml/2006/main">
            <a:srgbClr val="FFF6EE"/>
          </a:solidFill>
          <a:ln xmlns:a="http://schemas.openxmlformats.org/drawingml/2006/main" w="9525">
            <a:solidFill>
              <a:srgbClr val="E3C6A7"/>
            </a:solidFill>
            <a:prstDash val="solid"/>
          </a:ln>
        </p:spPr>
      </p:sp>
      <p:sp>
        <p:nvSpPr>
          <p:cNvPr id="27" name="">
            <a:extLst xmlns:a="http://schemas.openxmlformats.org/drawingml/2006/main">
              <a:ext uri="{FF2B5EF4-FFF2-40B4-BE49-F238E27FC236}">
                <a16:creationId xmlns:a16="http://schemas.microsoft.com/office/drawing/2014/main" id="{AC7C2738-C27D-4F3D-84A2-37F3D77D6D73}"/>
              </a:ext>
            </a:extLst>
          </p:cNvPr>
          <p:cNvSpPr>
            <a:spLocks xmlns:a="http://schemas.openxmlformats.org/drawingml/2006/main" noGrp="1"/>
          </p:cNvSpPr>
          <p:nvPr/>
        </p:nvSpPr>
        <p:spPr>
          <a:xfrm xmlns:a="http://schemas.openxmlformats.org/drawingml/2006/main">
            <a:off x="6076950" y="4229100"/>
            <a:ext cx="66675" cy="1104900"/>
          </a:xfrm>
          <a:prstGeom xmlns:a="http://schemas.openxmlformats.org/drawingml/2006/main" prst="rect">
            <a:avLst/>
          </a:prstGeom>
          <a:solidFill xmlns:a="http://schemas.openxmlformats.org/drawingml/2006/main">
            <a:srgbClr val="C85B1A"/>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D3F881EF-0D38-41C7-96A6-A973B7F1F215}"/>
              </a:ext>
            </a:extLst>
          </p:cNvPr>
          <p:cNvSpPr>
            <a:spLocks xmlns:a="http://schemas.openxmlformats.org/drawingml/2006/main" noGrp="1"/>
          </p:cNvSpPr>
          <p:nvPr/>
        </p:nvSpPr>
        <p:spPr>
          <a:xfrm xmlns:a="http://schemas.openxmlformats.org/drawingml/2006/main">
            <a:off x="6305550" y="4381500"/>
            <a:ext cx="459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C85B1A"/>
                </a:solidFill>
                <a:latin typeface="Yu Gothic"/>
                <a:ea typeface="Yu Gothic"/>
                <a:cs typeface="Yu Gothic"/>
              </a:defRPr>
            </a:pPr>
            <a:r>
              <a:rPr sz="1500" b="1">
                <a:solidFill>
                  <a:srgbClr val="C85B1A"/>
                </a:solidFill>
                <a:latin typeface="Yu Gothic"/>
                <a:ea typeface="Yu Gothic"/>
                <a:cs typeface="Yu Gothic"/>
              </a:rPr>
              <a:t>まだ足りないこと</a:t>
            </a:r>
          </a:p>
        </p:txBody>
      </p:sp>
      <p:sp>
        <p:nvSpPr>
          <p:cNvPr id="29" name="">
            <a:extLst xmlns:a="http://schemas.openxmlformats.org/drawingml/2006/main">
              <a:ext uri="{FF2B5EF4-FFF2-40B4-BE49-F238E27FC236}">
                <a16:creationId xmlns:a16="http://schemas.microsoft.com/office/drawing/2014/main" id="{E54224D6-6BCC-4E7D-8A21-C8D125C7B748}"/>
              </a:ext>
            </a:extLst>
          </p:cNvPr>
          <p:cNvSpPr>
            <a:spLocks xmlns:a="http://schemas.openxmlformats.org/drawingml/2006/main" noGrp="1"/>
          </p:cNvSpPr>
          <p:nvPr/>
        </p:nvSpPr>
        <p:spPr>
          <a:xfrm xmlns:a="http://schemas.openxmlformats.org/drawingml/2006/main">
            <a:off x="6305550" y="4762500"/>
            <a:ext cx="4591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2607A"/>
                </a:solidFill>
                <a:latin typeface="Yu Gothic"/>
                <a:ea typeface="Yu Gothic"/>
                <a:cs typeface="Yu Gothic"/>
              </a:defRPr>
            </a:pPr>
            <a:r>
              <a:rPr sz="1275" b="0">
                <a:solidFill>
                  <a:srgbClr val="52607A"/>
                </a:solidFill>
                <a:latin typeface="Yu Gothic"/>
                <a:ea typeface="Yu Gothic"/>
                <a:cs typeface="Yu Gothic"/>
              </a:rPr>
              <a:t>デモの見方を決める</a:t>
            </a:r>
          </a:p>
        </p:txBody>
      </p:sp>
      <p:sp>
        <p:nvSpPr>
          <p:cNvPr id="30" name="">
            <a:extLst xmlns:a="http://schemas.openxmlformats.org/drawingml/2006/main">
              <a:ext uri="{FF2B5EF4-FFF2-40B4-BE49-F238E27FC236}">
                <a16:creationId xmlns:a16="http://schemas.microsoft.com/office/drawing/2014/main" id="{396AA7E7-E152-4330-8AB2-109FE922D3FB}"/>
              </a:ext>
            </a:extLst>
          </p:cNvPr>
          <p:cNvSpPr>
            <a:spLocks xmlns:a="http://schemas.openxmlformats.org/drawingml/2006/main" noGrp="1"/>
          </p:cNvSpPr>
          <p:nvPr/>
        </p:nvSpPr>
        <p:spPr>
          <a:xfrm xmlns:a="http://schemas.openxmlformats.org/drawingml/2006/main">
            <a:off x="685800" y="5734050"/>
            <a:ext cx="1657350" cy="476250"/>
          </a:xfrm>
          <a:prstGeom xmlns:a="http://schemas.openxmlformats.org/drawingml/2006/main" prst="rect">
            <a:avLst/>
          </a:prstGeom>
          <a:solidFill xmlns:a="http://schemas.openxmlformats.org/drawingml/2006/main">
            <a:srgbClr val="33824A"/>
          </a:solidFill>
          <a:ln xmlns:a="http://schemas.openxmlformats.org/drawingml/2006/main" w="9525">
            <a:solidFill>
              <a:srgbClr val="33824A"/>
            </a:solidFill>
            <a:prstDash val="solid"/>
          </a:ln>
        </p:spPr>
      </p:sp>
      <p:sp>
        <p:nvSpPr>
          <p:cNvPr id="31" name="">
            <a:extLst xmlns:a="http://schemas.openxmlformats.org/drawingml/2006/main">
              <a:ext uri="{FF2B5EF4-FFF2-40B4-BE49-F238E27FC236}">
                <a16:creationId xmlns:a16="http://schemas.microsoft.com/office/drawing/2014/main" id="{8E59BF19-60AE-4444-83A8-5ACCD522B2BA}"/>
              </a:ext>
            </a:extLst>
          </p:cNvPr>
          <p:cNvSpPr>
            <a:spLocks xmlns:a="http://schemas.openxmlformats.org/drawingml/2006/main" noGrp="1"/>
          </p:cNvSpPr>
          <p:nvPr/>
        </p:nvSpPr>
        <p:spPr>
          <a:xfrm xmlns:a="http://schemas.openxmlformats.org/drawingml/2006/main">
            <a:off x="8001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Yu Gothic"/>
                <a:ea typeface="Yu Gothic"/>
                <a:cs typeface="Yu Gothic"/>
              </a:defRPr>
            </a:pPr>
            <a:r>
              <a:rPr sz="1050" b="1">
                <a:solidFill>
                  <a:srgbClr val="FFFFFF"/>
                </a:solidFill>
                <a:latin typeface="Yu Gothic"/>
                <a:ea typeface="Yu Gothic"/>
                <a:cs typeface="Yu Gothic"/>
              </a:rPr>
              <a:t>L0</a:t>
            </a:r>
          </a:p>
          <a:p xmlns:a="http://schemas.openxmlformats.org/drawingml/2006/main">
            <a:pPr algn="ctr">
              <a:defRPr sz="1050" b="1">
                <a:solidFill>
                  <a:srgbClr val="FFFFFF"/>
                </a:solidFill>
                <a:latin typeface="Yu Gothic"/>
                <a:ea typeface="Yu Gothic"/>
                <a:cs typeface="Yu Gothic"/>
              </a:defRPr>
            </a:pPr>
            <a:r>
              <a:rPr sz="1050" b="1">
                <a:solidFill>
                  <a:srgbClr val="FFFFFF"/>
                </a:solidFill>
                <a:latin typeface="Yu Gothic"/>
                <a:ea typeface="Yu Gothic"/>
                <a:cs typeface="Yu Gothic"/>
              </a:rPr>
              <a:t>開始前</a:t>
            </a:r>
          </a:p>
        </p:txBody>
      </p:sp>
      <p:sp>
        <p:nvSpPr>
          <p:cNvPr id="32" name="">
            <a:extLst xmlns:a="http://schemas.openxmlformats.org/drawingml/2006/main">
              <a:ext uri="{FF2B5EF4-FFF2-40B4-BE49-F238E27FC236}">
                <a16:creationId xmlns:a16="http://schemas.microsoft.com/office/drawing/2014/main" id="{1276337E-5283-4042-8B0A-4322D6041757}"/>
              </a:ext>
            </a:extLst>
          </p:cNvPr>
          <p:cNvSpPr>
            <a:spLocks xmlns:a="http://schemas.openxmlformats.org/drawingml/2006/main" noGrp="1"/>
          </p:cNvSpPr>
          <p:nvPr/>
        </p:nvSpPr>
        <p:spPr>
          <a:xfrm xmlns:a="http://schemas.openxmlformats.org/drawingml/2006/main">
            <a:off x="2438400" y="5734050"/>
            <a:ext cx="1657350" cy="476250"/>
          </a:xfrm>
          <a:prstGeom xmlns:a="http://schemas.openxmlformats.org/drawingml/2006/main" prst="rect">
            <a:avLst/>
          </a:prstGeom>
          <a:solidFill xmlns:a="http://schemas.openxmlformats.org/drawingml/2006/main">
            <a:srgbClr val="E4DED4"/>
          </a:solidFill>
          <a:ln xmlns:a="http://schemas.openxmlformats.org/drawingml/2006/main" w="9525">
            <a:solidFill>
              <a:srgbClr val="E4DED4"/>
            </a:solidFill>
            <a:prstDash val="solid"/>
          </a:ln>
        </p:spPr>
      </p:sp>
      <p:sp>
        <p:nvSpPr>
          <p:cNvPr id="33" name="">
            <a:extLst xmlns:a="http://schemas.openxmlformats.org/drawingml/2006/main">
              <a:ext uri="{FF2B5EF4-FFF2-40B4-BE49-F238E27FC236}">
                <a16:creationId xmlns:a16="http://schemas.microsoft.com/office/drawing/2014/main" id="{7640C5D4-6899-4F5D-9C54-BE107152E44A}"/>
              </a:ext>
            </a:extLst>
          </p:cNvPr>
          <p:cNvSpPr>
            <a:spLocks xmlns:a="http://schemas.openxmlformats.org/drawingml/2006/main" noGrp="1"/>
          </p:cNvSpPr>
          <p:nvPr/>
        </p:nvSpPr>
        <p:spPr>
          <a:xfrm xmlns:a="http://schemas.openxmlformats.org/drawingml/2006/main">
            <a:off x="25527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L1</a:t>
            </a:r>
          </a:p>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変更</a:t>
            </a:r>
          </a:p>
        </p:txBody>
      </p:sp>
      <p:sp>
        <p:nvSpPr>
          <p:cNvPr id="34" name="">
            <a:extLst xmlns:a="http://schemas.openxmlformats.org/drawingml/2006/main">
              <a:ext uri="{FF2B5EF4-FFF2-40B4-BE49-F238E27FC236}">
                <a16:creationId xmlns:a16="http://schemas.microsoft.com/office/drawing/2014/main" id="{5DC1E7EC-9AF6-4BCB-A8BE-F5163F1C0B2C}"/>
              </a:ext>
            </a:extLst>
          </p:cNvPr>
          <p:cNvSpPr>
            <a:spLocks xmlns:a="http://schemas.openxmlformats.org/drawingml/2006/main" noGrp="1"/>
          </p:cNvSpPr>
          <p:nvPr/>
        </p:nvSpPr>
        <p:spPr>
          <a:xfrm xmlns:a="http://schemas.openxmlformats.org/drawingml/2006/main">
            <a:off x="4191000" y="5734050"/>
            <a:ext cx="1657350" cy="476250"/>
          </a:xfrm>
          <a:prstGeom xmlns:a="http://schemas.openxmlformats.org/drawingml/2006/main" prst="rect">
            <a:avLst/>
          </a:prstGeom>
          <a:solidFill xmlns:a="http://schemas.openxmlformats.org/drawingml/2006/main">
            <a:srgbClr val="E4DED4"/>
          </a:solidFill>
          <a:ln xmlns:a="http://schemas.openxmlformats.org/drawingml/2006/main" w="9525">
            <a:solidFill>
              <a:srgbClr val="E4DED4"/>
            </a:solidFill>
            <a:prstDash val="solid"/>
          </a:ln>
        </p:spPr>
      </p:sp>
      <p:sp>
        <p:nvSpPr>
          <p:cNvPr id="35" name="">
            <a:extLst xmlns:a="http://schemas.openxmlformats.org/drawingml/2006/main">
              <a:ext uri="{FF2B5EF4-FFF2-40B4-BE49-F238E27FC236}">
                <a16:creationId xmlns:a16="http://schemas.microsoft.com/office/drawing/2014/main" id="{84EB1232-FA89-4816-9B8C-AF6971F21BC3}"/>
              </a:ext>
            </a:extLst>
          </p:cNvPr>
          <p:cNvSpPr>
            <a:spLocks xmlns:a="http://schemas.openxmlformats.org/drawingml/2006/main" noGrp="1"/>
          </p:cNvSpPr>
          <p:nvPr/>
        </p:nvSpPr>
        <p:spPr>
          <a:xfrm xmlns:a="http://schemas.openxmlformats.org/drawingml/2006/main">
            <a:off x="43053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L2</a:t>
            </a:r>
          </a:p>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挙動</a:t>
            </a:r>
          </a:p>
        </p:txBody>
      </p:sp>
      <p:sp>
        <p:nvSpPr>
          <p:cNvPr id="36" name="">
            <a:extLst xmlns:a="http://schemas.openxmlformats.org/drawingml/2006/main">
              <a:ext uri="{FF2B5EF4-FFF2-40B4-BE49-F238E27FC236}">
                <a16:creationId xmlns:a16="http://schemas.microsoft.com/office/drawing/2014/main" id="{4B15C37A-A808-4151-AB96-72F9C73FB606}"/>
              </a:ext>
            </a:extLst>
          </p:cNvPr>
          <p:cNvSpPr>
            <a:spLocks xmlns:a="http://schemas.openxmlformats.org/drawingml/2006/main" noGrp="1"/>
          </p:cNvSpPr>
          <p:nvPr/>
        </p:nvSpPr>
        <p:spPr>
          <a:xfrm xmlns:a="http://schemas.openxmlformats.org/drawingml/2006/main">
            <a:off x="5943600" y="5734050"/>
            <a:ext cx="1657350" cy="476250"/>
          </a:xfrm>
          <a:prstGeom xmlns:a="http://schemas.openxmlformats.org/drawingml/2006/main" prst="rect">
            <a:avLst/>
          </a:prstGeom>
          <a:solidFill xmlns:a="http://schemas.openxmlformats.org/drawingml/2006/main">
            <a:srgbClr val="E4DED4"/>
          </a:solidFill>
          <a:ln xmlns:a="http://schemas.openxmlformats.org/drawingml/2006/main" w="9525">
            <a:solidFill>
              <a:srgbClr val="E4DED4"/>
            </a:solidFill>
            <a:prstDash val="solid"/>
          </a:ln>
        </p:spPr>
      </p:sp>
      <p:sp>
        <p:nvSpPr>
          <p:cNvPr id="37" name="">
            <a:extLst xmlns:a="http://schemas.openxmlformats.org/drawingml/2006/main">
              <a:ext uri="{FF2B5EF4-FFF2-40B4-BE49-F238E27FC236}">
                <a16:creationId xmlns:a16="http://schemas.microsoft.com/office/drawing/2014/main" id="{07DD32FE-EB50-4885-9A74-3215F3929B11}"/>
              </a:ext>
            </a:extLst>
          </p:cNvPr>
          <p:cNvSpPr>
            <a:spLocks xmlns:a="http://schemas.openxmlformats.org/drawingml/2006/main" noGrp="1"/>
          </p:cNvSpPr>
          <p:nvPr/>
        </p:nvSpPr>
        <p:spPr>
          <a:xfrm xmlns:a="http://schemas.openxmlformats.org/drawingml/2006/main">
            <a:off x="60579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L3</a:t>
            </a:r>
          </a:p>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構造</a:t>
            </a:r>
          </a:p>
        </p:txBody>
      </p:sp>
      <p:sp>
        <p:nvSpPr>
          <p:cNvPr id="38" name="">
            <a:extLst xmlns:a="http://schemas.openxmlformats.org/drawingml/2006/main">
              <a:ext uri="{FF2B5EF4-FFF2-40B4-BE49-F238E27FC236}">
                <a16:creationId xmlns:a16="http://schemas.microsoft.com/office/drawing/2014/main" id="{620283B2-7801-4801-9D1D-A6F1898B1752}"/>
              </a:ext>
            </a:extLst>
          </p:cNvPr>
          <p:cNvSpPr>
            <a:spLocks xmlns:a="http://schemas.openxmlformats.org/drawingml/2006/main" noGrp="1"/>
          </p:cNvSpPr>
          <p:nvPr/>
        </p:nvSpPr>
        <p:spPr>
          <a:xfrm xmlns:a="http://schemas.openxmlformats.org/drawingml/2006/main">
            <a:off x="7696200" y="5734050"/>
            <a:ext cx="1657350" cy="476250"/>
          </a:xfrm>
          <a:prstGeom xmlns:a="http://schemas.openxmlformats.org/drawingml/2006/main" prst="rect">
            <a:avLst/>
          </a:prstGeom>
          <a:solidFill xmlns:a="http://schemas.openxmlformats.org/drawingml/2006/main">
            <a:srgbClr val="E4DED4"/>
          </a:solidFill>
          <a:ln xmlns:a="http://schemas.openxmlformats.org/drawingml/2006/main" w="9525">
            <a:solidFill>
              <a:srgbClr val="E4DED4"/>
            </a:solidFill>
            <a:prstDash val="solid"/>
          </a:ln>
        </p:spPr>
      </p:sp>
      <p:sp>
        <p:nvSpPr>
          <p:cNvPr id="39" name="">
            <a:extLst xmlns:a="http://schemas.openxmlformats.org/drawingml/2006/main">
              <a:ext uri="{FF2B5EF4-FFF2-40B4-BE49-F238E27FC236}">
                <a16:creationId xmlns:a16="http://schemas.microsoft.com/office/drawing/2014/main" id="{1AF455C7-C685-4917-855E-D14AA4666755}"/>
              </a:ext>
            </a:extLst>
          </p:cNvPr>
          <p:cNvSpPr>
            <a:spLocks xmlns:a="http://schemas.openxmlformats.org/drawingml/2006/main" noGrp="1"/>
          </p:cNvSpPr>
          <p:nvPr/>
        </p:nvSpPr>
        <p:spPr>
          <a:xfrm xmlns:a="http://schemas.openxmlformats.org/drawingml/2006/main">
            <a:off x="78105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L4</a:t>
            </a:r>
          </a:p>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候補</a:t>
            </a:r>
          </a:p>
        </p:txBody>
      </p:sp>
      <p:sp>
        <p:nvSpPr>
          <p:cNvPr id="40" name="">
            <a:extLst xmlns:a="http://schemas.openxmlformats.org/drawingml/2006/main">
              <a:ext uri="{FF2B5EF4-FFF2-40B4-BE49-F238E27FC236}">
                <a16:creationId xmlns:a16="http://schemas.microsoft.com/office/drawing/2014/main" id="{F70F76D4-B219-4E65-9753-5AF8C1863B9A}"/>
              </a:ext>
            </a:extLst>
          </p:cNvPr>
          <p:cNvSpPr>
            <a:spLocks xmlns:a="http://schemas.openxmlformats.org/drawingml/2006/main" noGrp="1"/>
          </p:cNvSpPr>
          <p:nvPr/>
        </p:nvSpPr>
        <p:spPr>
          <a:xfrm xmlns:a="http://schemas.openxmlformats.org/drawingml/2006/main">
            <a:off x="9448800" y="5734050"/>
            <a:ext cx="1657350" cy="476250"/>
          </a:xfrm>
          <a:prstGeom xmlns:a="http://schemas.openxmlformats.org/drawingml/2006/main" prst="rect">
            <a:avLst/>
          </a:prstGeom>
          <a:solidFill xmlns:a="http://schemas.openxmlformats.org/drawingml/2006/main">
            <a:srgbClr val="E4DED4"/>
          </a:solidFill>
          <a:ln xmlns:a="http://schemas.openxmlformats.org/drawingml/2006/main" w="9525">
            <a:solidFill>
              <a:srgbClr val="E4DED4"/>
            </a:solidFill>
            <a:prstDash val="solid"/>
          </a:ln>
        </p:spPr>
      </p:sp>
      <p:sp>
        <p:nvSpPr>
          <p:cNvPr id="41" name="">
            <a:extLst xmlns:a="http://schemas.openxmlformats.org/drawingml/2006/main">
              <a:ext uri="{FF2B5EF4-FFF2-40B4-BE49-F238E27FC236}">
                <a16:creationId xmlns:a16="http://schemas.microsoft.com/office/drawing/2014/main" id="{B90B8129-C1F8-46CA-A0FE-046665F4413D}"/>
              </a:ext>
            </a:extLst>
          </p:cNvPr>
          <p:cNvSpPr>
            <a:spLocks xmlns:a="http://schemas.openxmlformats.org/drawingml/2006/main" noGrp="1"/>
          </p:cNvSpPr>
          <p:nvPr/>
        </p:nvSpPr>
        <p:spPr>
          <a:xfrm xmlns:a="http://schemas.openxmlformats.org/drawingml/2006/main">
            <a:off x="95631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L5</a:t>
            </a:r>
          </a:p>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介入圧縮</a:t>
            </a:r>
          </a:p>
        </p:txBody>
      </p:sp>
    </p:spTree>
    <p:extLst>
      <p:ext uri="{BB962C8B-B14F-4D97-AF65-F5344CB8AC3E}">
        <p14:creationId xmlns:p14="http://schemas.microsoft.com/office/powerpoint/2010/main" val="1588562795"/>
      </p:ext>
    </p:extLst>
  </p:cSld>
</p:sld>
</file>

<file path=ppt/slides/slide4.xml><?xml version="1.0" encoding="utf-8"?>
<p:sld xmlns:p="http://schemas.openxmlformats.org/presentationml/2006/main">
  <p:cSld>
    <p:bg>
      <p:bgPr>
        <a:solidFill xmlns:a="http://schemas.openxmlformats.org/drawingml/2006/main">
          <a:srgbClr val="ECE7E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5B3F716-D139-42DF-B5B0-BB09172E58C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245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517CAC4-962E-4CE2-ABD3-CB97A8A40D7E}"/>
              </a:ext>
            </a:extLst>
          </p:cNvPr>
          <p:cNvSpPr>
            <a:spLocks xmlns:a="http://schemas.openxmlformats.org/drawingml/2006/main" noGrp="1"/>
          </p:cNvSpPr>
          <p:nvPr/>
        </p:nvSpPr>
        <p:spPr>
          <a:xfrm xmlns:a="http://schemas.openxmlformats.org/drawingml/2006/main">
            <a:off x="514350" y="400050"/>
            <a:ext cx="76200" cy="266700"/>
          </a:xfrm>
          <a:prstGeom xmlns:a="http://schemas.openxmlformats.org/drawingml/2006/main" prst="rect">
            <a:avLst/>
          </a:prstGeom>
          <a:solidFill xmlns:a="http://schemas.openxmlformats.org/drawingml/2006/main">
            <a:srgbClr val="33824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98AF863-4B64-400D-BAE3-9AD15C083C2C}"/>
              </a:ext>
            </a:extLst>
          </p:cNvPr>
          <p:cNvSpPr>
            <a:spLocks xmlns:a="http://schemas.openxmlformats.org/drawingml/2006/main" noGrp="1"/>
          </p:cNvSpPr>
          <p:nvPr/>
        </p:nvSpPr>
        <p:spPr>
          <a:xfrm xmlns:a="http://schemas.openxmlformats.org/drawingml/2006/main">
            <a:off x="704850" y="381000"/>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33824A"/>
                </a:solidFill>
                <a:latin typeface="Yu Gothic"/>
                <a:ea typeface="Yu Gothic"/>
                <a:cs typeface="Yu Gothic"/>
              </a:defRPr>
            </a:pPr>
            <a:r>
              <a:rPr sz="975" b="1">
                <a:solidFill>
                  <a:srgbClr val="33824A"/>
                </a:solidFill>
                <a:latin typeface="Yu Gothic"/>
                <a:ea typeface="Yu Gothic"/>
                <a:cs typeface="Yu Gothic"/>
              </a:rPr>
              <a:t>QUESTION</a:t>
            </a:r>
          </a:p>
        </p:txBody>
      </p:sp>
      <p:sp>
        <p:nvSpPr>
          <p:cNvPr id="4" name="">
            <a:extLst xmlns:a="http://schemas.openxmlformats.org/drawingml/2006/main">
              <a:ext uri="{FF2B5EF4-FFF2-40B4-BE49-F238E27FC236}">
                <a16:creationId xmlns:a16="http://schemas.microsoft.com/office/drawing/2014/main" id="{5A64D800-2B68-41B8-A41E-B9736FDF4BFC}"/>
              </a:ext>
            </a:extLst>
          </p:cNvPr>
          <p:cNvSpPr>
            <a:spLocks xmlns:a="http://schemas.openxmlformats.org/drawingml/2006/main" noGrp="1"/>
          </p:cNvSpPr>
          <p:nvPr/>
        </p:nvSpPr>
        <p:spPr>
          <a:xfrm xmlns:a="http://schemas.openxmlformats.org/drawingml/2006/main">
            <a:off x="533400" y="857250"/>
            <a:ext cx="1000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72452"/>
                </a:solidFill>
                <a:latin typeface="Yu Gothic"/>
                <a:ea typeface="Yu Gothic"/>
                <a:cs typeface="Yu Gothic"/>
              </a:defRPr>
            </a:pPr>
            <a:r>
              <a:rPr sz="2700" b="1">
                <a:solidFill>
                  <a:srgbClr val="172452"/>
                </a:solidFill>
                <a:latin typeface="Yu Gothic"/>
                <a:ea typeface="Yu Gothic"/>
                <a:cs typeface="Yu Gothic"/>
              </a:rPr>
              <a:t>AIに修正させたあと、何をもってリリースOKと言えるか</a:t>
            </a:r>
          </a:p>
        </p:txBody>
      </p:sp>
      <p:sp>
        <p:nvSpPr>
          <p:cNvPr id="5" name="">
            <a:extLst xmlns:a="http://schemas.openxmlformats.org/drawingml/2006/main">
              <a:ext uri="{FF2B5EF4-FFF2-40B4-BE49-F238E27FC236}">
                <a16:creationId xmlns:a16="http://schemas.microsoft.com/office/drawing/2014/main" id="{402607A4-3D97-4725-9305-481F538DE889}"/>
              </a:ext>
            </a:extLst>
          </p:cNvPr>
          <p:cNvSpPr>
            <a:spLocks xmlns:a="http://schemas.openxmlformats.org/drawingml/2006/main" noGrp="1"/>
          </p:cNvSpPr>
          <p:nvPr/>
        </p:nvSpPr>
        <p:spPr>
          <a:xfrm xmlns:a="http://schemas.openxmlformats.org/drawingml/2006/main">
            <a:off x="11125200" y="632460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52607A"/>
                </a:solidFill>
                <a:latin typeface="Yu Gothic"/>
                <a:ea typeface="Yu Gothic"/>
                <a:cs typeface="Yu Gothic"/>
              </a:defRPr>
            </a:pPr>
            <a:r>
              <a:rPr sz="900" b="0">
                <a:solidFill>
                  <a:srgbClr val="52607A"/>
                </a:solidFill>
                <a:latin typeface="Yu Gothic"/>
                <a:ea typeface="Yu Gothic"/>
                <a:cs typeface="Yu Gothic"/>
              </a:rPr>
              <a:t>4</a:t>
            </a:r>
          </a:p>
        </p:txBody>
      </p:sp>
      <p:sp>
        <p:nvSpPr>
          <p:cNvPr id="6" name="">
            <a:extLst xmlns:a="http://schemas.openxmlformats.org/drawingml/2006/main">
              <a:ext uri="{FF2B5EF4-FFF2-40B4-BE49-F238E27FC236}">
                <a16:creationId xmlns:a16="http://schemas.microsoft.com/office/drawing/2014/main" id="{628A0E56-B9A7-44DE-AB82-4154B26302AE}"/>
              </a:ext>
            </a:extLst>
          </p:cNvPr>
          <p:cNvSpPr>
            <a:spLocks xmlns:a="http://schemas.openxmlformats.org/drawingml/2006/main" noGrp="1"/>
          </p:cNvSpPr>
          <p:nvPr/>
        </p:nvSpPr>
        <p:spPr>
          <a:xfrm xmlns:a="http://schemas.openxmlformats.org/drawingml/2006/main">
            <a:off x="742950" y="1695450"/>
            <a:ext cx="6286500" cy="1809750"/>
          </a:xfrm>
          <a:prstGeom xmlns:a="http://schemas.openxmlformats.org/drawingml/2006/main" prst="rect">
            <a:avLst/>
          </a:prstGeom>
          <a:solidFill xmlns:a="http://schemas.openxmlformats.org/drawingml/2006/main">
            <a:srgbClr val="FFFFFF"/>
          </a:solidFill>
          <a:ln xmlns:a="http://schemas.openxmlformats.org/drawingml/2006/main" w="9525">
            <a:solidFill>
              <a:srgbClr val="D5CEC4"/>
            </a:solidFill>
            <a:prstDash val="solid"/>
          </a:ln>
        </p:spPr>
      </p:sp>
      <p:sp>
        <p:nvSpPr>
          <p:cNvPr id="7" name="">
            <a:extLst xmlns:a="http://schemas.openxmlformats.org/drawingml/2006/main">
              <a:ext uri="{FF2B5EF4-FFF2-40B4-BE49-F238E27FC236}">
                <a16:creationId xmlns:a16="http://schemas.microsoft.com/office/drawing/2014/main" id="{238AF5B7-3448-4281-BCB0-91CDB968A05A}"/>
              </a:ext>
            </a:extLst>
          </p:cNvPr>
          <p:cNvSpPr>
            <a:spLocks xmlns:a="http://schemas.openxmlformats.org/drawingml/2006/main" noGrp="1"/>
          </p:cNvSpPr>
          <p:nvPr/>
        </p:nvSpPr>
        <p:spPr>
          <a:xfrm xmlns:a="http://schemas.openxmlformats.org/drawingml/2006/main">
            <a:off x="1028700" y="1962150"/>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C85B1A"/>
                </a:solidFill>
                <a:latin typeface="Yu Gothic"/>
                <a:ea typeface="Yu Gothic"/>
                <a:cs typeface="Yu Gothic"/>
              </a:defRPr>
            </a:pPr>
            <a:r>
              <a:rPr sz="1350" b="1">
                <a:solidFill>
                  <a:srgbClr val="C85B1A"/>
                </a:solidFill>
                <a:latin typeface="Yu Gothic"/>
                <a:ea typeface="Yu Gothic"/>
                <a:cs typeface="Yu Gothic"/>
              </a:rPr>
              <a:t>依頼</a:t>
            </a:r>
          </a:p>
        </p:txBody>
      </p:sp>
      <p:sp>
        <p:nvSpPr>
          <p:cNvPr id="8" name="">
            <a:extLst xmlns:a="http://schemas.openxmlformats.org/drawingml/2006/main">
              <a:ext uri="{FF2B5EF4-FFF2-40B4-BE49-F238E27FC236}">
                <a16:creationId xmlns:a16="http://schemas.microsoft.com/office/drawing/2014/main" id="{8FD807FD-E9F7-4A03-AB4C-D32F482093E5}"/>
              </a:ext>
            </a:extLst>
          </p:cNvPr>
          <p:cNvSpPr>
            <a:spLocks xmlns:a="http://schemas.openxmlformats.org/drawingml/2006/main" noGrp="1"/>
          </p:cNvSpPr>
          <p:nvPr/>
        </p:nvSpPr>
        <p:spPr>
          <a:xfrm xmlns:a="http://schemas.openxmlformats.org/drawingml/2006/main">
            <a:off x="1028700" y="2381250"/>
            <a:ext cx="5619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4204A"/>
                </a:solidFill>
                <a:latin typeface="Yu Gothic"/>
                <a:ea typeface="Yu Gothic"/>
                <a:cs typeface="Yu Gothic"/>
              </a:defRPr>
            </a:pPr>
            <a:r>
              <a:rPr sz="2025" b="1">
                <a:solidFill>
                  <a:srgbClr val="14204A"/>
                </a:solidFill>
                <a:latin typeface="Yu Gothic"/>
                <a:ea typeface="Yu Gothic"/>
                <a:cs typeface="Yu Gothic"/>
              </a:rPr>
              <a:t>既存の注文見積りAPIで、</a:t>
            </a:r>
          </a:p>
          <a:p xmlns:a="http://schemas.openxmlformats.org/drawingml/2006/main">
            <a:pPr algn="l">
              <a:defRPr sz="2025" b="1">
                <a:solidFill>
                  <a:srgbClr val="14204A"/>
                </a:solidFill>
                <a:latin typeface="Yu Gothic"/>
                <a:ea typeface="Yu Gothic"/>
                <a:cs typeface="Yu Gothic"/>
              </a:defRPr>
            </a:pPr>
            <a:r>
              <a:rPr sz="2025" b="1">
                <a:solidFill>
                  <a:srgbClr val="14204A"/>
                </a:solidFill>
                <a:latin typeface="Yu Gothic"/>
                <a:ea typeface="Yu Gothic"/>
                <a:cs typeface="Yu Gothic"/>
              </a:rPr>
              <a:t>送料無料条件を5,000円以上から7,000円以上へ変更してください。</a:t>
            </a:r>
          </a:p>
        </p:txBody>
      </p:sp>
      <p:sp>
        <p:nvSpPr>
          <p:cNvPr id="9" name="">
            <a:extLst xmlns:a="http://schemas.openxmlformats.org/drawingml/2006/main">
              <a:ext uri="{FF2B5EF4-FFF2-40B4-BE49-F238E27FC236}">
                <a16:creationId xmlns:a16="http://schemas.microsoft.com/office/drawing/2014/main" id="{440A9E0E-1333-4663-A5C0-6CDB5B568D42}"/>
              </a:ext>
            </a:extLst>
          </p:cNvPr>
          <p:cNvSpPr>
            <a:spLocks xmlns:a="http://schemas.openxmlformats.org/drawingml/2006/main" noGrp="1"/>
          </p:cNvSpPr>
          <p:nvPr/>
        </p:nvSpPr>
        <p:spPr>
          <a:xfrm xmlns:a="http://schemas.openxmlformats.org/drawingml/2006/main">
            <a:off x="7524750" y="1695450"/>
            <a:ext cx="3219450" cy="1809750"/>
          </a:xfrm>
          <a:prstGeom xmlns:a="http://schemas.openxmlformats.org/drawingml/2006/main" prst="rect">
            <a:avLst/>
          </a:prstGeom>
          <a:solidFill xmlns:a="http://schemas.openxmlformats.org/drawingml/2006/main">
            <a:srgbClr val="FBF8F2"/>
          </a:solidFill>
          <a:ln xmlns:a="http://schemas.openxmlformats.org/drawingml/2006/main" w="9525">
            <a:solidFill>
              <a:srgbClr val="D5CEC4"/>
            </a:solidFill>
            <a:prstDash val="solid"/>
          </a:ln>
        </p:spPr>
      </p:sp>
      <p:sp>
        <p:nvSpPr>
          <p:cNvPr id="10" name="">
            <a:extLst xmlns:a="http://schemas.openxmlformats.org/drawingml/2006/main">
              <a:ext uri="{FF2B5EF4-FFF2-40B4-BE49-F238E27FC236}">
                <a16:creationId xmlns:a16="http://schemas.microsoft.com/office/drawing/2014/main" id="{81FD1290-8BD6-4A03-91D2-5A876E1BBAC6}"/>
              </a:ext>
            </a:extLst>
          </p:cNvPr>
          <p:cNvSpPr>
            <a:spLocks xmlns:a="http://schemas.openxmlformats.org/drawingml/2006/main" noGrp="1"/>
          </p:cNvSpPr>
          <p:nvPr/>
        </p:nvSpPr>
        <p:spPr>
          <a:xfrm xmlns:a="http://schemas.openxmlformats.org/drawingml/2006/main">
            <a:off x="7524750" y="1695450"/>
            <a:ext cx="66675" cy="1809750"/>
          </a:xfrm>
          <a:prstGeom xmlns:a="http://schemas.openxmlformats.org/drawingml/2006/main" prst="rect">
            <a:avLst/>
          </a:prstGeom>
          <a:solidFill xmlns:a="http://schemas.openxmlformats.org/drawingml/2006/main">
            <a:srgbClr val="1A4F8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B9DFFBE-D3F2-48E5-A47A-44176CB237C5}"/>
              </a:ext>
            </a:extLst>
          </p:cNvPr>
          <p:cNvSpPr>
            <a:spLocks xmlns:a="http://schemas.openxmlformats.org/drawingml/2006/main" noGrp="1"/>
          </p:cNvSpPr>
          <p:nvPr/>
        </p:nvSpPr>
        <p:spPr>
          <a:xfrm xmlns:a="http://schemas.openxmlformats.org/drawingml/2006/main">
            <a:off x="7753350" y="1847850"/>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A4F8F"/>
                </a:solidFill>
                <a:latin typeface="Yu Gothic"/>
                <a:ea typeface="Yu Gothic"/>
                <a:cs typeface="Yu Gothic"/>
              </a:defRPr>
            </a:pPr>
            <a:r>
              <a:rPr sz="1500" b="1">
                <a:solidFill>
                  <a:srgbClr val="1A4F8F"/>
                </a:solidFill>
                <a:latin typeface="Yu Gothic"/>
                <a:ea typeface="Yu Gothic"/>
                <a:cs typeface="Yu Gothic"/>
              </a:rPr>
              <a:t>問い</a:t>
            </a:r>
          </a:p>
        </p:txBody>
      </p:sp>
      <p:sp>
        <p:nvSpPr>
          <p:cNvPr id="12" name="">
            <a:extLst xmlns:a="http://schemas.openxmlformats.org/drawingml/2006/main">
              <a:ext uri="{FF2B5EF4-FFF2-40B4-BE49-F238E27FC236}">
                <a16:creationId xmlns:a16="http://schemas.microsoft.com/office/drawing/2014/main" id="{2E49953F-0385-45BA-88F3-8E167A316C1F}"/>
              </a:ext>
            </a:extLst>
          </p:cNvPr>
          <p:cNvSpPr>
            <a:spLocks xmlns:a="http://schemas.openxmlformats.org/drawingml/2006/main" noGrp="1"/>
          </p:cNvSpPr>
          <p:nvPr/>
        </p:nvSpPr>
        <p:spPr>
          <a:xfrm xmlns:a="http://schemas.openxmlformats.org/drawingml/2006/main">
            <a:off x="7753350" y="2228850"/>
            <a:ext cx="2762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52607A"/>
                </a:solidFill>
                <a:latin typeface="Yu Gothic"/>
                <a:ea typeface="Yu Gothic"/>
                <a:cs typeface="Yu Gothic"/>
              </a:defRPr>
            </a:pPr>
            <a:r>
              <a:rPr sz="1650" b="0">
                <a:solidFill>
                  <a:srgbClr val="52607A"/>
                </a:solidFill>
                <a:latin typeface="Yu Gothic"/>
                <a:ea typeface="Yu Gothic"/>
                <a:cs typeface="Yu Gothic"/>
              </a:rPr>
              <a:t>自分が関わっていない既存プロジェクトなら、どこまで確認したらOKと言えるか。</a:t>
            </a:r>
          </a:p>
        </p:txBody>
      </p:sp>
      <p:sp>
        <p:nvSpPr>
          <p:cNvPr id="13" name="">
            <a:extLst xmlns:a="http://schemas.openxmlformats.org/drawingml/2006/main">
              <a:ext uri="{FF2B5EF4-FFF2-40B4-BE49-F238E27FC236}">
                <a16:creationId xmlns:a16="http://schemas.microsoft.com/office/drawing/2014/main" id="{FD1462B1-B45D-4822-B822-F6FF7A6BBA72}"/>
              </a:ext>
            </a:extLst>
          </p:cNvPr>
          <p:cNvSpPr>
            <a:spLocks xmlns:a="http://schemas.openxmlformats.org/drawingml/2006/main" noGrp="1"/>
          </p:cNvSpPr>
          <p:nvPr/>
        </p:nvSpPr>
        <p:spPr>
          <a:xfrm xmlns:a="http://schemas.openxmlformats.org/drawingml/2006/main">
            <a:off x="914400" y="4191000"/>
            <a:ext cx="95250" cy="95250"/>
          </a:xfrm>
          <a:prstGeom xmlns:a="http://schemas.openxmlformats.org/drawingml/2006/main" prst="rect">
            <a:avLst/>
          </a:prstGeom>
          <a:solidFill xmlns:a="http://schemas.openxmlformats.org/drawingml/2006/main">
            <a:srgbClr val="1A4F8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B04D91B-EC43-470A-8957-8478FA8BBE71}"/>
              </a:ext>
            </a:extLst>
          </p:cNvPr>
          <p:cNvSpPr>
            <a:spLocks xmlns:a="http://schemas.openxmlformats.org/drawingml/2006/main" noGrp="1"/>
          </p:cNvSpPr>
          <p:nvPr/>
        </p:nvSpPr>
        <p:spPr>
          <a:xfrm xmlns:a="http://schemas.openxmlformats.org/drawingml/2006/main">
            <a:off x="1162050" y="4114800"/>
            <a:ext cx="8896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4204A"/>
                </a:solidFill>
                <a:latin typeface="Yu Gothic"/>
                <a:ea typeface="Yu Gothic"/>
                <a:cs typeface="Yu Gothic"/>
              </a:defRPr>
            </a:pPr>
            <a:r>
              <a:rPr sz="1500" b="1">
                <a:solidFill>
                  <a:srgbClr val="14204A"/>
                </a:solidFill>
                <a:latin typeface="Yu Gothic"/>
                <a:ea typeface="Yu Gothic"/>
                <a:cs typeface="Yu Gothic"/>
              </a:rPr>
              <a:t>既存機能は壊れていないか</a:t>
            </a:r>
          </a:p>
        </p:txBody>
      </p:sp>
      <p:sp>
        <p:nvSpPr>
          <p:cNvPr id="15" name="">
            <a:extLst xmlns:a="http://schemas.openxmlformats.org/drawingml/2006/main">
              <a:ext uri="{FF2B5EF4-FFF2-40B4-BE49-F238E27FC236}">
                <a16:creationId xmlns:a16="http://schemas.microsoft.com/office/drawing/2014/main" id="{2C873EE6-777D-46EE-AA1B-30087EC87FE3}"/>
              </a:ext>
            </a:extLst>
          </p:cNvPr>
          <p:cNvSpPr>
            <a:spLocks xmlns:a="http://schemas.openxmlformats.org/drawingml/2006/main" noGrp="1"/>
          </p:cNvSpPr>
          <p:nvPr/>
        </p:nvSpPr>
        <p:spPr>
          <a:xfrm xmlns:a="http://schemas.openxmlformats.org/drawingml/2006/main">
            <a:off x="914400" y="4610100"/>
            <a:ext cx="95250" cy="95250"/>
          </a:xfrm>
          <a:prstGeom xmlns:a="http://schemas.openxmlformats.org/drawingml/2006/main" prst="rect">
            <a:avLst/>
          </a:prstGeom>
          <a:solidFill xmlns:a="http://schemas.openxmlformats.org/drawingml/2006/main">
            <a:srgbClr val="1A4F8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3FA9AFE-5C45-4C3F-B7DD-213B165DA199}"/>
              </a:ext>
            </a:extLst>
          </p:cNvPr>
          <p:cNvSpPr>
            <a:spLocks xmlns:a="http://schemas.openxmlformats.org/drawingml/2006/main" noGrp="1"/>
          </p:cNvSpPr>
          <p:nvPr/>
        </p:nvSpPr>
        <p:spPr>
          <a:xfrm xmlns:a="http://schemas.openxmlformats.org/drawingml/2006/main">
            <a:off x="1162050" y="4533900"/>
            <a:ext cx="8896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4204A"/>
                </a:solidFill>
                <a:latin typeface="Yu Gothic"/>
                <a:ea typeface="Yu Gothic"/>
                <a:cs typeface="Yu Gothic"/>
              </a:defRPr>
            </a:pPr>
            <a:r>
              <a:rPr sz="1500" b="1">
                <a:solidFill>
                  <a:srgbClr val="14204A"/>
                </a:solidFill>
                <a:latin typeface="Yu Gothic"/>
                <a:ea typeface="Yu Gothic"/>
                <a:cs typeface="Yu Gothic"/>
              </a:rPr>
              <a:t>仕様書と実装は一致しているか</a:t>
            </a:r>
          </a:p>
        </p:txBody>
      </p:sp>
      <p:sp>
        <p:nvSpPr>
          <p:cNvPr id="17" name="">
            <a:extLst xmlns:a="http://schemas.openxmlformats.org/drawingml/2006/main">
              <a:ext uri="{FF2B5EF4-FFF2-40B4-BE49-F238E27FC236}">
                <a16:creationId xmlns:a16="http://schemas.microsoft.com/office/drawing/2014/main" id="{D730B370-D1F6-4876-8C05-71B5006D3C82}"/>
              </a:ext>
            </a:extLst>
          </p:cNvPr>
          <p:cNvSpPr>
            <a:spLocks xmlns:a="http://schemas.openxmlformats.org/drawingml/2006/main" noGrp="1"/>
          </p:cNvSpPr>
          <p:nvPr/>
        </p:nvSpPr>
        <p:spPr>
          <a:xfrm xmlns:a="http://schemas.openxmlformats.org/drawingml/2006/main">
            <a:off x="914400" y="5029200"/>
            <a:ext cx="95250" cy="95250"/>
          </a:xfrm>
          <a:prstGeom xmlns:a="http://schemas.openxmlformats.org/drawingml/2006/main" prst="rect">
            <a:avLst/>
          </a:prstGeom>
          <a:solidFill xmlns:a="http://schemas.openxmlformats.org/drawingml/2006/main">
            <a:srgbClr val="1A4F8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D4FAEAF-0434-46F4-8256-63C790EED8BE}"/>
              </a:ext>
            </a:extLst>
          </p:cNvPr>
          <p:cNvSpPr>
            <a:spLocks xmlns:a="http://schemas.openxmlformats.org/drawingml/2006/main" noGrp="1"/>
          </p:cNvSpPr>
          <p:nvPr/>
        </p:nvSpPr>
        <p:spPr>
          <a:xfrm xmlns:a="http://schemas.openxmlformats.org/drawingml/2006/main">
            <a:off x="1162050" y="4953000"/>
            <a:ext cx="8896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4204A"/>
                </a:solidFill>
                <a:latin typeface="Yu Gothic"/>
                <a:ea typeface="Yu Gothic"/>
                <a:cs typeface="Yu Gothic"/>
              </a:defRPr>
            </a:pPr>
            <a:r>
              <a:rPr sz="1500" b="1">
                <a:solidFill>
                  <a:srgbClr val="14204A"/>
                </a:solidFill>
                <a:latin typeface="Yu Gothic"/>
                <a:ea typeface="Yu Gothic"/>
                <a:cs typeface="Yu Gothic"/>
              </a:rPr>
              <a:t>AIの差分は保守できる形か</a:t>
            </a:r>
          </a:p>
        </p:txBody>
      </p:sp>
      <p:sp>
        <p:nvSpPr>
          <p:cNvPr id="19" name="">
            <a:extLst xmlns:a="http://schemas.openxmlformats.org/drawingml/2006/main">
              <a:ext uri="{FF2B5EF4-FFF2-40B4-BE49-F238E27FC236}">
                <a16:creationId xmlns:a16="http://schemas.microsoft.com/office/drawing/2014/main" id="{91E607E7-DD74-4B0E-845A-ACA8292CD4B8}"/>
              </a:ext>
            </a:extLst>
          </p:cNvPr>
          <p:cNvSpPr>
            <a:spLocks xmlns:a="http://schemas.openxmlformats.org/drawingml/2006/main" noGrp="1"/>
          </p:cNvSpPr>
          <p:nvPr/>
        </p:nvSpPr>
        <p:spPr>
          <a:xfrm xmlns:a="http://schemas.openxmlformats.org/drawingml/2006/main">
            <a:off x="914400" y="5448300"/>
            <a:ext cx="95250" cy="95250"/>
          </a:xfrm>
          <a:prstGeom xmlns:a="http://schemas.openxmlformats.org/drawingml/2006/main" prst="rect">
            <a:avLst/>
          </a:prstGeom>
          <a:solidFill xmlns:a="http://schemas.openxmlformats.org/drawingml/2006/main">
            <a:srgbClr val="1A4F8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101C4A3-6B59-419D-92BB-E9CCA1589750}"/>
              </a:ext>
            </a:extLst>
          </p:cNvPr>
          <p:cNvSpPr>
            <a:spLocks xmlns:a="http://schemas.openxmlformats.org/drawingml/2006/main" noGrp="1"/>
          </p:cNvSpPr>
          <p:nvPr/>
        </p:nvSpPr>
        <p:spPr>
          <a:xfrm xmlns:a="http://schemas.openxmlformats.org/drawingml/2006/main">
            <a:off x="1162050" y="5372100"/>
            <a:ext cx="8896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4204A"/>
                </a:solidFill>
                <a:latin typeface="Yu Gothic"/>
                <a:ea typeface="Yu Gothic"/>
                <a:cs typeface="Yu Gothic"/>
              </a:defRPr>
            </a:pPr>
            <a:r>
              <a:rPr sz="1500" b="1">
                <a:solidFill>
                  <a:srgbClr val="14204A"/>
                </a:solidFill>
                <a:latin typeface="Yu Gothic"/>
                <a:ea typeface="Yu Gothic"/>
                <a:cs typeface="Yu Gothic"/>
              </a:rPr>
              <a:t>判断理由は次回に残るか</a:t>
            </a:r>
          </a:p>
        </p:txBody>
      </p:sp>
    </p:spTree>
    <p:extLst>
      <p:ext uri="{BB962C8B-B14F-4D97-AF65-F5344CB8AC3E}">
        <p14:creationId xmlns:p14="http://schemas.microsoft.com/office/powerpoint/2010/main" val="1191732820"/>
      </p:ext>
    </p:extLst>
  </p:cSld>
</p:sld>
</file>

<file path=ppt/slides/slide5.xml><?xml version="1.0" encoding="utf-8"?>
<p:sld xmlns:p="http://schemas.openxmlformats.org/presentationml/2006/main">
  <p:cSld>
    <p:bg>
      <p:bgPr>
        <a:solidFill xmlns:a="http://schemas.openxmlformats.org/drawingml/2006/main">
          <a:srgbClr val="ECE7E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7E6EA73-4682-4D8B-9AF7-FAFD8D7F113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245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15D3CC5-A9CD-4819-8FDC-72CB1E5942F6}"/>
              </a:ext>
            </a:extLst>
          </p:cNvPr>
          <p:cNvSpPr>
            <a:spLocks xmlns:a="http://schemas.openxmlformats.org/drawingml/2006/main" noGrp="1"/>
          </p:cNvSpPr>
          <p:nvPr/>
        </p:nvSpPr>
        <p:spPr>
          <a:xfrm xmlns:a="http://schemas.openxmlformats.org/drawingml/2006/main">
            <a:off x="514350" y="400050"/>
            <a:ext cx="76200" cy="266700"/>
          </a:xfrm>
          <a:prstGeom xmlns:a="http://schemas.openxmlformats.org/drawingml/2006/main" prst="rect">
            <a:avLst/>
          </a:prstGeom>
          <a:solidFill xmlns:a="http://schemas.openxmlformats.org/drawingml/2006/main">
            <a:srgbClr val="33824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1B47D50-528C-4A89-947A-201AEFAAA26D}"/>
              </a:ext>
            </a:extLst>
          </p:cNvPr>
          <p:cNvSpPr>
            <a:spLocks xmlns:a="http://schemas.openxmlformats.org/drawingml/2006/main" noGrp="1"/>
          </p:cNvSpPr>
          <p:nvPr/>
        </p:nvSpPr>
        <p:spPr>
          <a:xfrm xmlns:a="http://schemas.openxmlformats.org/drawingml/2006/main">
            <a:off x="704850" y="381000"/>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33824A"/>
                </a:solidFill>
                <a:latin typeface="Yu Gothic"/>
                <a:ea typeface="Yu Gothic"/>
                <a:cs typeface="Yu Gothic"/>
              </a:defRPr>
            </a:pPr>
            <a:r>
              <a:rPr sz="975" b="1">
                <a:solidFill>
                  <a:srgbClr val="33824A"/>
                </a:solidFill>
                <a:latin typeface="Yu Gothic"/>
                <a:ea typeface="Yu Gothic"/>
                <a:cs typeface="Yu Gothic"/>
              </a:rPr>
              <a:t>FIELD REALITY</a:t>
            </a:r>
          </a:p>
        </p:txBody>
      </p:sp>
      <p:sp>
        <p:nvSpPr>
          <p:cNvPr id="4" name="">
            <a:extLst xmlns:a="http://schemas.openxmlformats.org/drawingml/2006/main">
              <a:ext uri="{FF2B5EF4-FFF2-40B4-BE49-F238E27FC236}">
                <a16:creationId xmlns:a16="http://schemas.microsoft.com/office/drawing/2014/main" id="{024AF1D7-AECE-41BE-88C5-141C9ED539D9}"/>
              </a:ext>
            </a:extLst>
          </p:cNvPr>
          <p:cNvSpPr>
            <a:spLocks xmlns:a="http://schemas.openxmlformats.org/drawingml/2006/main" noGrp="1"/>
          </p:cNvSpPr>
          <p:nvPr/>
        </p:nvSpPr>
        <p:spPr>
          <a:xfrm xmlns:a="http://schemas.openxmlformats.org/drawingml/2006/main">
            <a:off x="533400" y="857250"/>
            <a:ext cx="1000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72452"/>
                </a:solidFill>
                <a:latin typeface="Yu Gothic"/>
                <a:ea typeface="Yu Gothic"/>
                <a:cs typeface="Yu Gothic"/>
              </a:defRPr>
            </a:pPr>
            <a:r>
              <a:rPr sz="2700" b="1">
                <a:solidFill>
                  <a:srgbClr val="172452"/>
                </a:solidFill>
                <a:latin typeface="Yu Gothic"/>
                <a:ea typeface="Yu Gothic"/>
                <a:cs typeface="Yu Gothic"/>
              </a:rPr>
              <a:t>既存システムにAIを入れるときの現場課題</a:t>
            </a:r>
          </a:p>
        </p:txBody>
      </p:sp>
      <p:sp>
        <p:nvSpPr>
          <p:cNvPr id="5" name="">
            <a:extLst xmlns:a="http://schemas.openxmlformats.org/drawingml/2006/main">
              <a:ext uri="{FF2B5EF4-FFF2-40B4-BE49-F238E27FC236}">
                <a16:creationId xmlns:a16="http://schemas.microsoft.com/office/drawing/2014/main" id="{67373F6F-58B9-40E9-817E-C1E6E49A43EC}"/>
              </a:ext>
            </a:extLst>
          </p:cNvPr>
          <p:cNvSpPr>
            <a:spLocks xmlns:a="http://schemas.openxmlformats.org/drawingml/2006/main" noGrp="1"/>
          </p:cNvSpPr>
          <p:nvPr/>
        </p:nvSpPr>
        <p:spPr>
          <a:xfrm xmlns:a="http://schemas.openxmlformats.org/drawingml/2006/main">
            <a:off x="11125200" y="632460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52607A"/>
                </a:solidFill>
                <a:latin typeface="Yu Gothic"/>
                <a:ea typeface="Yu Gothic"/>
                <a:cs typeface="Yu Gothic"/>
              </a:defRPr>
            </a:pPr>
            <a:r>
              <a:rPr sz="900" b="0">
                <a:solidFill>
                  <a:srgbClr val="52607A"/>
                </a:solidFill>
                <a:latin typeface="Yu Gothic"/>
                <a:ea typeface="Yu Gothic"/>
                <a:cs typeface="Yu Gothic"/>
              </a:rPr>
              <a:t>5</a:t>
            </a:r>
          </a:p>
        </p:txBody>
      </p:sp>
      <p:sp>
        <p:nvSpPr>
          <p:cNvPr id="6" name="">
            <a:extLst xmlns:a="http://schemas.openxmlformats.org/drawingml/2006/main">
              <a:ext uri="{FF2B5EF4-FFF2-40B4-BE49-F238E27FC236}">
                <a16:creationId xmlns:a16="http://schemas.microsoft.com/office/drawing/2014/main" id="{10AF6E22-FAF9-4D08-9B3D-03B5B816A543}"/>
              </a:ext>
            </a:extLst>
          </p:cNvPr>
          <p:cNvSpPr>
            <a:spLocks xmlns:a="http://schemas.openxmlformats.org/drawingml/2006/main" noGrp="1"/>
          </p:cNvSpPr>
          <p:nvPr/>
        </p:nvSpPr>
        <p:spPr>
          <a:xfrm xmlns:a="http://schemas.openxmlformats.org/drawingml/2006/main">
            <a:off x="685800" y="1581150"/>
            <a:ext cx="4953000" cy="933450"/>
          </a:xfrm>
          <a:prstGeom xmlns:a="http://schemas.openxmlformats.org/drawingml/2006/main" prst="rect">
            <a:avLst/>
          </a:prstGeom>
          <a:solidFill xmlns:a="http://schemas.openxmlformats.org/drawingml/2006/main">
            <a:srgbClr val="FBF8F2"/>
          </a:solidFill>
          <a:ln xmlns:a="http://schemas.openxmlformats.org/drawingml/2006/main" w="9525">
            <a:solidFill>
              <a:srgbClr val="D5CEC4"/>
            </a:solidFill>
            <a:prstDash val="solid"/>
          </a:ln>
        </p:spPr>
      </p:sp>
      <p:sp>
        <p:nvSpPr>
          <p:cNvPr id="7" name="">
            <a:extLst xmlns:a="http://schemas.openxmlformats.org/drawingml/2006/main">
              <a:ext uri="{FF2B5EF4-FFF2-40B4-BE49-F238E27FC236}">
                <a16:creationId xmlns:a16="http://schemas.microsoft.com/office/drawing/2014/main" id="{BC573761-D52D-4B02-9C4D-A14E24E1CF50}"/>
              </a:ext>
            </a:extLst>
          </p:cNvPr>
          <p:cNvSpPr>
            <a:spLocks xmlns:a="http://schemas.openxmlformats.org/drawingml/2006/main" noGrp="1"/>
          </p:cNvSpPr>
          <p:nvPr/>
        </p:nvSpPr>
        <p:spPr>
          <a:xfrm xmlns:a="http://schemas.openxmlformats.org/drawingml/2006/main">
            <a:off x="685800" y="1581150"/>
            <a:ext cx="66675" cy="933450"/>
          </a:xfrm>
          <a:prstGeom xmlns:a="http://schemas.openxmlformats.org/drawingml/2006/main" prst="rect">
            <a:avLst/>
          </a:prstGeom>
          <a:solidFill xmlns:a="http://schemas.openxmlformats.org/drawingml/2006/main">
            <a:srgbClr val="33824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A18248C-F80C-438B-B013-FD9C817F7D4C}"/>
              </a:ext>
            </a:extLst>
          </p:cNvPr>
          <p:cNvSpPr>
            <a:spLocks xmlns:a="http://schemas.openxmlformats.org/drawingml/2006/main" noGrp="1"/>
          </p:cNvSpPr>
          <p:nvPr/>
        </p:nvSpPr>
        <p:spPr>
          <a:xfrm xmlns:a="http://schemas.openxmlformats.org/drawingml/2006/main">
            <a:off x="914400" y="1733550"/>
            <a:ext cx="4495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72452"/>
                </a:solidFill>
                <a:latin typeface="Yu Gothic"/>
                <a:ea typeface="Yu Gothic"/>
                <a:cs typeface="Yu Gothic"/>
              </a:defRPr>
            </a:pPr>
            <a:r>
              <a:rPr sz="1500" b="1">
                <a:solidFill>
                  <a:srgbClr val="172452"/>
                </a:solidFill>
                <a:latin typeface="Yu Gothic"/>
                <a:ea typeface="Yu Gothic"/>
                <a:cs typeface="Yu Gothic"/>
              </a:rPr>
              <a:t>テストが薄い</a:t>
            </a:r>
          </a:p>
        </p:txBody>
      </p:sp>
      <p:sp>
        <p:nvSpPr>
          <p:cNvPr id="9" name="">
            <a:extLst xmlns:a="http://schemas.openxmlformats.org/drawingml/2006/main">
              <a:ext uri="{FF2B5EF4-FFF2-40B4-BE49-F238E27FC236}">
                <a16:creationId xmlns:a16="http://schemas.microsoft.com/office/drawing/2014/main" id="{68F351E5-57D0-480A-8FF9-146074004A21}"/>
              </a:ext>
            </a:extLst>
          </p:cNvPr>
          <p:cNvSpPr>
            <a:spLocks xmlns:a="http://schemas.openxmlformats.org/drawingml/2006/main" noGrp="1"/>
          </p:cNvSpPr>
          <p:nvPr/>
        </p:nvSpPr>
        <p:spPr>
          <a:xfrm xmlns:a="http://schemas.openxmlformats.org/drawingml/2006/main">
            <a:off x="914400" y="2114550"/>
            <a:ext cx="4495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2607A"/>
                </a:solidFill>
                <a:latin typeface="Yu Gothic"/>
                <a:ea typeface="Yu Gothic"/>
                <a:cs typeface="Yu Gothic"/>
              </a:defRPr>
            </a:pPr>
            <a:r>
              <a:rPr sz="1350" b="0">
                <a:solidFill>
                  <a:srgbClr val="52607A"/>
                </a:solidFill>
                <a:latin typeface="Yu Gothic"/>
                <a:ea typeface="Yu Gothic"/>
                <a:cs typeface="Yu Gothic"/>
              </a:rPr>
              <a:t>手動確認や担当者の記憶に頼っている。</a:t>
            </a:r>
          </a:p>
        </p:txBody>
      </p:sp>
      <p:sp>
        <p:nvSpPr>
          <p:cNvPr id="10" name="">
            <a:extLst xmlns:a="http://schemas.openxmlformats.org/drawingml/2006/main">
              <a:ext uri="{FF2B5EF4-FFF2-40B4-BE49-F238E27FC236}">
                <a16:creationId xmlns:a16="http://schemas.microsoft.com/office/drawing/2014/main" id="{BB5796A0-BBE4-400A-918A-0C454E08A1E7}"/>
              </a:ext>
            </a:extLst>
          </p:cNvPr>
          <p:cNvSpPr>
            <a:spLocks xmlns:a="http://schemas.openxmlformats.org/drawingml/2006/main" noGrp="1"/>
          </p:cNvSpPr>
          <p:nvPr/>
        </p:nvSpPr>
        <p:spPr>
          <a:xfrm xmlns:a="http://schemas.openxmlformats.org/drawingml/2006/main">
            <a:off x="6076950" y="1581150"/>
            <a:ext cx="4953000" cy="933450"/>
          </a:xfrm>
          <a:prstGeom xmlns:a="http://schemas.openxmlformats.org/drawingml/2006/main" prst="rect">
            <a:avLst/>
          </a:prstGeom>
          <a:solidFill xmlns:a="http://schemas.openxmlformats.org/drawingml/2006/main">
            <a:srgbClr val="FBF8F2"/>
          </a:solidFill>
          <a:ln xmlns:a="http://schemas.openxmlformats.org/drawingml/2006/main" w="9525">
            <a:solidFill>
              <a:srgbClr val="D5CEC4"/>
            </a:solidFill>
            <a:prstDash val="solid"/>
          </a:ln>
        </p:spPr>
      </p:sp>
      <p:sp>
        <p:nvSpPr>
          <p:cNvPr id="11" name="">
            <a:extLst xmlns:a="http://schemas.openxmlformats.org/drawingml/2006/main">
              <a:ext uri="{FF2B5EF4-FFF2-40B4-BE49-F238E27FC236}">
                <a16:creationId xmlns:a16="http://schemas.microsoft.com/office/drawing/2014/main" id="{888AF7E2-BA49-4D0D-99CC-EB8C5A2C5540}"/>
              </a:ext>
            </a:extLst>
          </p:cNvPr>
          <p:cNvSpPr>
            <a:spLocks xmlns:a="http://schemas.openxmlformats.org/drawingml/2006/main" noGrp="1"/>
          </p:cNvSpPr>
          <p:nvPr/>
        </p:nvSpPr>
        <p:spPr>
          <a:xfrm xmlns:a="http://schemas.openxmlformats.org/drawingml/2006/main">
            <a:off x="6076950" y="1581150"/>
            <a:ext cx="66675" cy="933450"/>
          </a:xfrm>
          <a:prstGeom xmlns:a="http://schemas.openxmlformats.org/drawingml/2006/main" prst="rect">
            <a:avLst/>
          </a:prstGeom>
          <a:solidFill xmlns:a="http://schemas.openxmlformats.org/drawingml/2006/main">
            <a:srgbClr val="33824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0379B95-CAE2-46A6-8E38-2E4E357AC89C}"/>
              </a:ext>
            </a:extLst>
          </p:cNvPr>
          <p:cNvSpPr>
            <a:spLocks xmlns:a="http://schemas.openxmlformats.org/drawingml/2006/main" noGrp="1"/>
          </p:cNvSpPr>
          <p:nvPr/>
        </p:nvSpPr>
        <p:spPr>
          <a:xfrm xmlns:a="http://schemas.openxmlformats.org/drawingml/2006/main">
            <a:off x="6305550" y="1733550"/>
            <a:ext cx="4495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72452"/>
                </a:solidFill>
                <a:latin typeface="Yu Gothic"/>
                <a:ea typeface="Yu Gothic"/>
                <a:cs typeface="Yu Gothic"/>
              </a:defRPr>
            </a:pPr>
            <a:r>
              <a:rPr sz="1500" b="1">
                <a:solidFill>
                  <a:srgbClr val="172452"/>
                </a:solidFill>
                <a:latin typeface="Yu Gothic"/>
                <a:ea typeface="Yu Gothic"/>
                <a:cs typeface="Yu Gothic"/>
              </a:rPr>
              <a:t>仕様が分散</a:t>
            </a:r>
          </a:p>
        </p:txBody>
      </p:sp>
      <p:sp>
        <p:nvSpPr>
          <p:cNvPr id="13" name="">
            <a:extLst xmlns:a="http://schemas.openxmlformats.org/drawingml/2006/main">
              <a:ext uri="{FF2B5EF4-FFF2-40B4-BE49-F238E27FC236}">
                <a16:creationId xmlns:a16="http://schemas.microsoft.com/office/drawing/2014/main" id="{8022DF4D-40B3-45C3-8D3B-6DEF889AC843}"/>
              </a:ext>
            </a:extLst>
          </p:cNvPr>
          <p:cNvSpPr>
            <a:spLocks xmlns:a="http://schemas.openxmlformats.org/drawingml/2006/main" noGrp="1"/>
          </p:cNvSpPr>
          <p:nvPr/>
        </p:nvSpPr>
        <p:spPr>
          <a:xfrm xmlns:a="http://schemas.openxmlformats.org/drawingml/2006/main">
            <a:off x="6305550" y="2114550"/>
            <a:ext cx="4495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2607A"/>
                </a:solidFill>
                <a:latin typeface="Yu Gothic"/>
                <a:ea typeface="Yu Gothic"/>
                <a:cs typeface="Yu Gothic"/>
              </a:defRPr>
            </a:pPr>
            <a:r>
              <a:rPr sz="1350" b="0">
                <a:solidFill>
                  <a:srgbClr val="52607A"/>
                </a:solidFill>
                <a:latin typeface="Yu Gothic"/>
                <a:ea typeface="Yu Gothic"/>
                <a:cs typeface="Yu Gothic"/>
              </a:rPr>
              <a:t>docs、Slack、コード、運用判断が別々の場所にある。</a:t>
            </a:r>
          </a:p>
        </p:txBody>
      </p:sp>
      <p:sp>
        <p:nvSpPr>
          <p:cNvPr id="14" name="">
            <a:extLst xmlns:a="http://schemas.openxmlformats.org/drawingml/2006/main">
              <a:ext uri="{FF2B5EF4-FFF2-40B4-BE49-F238E27FC236}">
                <a16:creationId xmlns:a16="http://schemas.microsoft.com/office/drawing/2014/main" id="{D0395EA2-099E-4BAC-B684-18B009397578}"/>
              </a:ext>
            </a:extLst>
          </p:cNvPr>
          <p:cNvSpPr>
            <a:spLocks xmlns:a="http://schemas.openxmlformats.org/drawingml/2006/main" noGrp="1"/>
          </p:cNvSpPr>
          <p:nvPr/>
        </p:nvSpPr>
        <p:spPr>
          <a:xfrm xmlns:a="http://schemas.openxmlformats.org/drawingml/2006/main">
            <a:off x="685800" y="2895600"/>
            <a:ext cx="4953000" cy="933450"/>
          </a:xfrm>
          <a:prstGeom xmlns:a="http://schemas.openxmlformats.org/drawingml/2006/main" prst="rect">
            <a:avLst/>
          </a:prstGeom>
          <a:solidFill xmlns:a="http://schemas.openxmlformats.org/drawingml/2006/main">
            <a:srgbClr val="FBF8F2"/>
          </a:solidFill>
          <a:ln xmlns:a="http://schemas.openxmlformats.org/drawingml/2006/main" w="9525">
            <a:solidFill>
              <a:srgbClr val="D5CEC4"/>
            </a:solidFill>
            <a:prstDash val="solid"/>
          </a:ln>
        </p:spPr>
      </p:sp>
      <p:sp>
        <p:nvSpPr>
          <p:cNvPr id="15" name="">
            <a:extLst xmlns:a="http://schemas.openxmlformats.org/drawingml/2006/main">
              <a:ext uri="{FF2B5EF4-FFF2-40B4-BE49-F238E27FC236}">
                <a16:creationId xmlns:a16="http://schemas.microsoft.com/office/drawing/2014/main" id="{4C912D90-35EE-4DE4-B0F1-4C8D6142ECF4}"/>
              </a:ext>
            </a:extLst>
          </p:cNvPr>
          <p:cNvSpPr>
            <a:spLocks xmlns:a="http://schemas.openxmlformats.org/drawingml/2006/main" noGrp="1"/>
          </p:cNvSpPr>
          <p:nvPr/>
        </p:nvSpPr>
        <p:spPr>
          <a:xfrm xmlns:a="http://schemas.openxmlformats.org/drawingml/2006/main">
            <a:off x="685800" y="2895600"/>
            <a:ext cx="66675" cy="933450"/>
          </a:xfrm>
          <a:prstGeom xmlns:a="http://schemas.openxmlformats.org/drawingml/2006/main" prst="rect">
            <a:avLst/>
          </a:prstGeom>
          <a:solidFill xmlns:a="http://schemas.openxmlformats.org/drawingml/2006/main">
            <a:srgbClr val="33824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011BF76-F9C9-4FDB-8C1F-F506CA783003}"/>
              </a:ext>
            </a:extLst>
          </p:cNvPr>
          <p:cNvSpPr>
            <a:spLocks xmlns:a="http://schemas.openxmlformats.org/drawingml/2006/main" noGrp="1"/>
          </p:cNvSpPr>
          <p:nvPr/>
        </p:nvSpPr>
        <p:spPr>
          <a:xfrm xmlns:a="http://schemas.openxmlformats.org/drawingml/2006/main">
            <a:off x="914400" y="3048000"/>
            <a:ext cx="4495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72452"/>
                </a:solidFill>
                <a:latin typeface="Yu Gothic"/>
                <a:ea typeface="Yu Gothic"/>
                <a:cs typeface="Yu Gothic"/>
              </a:defRPr>
            </a:pPr>
            <a:r>
              <a:rPr sz="1500" b="1">
                <a:solidFill>
                  <a:srgbClr val="172452"/>
                </a:solidFill>
                <a:latin typeface="Yu Gothic"/>
                <a:ea typeface="Yu Gothic"/>
                <a:cs typeface="Yu Gothic"/>
              </a:rPr>
              <a:t>AIの差分は速い</a:t>
            </a:r>
          </a:p>
        </p:txBody>
      </p:sp>
      <p:sp>
        <p:nvSpPr>
          <p:cNvPr id="17" name="">
            <a:extLst xmlns:a="http://schemas.openxmlformats.org/drawingml/2006/main">
              <a:ext uri="{FF2B5EF4-FFF2-40B4-BE49-F238E27FC236}">
                <a16:creationId xmlns:a16="http://schemas.microsoft.com/office/drawing/2014/main" id="{DC562FB6-80E1-4400-9E1F-1DC6BA15C867}"/>
              </a:ext>
            </a:extLst>
          </p:cNvPr>
          <p:cNvSpPr>
            <a:spLocks xmlns:a="http://schemas.openxmlformats.org/drawingml/2006/main" noGrp="1"/>
          </p:cNvSpPr>
          <p:nvPr/>
        </p:nvSpPr>
        <p:spPr>
          <a:xfrm xmlns:a="http://schemas.openxmlformats.org/drawingml/2006/main">
            <a:off x="914400" y="3429000"/>
            <a:ext cx="4495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2607A"/>
                </a:solidFill>
                <a:latin typeface="Yu Gothic"/>
                <a:ea typeface="Yu Gothic"/>
                <a:cs typeface="Yu Gothic"/>
              </a:defRPr>
            </a:pPr>
            <a:r>
              <a:rPr sz="1350" b="0">
                <a:solidFill>
                  <a:srgbClr val="52607A"/>
                </a:solidFill>
                <a:latin typeface="Yu Gothic"/>
                <a:ea typeface="Yu Gothic"/>
                <a:cs typeface="Yu Gothic"/>
              </a:rPr>
              <a:t>見た目は良さそうでも、根拠が弱いまま進みやすい。</a:t>
            </a:r>
          </a:p>
        </p:txBody>
      </p:sp>
      <p:sp>
        <p:nvSpPr>
          <p:cNvPr id="18" name="">
            <a:extLst xmlns:a="http://schemas.openxmlformats.org/drawingml/2006/main">
              <a:ext uri="{FF2B5EF4-FFF2-40B4-BE49-F238E27FC236}">
                <a16:creationId xmlns:a16="http://schemas.microsoft.com/office/drawing/2014/main" id="{E4B2AD98-ADEE-43DF-89E2-AFFD5C692AB9}"/>
              </a:ext>
            </a:extLst>
          </p:cNvPr>
          <p:cNvSpPr>
            <a:spLocks xmlns:a="http://schemas.openxmlformats.org/drawingml/2006/main" noGrp="1"/>
          </p:cNvSpPr>
          <p:nvPr/>
        </p:nvSpPr>
        <p:spPr>
          <a:xfrm xmlns:a="http://schemas.openxmlformats.org/drawingml/2006/main">
            <a:off x="6076950" y="2895600"/>
            <a:ext cx="4953000" cy="933450"/>
          </a:xfrm>
          <a:prstGeom xmlns:a="http://schemas.openxmlformats.org/drawingml/2006/main" prst="rect">
            <a:avLst/>
          </a:prstGeom>
          <a:solidFill xmlns:a="http://schemas.openxmlformats.org/drawingml/2006/main">
            <a:srgbClr val="FBF8F2"/>
          </a:solidFill>
          <a:ln xmlns:a="http://schemas.openxmlformats.org/drawingml/2006/main" w="9525">
            <a:solidFill>
              <a:srgbClr val="D5CEC4"/>
            </a:solidFill>
            <a:prstDash val="solid"/>
          </a:ln>
        </p:spPr>
      </p:sp>
      <p:sp>
        <p:nvSpPr>
          <p:cNvPr id="19" name="">
            <a:extLst xmlns:a="http://schemas.openxmlformats.org/drawingml/2006/main">
              <a:ext uri="{FF2B5EF4-FFF2-40B4-BE49-F238E27FC236}">
                <a16:creationId xmlns:a16="http://schemas.microsoft.com/office/drawing/2014/main" id="{2B2F60F7-7843-4130-AF7D-A1187C5F92BC}"/>
              </a:ext>
            </a:extLst>
          </p:cNvPr>
          <p:cNvSpPr>
            <a:spLocks xmlns:a="http://schemas.openxmlformats.org/drawingml/2006/main" noGrp="1"/>
          </p:cNvSpPr>
          <p:nvPr/>
        </p:nvSpPr>
        <p:spPr>
          <a:xfrm xmlns:a="http://schemas.openxmlformats.org/drawingml/2006/main">
            <a:off x="6076950" y="2895600"/>
            <a:ext cx="66675" cy="933450"/>
          </a:xfrm>
          <a:prstGeom xmlns:a="http://schemas.openxmlformats.org/drawingml/2006/main" prst="rect">
            <a:avLst/>
          </a:prstGeom>
          <a:solidFill xmlns:a="http://schemas.openxmlformats.org/drawingml/2006/main">
            <a:srgbClr val="33824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039A6DA0-A7C5-44FA-AD22-20E9D05BA455}"/>
              </a:ext>
            </a:extLst>
          </p:cNvPr>
          <p:cNvSpPr>
            <a:spLocks xmlns:a="http://schemas.openxmlformats.org/drawingml/2006/main" noGrp="1"/>
          </p:cNvSpPr>
          <p:nvPr/>
        </p:nvSpPr>
        <p:spPr>
          <a:xfrm xmlns:a="http://schemas.openxmlformats.org/drawingml/2006/main">
            <a:off x="6305550" y="3048000"/>
            <a:ext cx="4495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72452"/>
                </a:solidFill>
                <a:latin typeface="Yu Gothic"/>
                <a:ea typeface="Yu Gothic"/>
                <a:cs typeface="Yu Gothic"/>
              </a:defRPr>
            </a:pPr>
            <a:r>
              <a:rPr sz="1500" b="1">
                <a:solidFill>
                  <a:srgbClr val="172452"/>
                </a:solidFill>
                <a:latin typeface="Yu Gothic"/>
                <a:ea typeface="Yu Gothic"/>
                <a:cs typeface="Yu Gothic"/>
              </a:rPr>
              <a:t>確認が詰まる</a:t>
            </a:r>
          </a:p>
        </p:txBody>
      </p:sp>
      <p:sp>
        <p:nvSpPr>
          <p:cNvPr id="21" name="">
            <a:extLst xmlns:a="http://schemas.openxmlformats.org/drawingml/2006/main">
              <a:ext uri="{FF2B5EF4-FFF2-40B4-BE49-F238E27FC236}">
                <a16:creationId xmlns:a16="http://schemas.microsoft.com/office/drawing/2014/main" id="{CBA8F86A-5731-4EA4-8793-062C61DEB7F0}"/>
              </a:ext>
            </a:extLst>
          </p:cNvPr>
          <p:cNvSpPr>
            <a:spLocks xmlns:a="http://schemas.openxmlformats.org/drawingml/2006/main" noGrp="1"/>
          </p:cNvSpPr>
          <p:nvPr/>
        </p:nvSpPr>
        <p:spPr>
          <a:xfrm xmlns:a="http://schemas.openxmlformats.org/drawingml/2006/main">
            <a:off x="6305550" y="3429000"/>
            <a:ext cx="4495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2607A"/>
                </a:solidFill>
                <a:latin typeface="Yu Gothic"/>
                <a:ea typeface="Yu Gothic"/>
                <a:cs typeface="Yu Gothic"/>
              </a:defRPr>
            </a:pPr>
            <a:r>
              <a:rPr sz="1350" b="0">
                <a:solidFill>
                  <a:srgbClr val="52607A"/>
                </a:solidFill>
                <a:latin typeface="Yu Gothic"/>
                <a:ea typeface="Yu Gothic"/>
                <a:cs typeface="Yu Gothic"/>
              </a:rPr>
              <a:t>レビュー担当が全部を見ると、速度差が確認負荷に変わる。</a:t>
            </a:r>
          </a:p>
        </p:txBody>
      </p:sp>
      <p:sp>
        <p:nvSpPr>
          <p:cNvPr id="22" name="">
            <a:extLst xmlns:a="http://schemas.openxmlformats.org/drawingml/2006/main">
              <a:ext uri="{FF2B5EF4-FFF2-40B4-BE49-F238E27FC236}">
                <a16:creationId xmlns:a16="http://schemas.microsoft.com/office/drawing/2014/main" id="{56EC9D25-4583-4E09-A5A3-7A78477FF438}"/>
              </a:ext>
            </a:extLst>
          </p:cNvPr>
          <p:cNvSpPr>
            <a:spLocks xmlns:a="http://schemas.openxmlformats.org/drawingml/2006/main" noGrp="1"/>
          </p:cNvSpPr>
          <p:nvPr/>
        </p:nvSpPr>
        <p:spPr>
          <a:xfrm xmlns:a="http://schemas.openxmlformats.org/drawingml/2006/main">
            <a:off x="685800" y="4229100"/>
            <a:ext cx="5048250" cy="1104900"/>
          </a:xfrm>
          <a:prstGeom xmlns:a="http://schemas.openxmlformats.org/drawingml/2006/main" prst="rect">
            <a:avLst/>
          </a:prstGeom>
          <a:solidFill xmlns:a="http://schemas.openxmlformats.org/drawingml/2006/main">
            <a:srgbClr val="F2F7EF"/>
          </a:solidFill>
          <a:ln xmlns:a="http://schemas.openxmlformats.org/drawingml/2006/main" w="9525">
            <a:solidFill>
              <a:srgbClr val="BFD3B8"/>
            </a:solidFill>
            <a:prstDash val="solid"/>
          </a:ln>
        </p:spPr>
      </p:sp>
      <p:sp>
        <p:nvSpPr>
          <p:cNvPr id="23" name="">
            <a:extLst xmlns:a="http://schemas.openxmlformats.org/drawingml/2006/main">
              <a:ext uri="{FF2B5EF4-FFF2-40B4-BE49-F238E27FC236}">
                <a16:creationId xmlns:a16="http://schemas.microsoft.com/office/drawing/2014/main" id="{3373984D-9545-4C7F-BB8F-69D79DFA5C44}"/>
              </a:ext>
            </a:extLst>
          </p:cNvPr>
          <p:cNvSpPr>
            <a:spLocks xmlns:a="http://schemas.openxmlformats.org/drawingml/2006/main" noGrp="1"/>
          </p:cNvSpPr>
          <p:nvPr/>
        </p:nvSpPr>
        <p:spPr>
          <a:xfrm xmlns:a="http://schemas.openxmlformats.org/drawingml/2006/main">
            <a:off x="685800" y="4229100"/>
            <a:ext cx="66675" cy="1104900"/>
          </a:xfrm>
          <a:prstGeom xmlns:a="http://schemas.openxmlformats.org/drawingml/2006/main" prst="rect">
            <a:avLst/>
          </a:prstGeom>
          <a:solidFill xmlns:a="http://schemas.openxmlformats.org/drawingml/2006/main">
            <a:srgbClr val="33824A"/>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496A52CB-CC91-437C-A807-59063458A752}"/>
              </a:ext>
            </a:extLst>
          </p:cNvPr>
          <p:cNvSpPr>
            <a:spLocks xmlns:a="http://schemas.openxmlformats.org/drawingml/2006/main" noGrp="1"/>
          </p:cNvSpPr>
          <p:nvPr/>
        </p:nvSpPr>
        <p:spPr>
          <a:xfrm xmlns:a="http://schemas.openxmlformats.org/drawingml/2006/main">
            <a:off x="914400" y="4381500"/>
            <a:ext cx="459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33824A"/>
                </a:solidFill>
                <a:latin typeface="Yu Gothic"/>
                <a:ea typeface="Yu Gothic"/>
                <a:cs typeface="Yu Gothic"/>
              </a:defRPr>
            </a:pPr>
            <a:r>
              <a:rPr sz="1500" b="1">
                <a:solidFill>
                  <a:srgbClr val="33824A"/>
                </a:solidFill>
                <a:latin typeface="Yu Gothic"/>
                <a:ea typeface="Yu Gothic"/>
                <a:cs typeface="Yu Gothic"/>
              </a:rPr>
              <a:t>達成できたこと</a:t>
            </a:r>
          </a:p>
        </p:txBody>
      </p:sp>
      <p:sp>
        <p:nvSpPr>
          <p:cNvPr id="25" name="">
            <a:extLst xmlns:a="http://schemas.openxmlformats.org/drawingml/2006/main">
              <a:ext uri="{FF2B5EF4-FFF2-40B4-BE49-F238E27FC236}">
                <a16:creationId xmlns:a16="http://schemas.microsoft.com/office/drawing/2014/main" id="{826C2E5A-D519-4367-BD2C-47E5A8E9D70B}"/>
              </a:ext>
            </a:extLst>
          </p:cNvPr>
          <p:cNvSpPr>
            <a:spLocks xmlns:a="http://schemas.openxmlformats.org/drawingml/2006/main" noGrp="1"/>
          </p:cNvSpPr>
          <p:nvPr/>
        </p:nvSpPr>
        <p:spPr>
          <a:xfrm xmlns:a="http://schemas.openxmlformats.org/drawingml/2006/main">
            <a:off x="914400" y="4762500"/>
            <a:ext cx="4591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2607A"/>
                </a:solidFill>
                <a:latin typeface="Yu Gothic"/>
                <a:ea typeface="Yu Gothic"/>
                <a:cs typeface="Yu Gothic"/>
              </a:defRPr>
            </a:pPr>
            <a:r>
              <a:rPr sz="1275" b="0">
                <a:solidFill>
                  <a:srgbClr val="52607A"/>
                </a:solidFill>
                <a:latin typeface="Yu Gothic"/>
                <a:ea typeface="Yu Gothic"/>
                <a:cs typeface="Yu Gothic"/>
              </a:rPr>
              <a:t>課題を分解した</a:t>
            </a:r>
          </a:p>
        </p:txBody>
      </p:sp>
      <p:sp>
        <p:nvSpPr>
          <p:cNvPr id="26" name="">
            <a:extLst xmlns:a="http://schemas.openxmlformats.org/drawingml/2006/main">
              <a:ext uri="{FF2B5EF4-FFF2-40B4-BE49-F238E27FC236}">
                <a16:creationId xmlns:a16="http://schemas.microsoft.com/office/drawing/2014/main" id="{3FB94289-3214-484C-9133-6EC7D67987D2}"/>
              </a:ext>
            </a:extLst>
          </p:cNvPr>
          <p:cNvSpPr>
            <a:spLocks xmlns:a="http://schemas.openxmlformats.org/drawingml/2006/main" noGrp="1"/>
          </p:cNvSpPr>
          <p:nvPr/>
        </p:nvSpPr>
        <p:spPr>
          <a:xfrm xmlns:a="http://schemas.openxmlformats.org/drawingml/2006/main">
            <a:off x="6076950" y="4229100"/>
            <a:ext cx="5048250" cy="1104900"/>
          </a:xfrm>
          <a:prstGeom xmlns:a="http://schemas.openxmlformats.org/drawingml/2006/main" prst="rect">
            <a:avLst/>
          </a:prstGeom>
          <a:solidFill xmlns:a="http://schemas.openxmlformats.org/drawingml/2006/main">
            <a:srgbClr val="FFF6EE"/>
          </a:solidFill>
          <a:ln xmlns:a="http://schemas.openxmlformats.org/drawingml/2006/main" w="9525">
            <a:solidFill>
              <a:srgbClr val="E3C6A7"/>
            </a:solidFill>
            <a:prstDash val="solid"/>
          </a:ln>
        </p:spPr>
      </p:sp>
      <p:sp>
        <p:nvSpPr>
          <p:cNvPr id="27" name="">
            <a:extLst xmlns:a="http://schemas.openxmlformats.org/drawingml/2006/main">
              <a:ext uri="{FF2B5EF4-FFF2-40B4-BE49-F238E27FC236}">
                <a16:creationId xmlns:a16="http://schemas.microsoft.com/office/drawing/2014/main" id="{1FB40FE1-D57E-4B22-BF82-E8B434BB06BC}"/>
              </a:ext>
            </a:extLst>
          </p:cNvPr>
          <p:cNvSpPr>
            <a:spLocks xmlns:a="http://schemas.openxmlformats.org/drawingml/2006/main" noGrp="1"/>
          </p:cNvSpPr>
          <p:nvPr/>
        </p:nvSpPr>
        <p:spPr>
          <a:xfrm xmlns:a="http://schemas.openxmlformats.org/drawingml/2006/main">
            <a:off x="6076950" y="4229100"/>
            <a:ext cx="66675" cy="1104900"/>
          </a:xfrm>
          <a:prstGeom xmlns:a="http://schemas.openxmlformats.org/drawingml/2006/main" prst="rect">
            <a:avLst/>
          </a:prstGeom>
          <a:solidFill xmlns:a="http://schemas.openxmlformats.org/drawingml/2006/main">
            <a:srgbClr val="C85B1A"/>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D03FBD81-D99E-45E2-92CB-4B466543D133}"/>
              </a:ext>
            </a:extLst>
          </p:cNvPr>
          <p:cNvSpPr>
            <a:spLocks xmlns:a="http://schemas.openxmlformats.org/drawingml/2006/main" noGrp="1"/>
          </p:cNvSpPr>
          <p:nvPr/>
        </p:nvSpPr>
        <p:spPr>
          <a:xfrm xmlns:a="http://schemas.openxmlformats.org/drawingml/2006/main">
            <a:off x="6305550" y="4381500"/>
            <a:ext cx="459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C85B1A"/>
                </a:solidFill>
                <a:latin typeface="Yu Gothic"/>
                <a:ea typeface="Yu Gothic"/>
                <a:cs typeface="Yu Gothic"/>
              </a:defRPr>
            </a:pPr>
            <a:r>
              <a:rPr sz="1500" b="1">
                <a:solidFill>
                  <a:srgbClr val="C85B1A"/>
                </a:solidFill>
                <a:latin typeface="Yu Gothic"/>
                <a:ea typeface="Yu Gothic"/>
                <a:cs typeface="Yu Gothic"/>
              </a:rPr>
              <a:t>まだ足りないこと</a:t>
            </a:r>
          </a:p>
        </p:txBody>
      </p:sp>
      <p:sp>
        <p:nvSpPr>
          <p:cNvPr id="29" name="">
            <a:extLst xmlns:a="http://schemas.openxmlformats.org/drawingml/2006/main">
              <a:ext uri="{FF2B5EF4-FFF2-40B4-BE49-F238E27FC236}">
                <a16:creationId xmlns:a16="http://schemas.microsoft.com/office/drawing/2014/main" id="{E0F3DF55-C232-4E29-90AF-88FECCA50451}"/>
              </a:ext>
            </a:extLst>
          </p:cNvPr>
          <p:cNvSpPr>
            <a:spLocks xmlns:a="http://schemas.openxmlformats.org/drawingml/2006/main" noGrp="1"/>
          </p:cNvSpPr>
          <p:nvPr/>
        </p:nvSpPr>
        <p:spPr>
          <a:xfrm xmlns:a="http://schemas.openxmlformats.org/drawingml/2006/main">
            <a:off x="6305550" y="4762500"/>
            <a:ext cx="4591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2607A"/>
                </a:solidFill>
                <a:latin typeface="Yu Gothic"/>
                <a:ea typeface="Yu Gothic"/>
                <a:cs typeface="Yu Gothic"/>
              </a:defRPr>
            </a:pPr>
            <a:r>
              <a:rPr sz="1275" b="0">
                <a:solidFill>
                  <a:srgbClr val="52607A"/>
                </a:solidFill>
                <a:latin typeface="Yu Gothic"/>
                <a:ea typeface="Yu Gothic"/>
                <a:cs typeface="Yu Gothic"/>
              </a:rPr>
              <a:t>まだ解決策は入っていない</a:t>
            </a:r>
          </a:p>
        </p:txBody>
      </p:sp>
      <p:sp>
        <p:nvSpPr>
          <p:cNvPr id="30" name="">
            <a:extLst xmlns:a="http://schemas.openxmlformats.org/drawingml/2006/main">
              <a:ext uri="{FF2B5EF4-FFF2-40B4-BE49-F238E27FC236}">
                <a16:creationId xmlns:a16="http://schemas.microsoft.com/office/drawing/2014/main" id="{F38E4FC6-72F5-41C9-A913-6A0B60A69DDE}"/>
              </a:ext>
            </a:extLst>
          </p:cNvPr>
          <p:cNvSpPr>
            <a:spLocks xmlns:a="http://schemas.openxmlformats.org/drawingml/2006/main" noGrp="1"/>
          </p:cNvSpPr>
          <p:nvPr/>
        </p:nvSpPr>
        <p:spPr>
          <a:xfrm xmlns:a="http://schemas.openxmlformats.org/drawingml/2006/main">
            <a:off x="685800" y="5734050"/>
            <a:ext cx="1657350" cy="476250"/>
          </a:xfrm>
          <a:prstGeom xmlns:a="http://schemas.openxmlformats.org/drawingml/2006/main" prst="rect">
            <a:avLst/>
          </a:prstGeom>
          <a:solidFill xmlns:a="http://schemas.openxmlformats.org/drawingml/2006/main">
            <a:srgbClr val="33824A"/>
          </a:solidFill>
          <a:ln xmlns:a="http://schemas.openxmlformats.org/drawingml/2006/main" w="9525">
            <a:solidFill>
              <a:srgbClr val="33824A"/>
            </a:solidFill>
            <a:prstDash val="solid"/>
          </a:ln>
        </p:spPr>
      </p:sp>
      <p:sp>
        <p:nvSpPr>
          <p:cNvPr id="31" name="">
            <a:extLst xmlns:a="http://schemas.openxmlformats.org/drawingml/2006/main">
              <a:ext uri="{FF2B5EF4-FFF2-40B4-BE49-F238E27FC236}">
                <a16:creationId xmlns:a16="http://schemas.microsoft.com/office/drawing/2014/main" id="{591940D4-0DA2-4851-A36E-F56B48B4A707}"/>
              </a:ext>
            </a:extLst>
          </p:cNvPr>
          <p:cNvSpPr>
            <a:spLocks xmlns:a="http://schemas.openxmlformats.org/drawingml/2006/main" noGrp="1"/>
          </p:cNvSpPr>
          <p:nvPr/>
        </p:nvSpPr>
        <p:spPr>
          <a:xfrm xmlns:a="http://schemas.openxmlformats.org/drawingml/2006/main">
            <a:off x="8001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Yu Gothic"/>
                <a:ea typeface="Yu Gothic"/>
                <a:cs typeface="Yu Gothic"/>
              </a:defRPr>
            </a:pPr>
            <a:r>
              <a:rPr sz="1050" b="1">
                <a:solidFill>
                  <a:srgbClr val="FFFFFF"/>
                </a:solidFill>
                <a:latin typeface="Yu Gothic"/>
                <a:ea typeface="Yu Gothic"/>
                <a:cs typeface="Yu Gothic"/>
              </a:rPr>
              <a:t>L0</a:t>
            </a:r>
          </a:p>
          <a:p xmlns:a="http://schemas.openxmlformats.org/drawingml/2006/main">
            <a:pPr algn="ctr">
              <a:defRPr sz="1050" b="1">
                <a:solidFill>
                  <a:srgbClr val="FFFFFF"/>
                </a:solidFill>
                <a:latin typeface="Yu Gothic"/>
                <a:ea typeface="Yu Gothic"/>
                <a:cs typeface="Yu Gothic"/>
              </a:defRPr>
            </a:pPr>
            <a:r>
              <a:rPr sz="1050" b="1">
                <a:solidFill>
                  <a:srgbClr val="FFFFFF"/>
                </a:solidFill>
                <a:latin typeface="Yu Gothic"/>
                <a:ea typeface="Yu Gothic"/>
                <a:cs typeface="Yu Gothic"/>
              </a:rPr>
              <a:t>開始前</a:t>
            </a:r>
          </a:p>
        </p:txBody>
      </p:sp>
      <p:sp>
        <p:nvSpPr>
          <p:cNvPr id="32" name="">
            <a:extLst xmlns:a="http://schemas.openxmlformats.org/drawingml/2006/main">
              <a:ext uri="{FF2B5EF4-FFF2-40B4-BE49-F238E27FC236}">
                <a16:creationId xmlns:a16="http://schemas.microsoft.com/office/drawing/2014/main" id="{1F1D60F1-DAA7-4AD9-917C-ED2C1C9EA8AE}"/>
              </a:ext>
            </a:extLst>
          </p:cNvPr>
          <p:cNvSpPr>
            <a:spLocks xmlns:a="http://schemas.openxmlformats.org/drawingml/2006/main" noGrp="1"/>
          </p:cNvSpPr>
          <p:nvPr/>
        </p:nvSpPr>
        <p:spPr>
          <a:xfrm xmlns:a="http://schemas.openxmlformats.org/drawingml/2006/main">
            <a:off x="2438400" y="5734050"/>
            <a:ext cx="1657350" cy="476250"/>
          </a:xfrm>
          <a:prstGeom xmlns:a="http://schemas.openxmlformats.org/drawingml/2006/main" prst="rect">
            <a:avLst/>
          </a:prstGeom>
          <a:solidFill xmlns:a="http://schemas.openxmlformats.org/drawingml/2006/main">
            <a:srgbClr val="E4DED4"/>
          </a:solidFill>
          <a:ln xmlns:a="http://schemas.openxmlformats.org/drawingml/2006/main" w="9525">
            <a:solidFill>
              <a:srgbClr val="E4DED4"/>
            </a:solidFill>
            <a:prstDash val="solid"/>
          </a:ln>
        </p:spPr>
      </p:sp>
      <p:sp>
        <p:nvSpPr>
          <p:cNvPr id="33" name="">
            <a:extLst xmlns:a="http://schemas.openxmlformats.org/drawingml/2006/main">
              <a:ext uri="{FF2B5EF4-FFF2-40B4-BE49-F238E27FC236}">
                <a16:creationId xmlns:a16="http://schemas.microsoft.com/office/drawing/2014/main" id="{24BFD92C-7251-4084-92BB-0B81B5AB3B2F}"/>
              </a:ext>
            </a:extLst>
          </p:cNvPr>
          <p:cNvSpPr>
            <a:spLocks xmlns:a="http://schemas.openxmlformats.org/drawingml/2006/main" noGrp="1"/>
          </p:cNvSpPr>
          <p:nvPr/>
        </p:nvSpPr>
        <p:spPr>
          <a:xfrm xmlns:a="http://schemas.openxmlformats.org/drawingml/2006/main">
            <a:off x="25527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L1</a:t>
            </a:r>
          </a:p>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変更</a:t>
            </a:r>
          </a:p>
        </p:txBody>
      </p:sp>
      <p:sp>
        <p:nvSpPr>
          <p:cNvPr id="34" name="">
            <a:extLst xmlns:a="http://schemas.openxmlformats.org/drawingml/2006/main">
              <a:ext uri="{FF2B5EF4-FFF2-40B4-BE49-F238E27FC236}">
                <a16:creationId xmlns:a16="http://schemas.microsoft.com/office/drawing/2014/main" id="{1A1EF1A8-B4CE-43F5-BFC5-3A5F2013202E}"/>
              </a:ext>
            </a:extLst>
          </p:cNvPr>
          <p:cNvSpPr>
            <a:spLocks xmlns:a="http://schemas.openxmlformats.org/drawingml/2006/main" noGrp="1"/>
          </p:cNvSpPr>
          <p:nvPr/>
        </p:nvSpPr>
        <p:spPr>
          <a:xfrm xmlns:a="http://schemas.openxmlformats.org/drawingml/2006/main">
            <a:off x="4191000" y="5734050"/>
            <a:ext cx="1657350" cy="476250"/>
          </a:xfrm>
          <a:prstGeom xmlns:a="http://schemas.openxmlformats.org/drawingml/2006/main" prst="rect">
            <a:avLst/>
          </a:prstGeom>
          <a:solidFill xmlns:a="http://schemas.openxmlformats.org/drawingml/2006/main">
            <a:srgbClr val="E4DED4"/>
          </a:solidFill>
          <a:ln xmlns:a="http://schemas.openxmlformats.org/drawingml/2006/main" w="9525">
            <a:solidFill>
              <a:srgbClr val="E4DED4"/>
            </a:solidFill>
            <a:prstDash val="solid"/>
          </a:ln>
        </p:spPr>
      </p:sp>
      <p:sp>
        <p:nvSpPr>
          <p:cNvPr id="35" name="">
            <a:extLst xmlns:a="http://schemas.openxmlformats.org/drawingml/2006/main">
              <a:ext uri="{FF2B5EF4-FFF2-40B4-BE49-F238E27FC236}">
                <a16:creationId xmlns:a16="http://schemas.microsoft.com/office/drawing/2014/main" id="{7EA709FC-8D84-430A-9D66-7E0B836190FF}"/>
              </a:ext>
            </a:extLst>
          </p:cNvPr>
          <p:cNvSpPr>
            <a:spLocks xmlns:a="http://schemas.openxmlformats.org/drawingml/2006/main" noGrp="1"/>
          </p:cNvSpPr>
          <p:nvPr/>
        </p:nvSpPr>
        <p:spPr>
          <a:xfrm xmlns:a="http://schemas.openxmlformats.org/drawingml/2006/main">
            <a:off x="43053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L2</a:t>
            </a:r>
          </a:p>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挙動</a:t>
            </a:r>
          </a:p>
        </p:txBody>
      </p:sp>
      <p:sp>
        <p:nvSpPr>
          <p:cNvPr id="36" name="">
            <a:extLst xmlns:a="http://schemas.openxmlformats.org/drawingml/2006/main">
              <a:ext uri="{FF2B5EF4-FFF2-40B4-BE49-F238E27FC236}">
                <a16:creationId xmlns:a16="http://schemas.microsoft.com/office/drawing/2014/main" id="{73AF4371-526A-422F-83FB-54675179ABEE}"/>
              </a:ext>
            </a:extLst>
          </p:cNvPr>
          <p:cNvSpPr>
            <a:spLocks xmlns:a="http://schemas.openxmlformats.org/drawingml/2006/main" noGrp="1"/>
          </p:cNvSpPr>
          <p:nvPr/>
        </p:nvSpPr>
        <p:spPr>
          <a:xfrm xmlns:a="http://schemas.openxmlformats.org/drawingml/2006/main">
            <a:off x="5943600" y="5734050"/>
            <a:ext cx="1657350" cy="476250"/>
          </a:xfrm>
          <a:prstGeom xmlns:a="http://schemas.openxmlformats.org/drawingml/2006/main" prst="rect">
            <a:avLst/>
          </a:prstGeom>
          <a:solidFill xmlns:a="http://schemas.openxmlformats.org/drawingml/2006/main">
            <a:srgbClr val="E4DED4"/>
          </a:solidFill>
          <a:ln xmlns:a="http://schemas.openxmlformats.org/drawingml/2006/main" w="9525">
            <a:solidFill>
              <a:srgbClr val="E4DED4"/>
            </a:solidFill>
            <a:prstDash val="solid"/>
          </a:ln>
        </p:spPr>
      </p:sp>
      <p:sp>
        <p:nvSpPr>
          <p:cNvPr id="37" name="">
            <a:extLst xmlns:a="http://schemas.openxmlformats.org/drawingml/2006/main">
              <a:ext uri="{FF2B5EF4-FFF2-40B4-BE49-F238E27FC236}">
                <a16:creationId xmlns:a16="http://schemas.microsoft.com/office/drawing/2014/main" id="{69CBB3EA-2DE0-4B93-9235-5626D67B2AE3}"/>
              </a:ext>
            </a:extLst>
          </p:cNvPr>
          <p:cNvSpPr>
            <a:spLocks xmlns:a="http://schemas.openxmlformats.org/drawingml/2006/main" noGrp="1"/>
          </p:cNvSpPr>
          <p:nvPr/>
        </p:nvSpPr>
        <p:spPr>
          <a:xfrm xmlns:a="http://schemas.openxmlformats.org/drawingml/2006/main">
            <a:off x="60579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L3</a:t>
            </a:r>
          </a:p>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構造</a:t>
            </a:r>
          </a:p>
        </p:txBody>
      </p:sp>
      <p:sp>
        <p:nvSpPr>
          <p:cNvPr id="38" name="">
            <a:extLst xmlns:a="http://schemas.openxmlformats.org/drawingml/2006/main">
              <a:ext uri="{FF2B5EF4-FFF2-40B4-BE49-F238E27FC236}">
                <a16:creationId xmlns:a16="http://schemas.microsoft.com/office/drawing/2014/main" id="{3A71BF71-C3BB-47F7-BBBC-291A9DAC4C72}"/>
              </a:ext>
            </a:extLst>
          </p:cNvPr>
          <p:cNvSpPr>
            <a:spLocks xmlns:a="http://schemas.openxmlformats.org/drawingml/2006/main" noGrp="1"/>
          </p:cNvSpPr>
          <p:nvPr/>
        </p:nvSpPr>
        <p:spPr>
          <a:xfrm xmlns:a="http://schemas.openxmlformats.org/drawingml/2006/main">
            <a:off x="7696200" y="5734050"/>
            <a:ext cx="1657350" cy="476250"/>
          </a:xfrm>
          <a:prstGeom xmlns:a="http://schemas.openxmlformats.org/drawingml/2006/main" prst="rect">
            <a:avLst/>
          </a:prstGeom>
          <a:solidFill xmlns:a="http://schemas.openxmlformats.org/drawingml/2006/main">
            <a:srgbClr val="E4DED4"/>
          </a:solidFill>
          <a:ln xmlns:a="http://schemas.openxmlformats.org/drawingml/2006/main" w="9525">
            <a:solidFill>
              <a:srgbClr val="E4DED4"/>
            </a:solidFill>
            <a:prstDash val="solid"/>
          </a:ln>
        </p:spPr>
      </p:sp>
      <p:sp>
        <p:nvSpPr>
          <p:cNvPr id="39" name="">
            <a:extLst xmlns:a="http://schemas.openxmlformats.org/drawingml/2006/main">
              <a:ext uri="{FF2B5EF4-FFF2-40B4-BE49-F238E27FC236}">
                <a16:creationId xmlns:a16="http://schemas.microsoft.com/office/drawing/2014/main" id="{2327AD92-F7D1-4FA8-9BB3-8BF12068906F}"/>
              </a:ext>
            </a:extLst>
          </p:cNvPr>
          <p:cNvSpPr>
            <a:spLocks xmlns:a="http://schemas.openxmlformats.org/drawingml/2006/main" noGrp="1"/>
          </p:cNvSpPr>
          <p:nvPr/>
        </p:nvSpPr>
        <p:spPr>
          <a:xfrm xmlns:a="http://schemas.openxmlformats.org/drawingml/2006/main">
            <a:off x="78105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L4</a:t>
            </a:r>
          </a:p>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候補</a:t>
            </a:r>
          </a:p>
        </p:txBody>
      </p:sp>
      <p:sp>
        <p:nvSpPr>
          <p:cNvPr id="40" name="">
            <a:extLst xmlns:a="http://schemas.openxmlformats.org/drawingml/2006/main">
              <a:ext uri="{FF2B5EF4-FFF2-40B4-BE49-F238E27FC236}">
                <a16:creationId xmlns:a16="http://schemas.microsoft.com/office/drawing/2014/main" id="{11A1144F-BB71-4FCF-AE94-7060678C59CA}"/>
              </a:ext>
            </a:extLst>
          </p:cNvPr>
          <p:cNvSpPr>
            <a:spLocks xmlns:a="http://schemas.openxmlformats.org/drawingml/2006/main" noGrp="1"/>
          </p:cNvSpPr>
          <p:nvPr/>
        </p:nvSpPr>
        <p:spPr>
          <a:xfrm xmlns:a="http://schemas.openxmlformats.org/drawingml/2006/main">
            <a:off x="9448800" y="5734050"/>
            <a:ext cx="1657350" cy="476250"/>
          </a:xfrm>
          <a:prstGeom xmlns:a="http://schemas.openxmlformats.org/drawingml/2006/main" prst="rect">
            <a:avLst/>
          </a:prstGeom>
          <a:solidFill xmlns:a="http://schemas.openxmlformats.org/drawingml/2006/main">
            <a:srgbClr val="E4DED4"/>
          </a:solidFill>
          <a:ln xmlns:a="http://schemas.openxmlformats.org/drawingml/2006/main" w="9525">
            <a:solidFill>
              <a:srgbClr val="E4DED4"/>
            </a:solidFill>
            <a:prstDash val="solid"/>
          </a:ln>
        </p:spPr>
      </p:sp>
      <p:sp>
        <p:nvSpPr>
          <p:cNvPr id="41" name="">
            <a:extLst xmlns:a="http://schemas.openxmlformats.org/drawingml/2006/main">
              <a:ext uri="{FF2B5EF4-FFF2-40B4-BE49-F238E27FC236}">
                <a16:creationId xmlns:a16="http://schemas.microsoft.com/office/drawing/2014/main" id="{361C4ED2-D5D1-45D5-8C5F-31A4E32913A0}"/>
              </a:ext>
            </a:extLst>
          </p:cNvPr>
          <p:cNvSpPr>
            <a:spLocks xmlns:a="http://schemas.openxmlformats.org/drawingml/2006/main" noGrp="1"/>
          </p:cNvSpPr>
          <p:nvPr/>
        </p:nvSpPr>
        <p:spPr>
          <a:xfrm xmlns:a="http://schemas.openxmlformats.org/drawingml/2006/main">
            <a:off x="95631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L5</a:t>
            </a:r>
          </a:p>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介入圧縮</a:t>
            </a:r>
          </a:p>
        </p:txBody>
      </p:sp>
    </p:spTree>
    <p:extLst>
      <p:ext uri="{BB962C8B-B14F-4D97-AF65-F5344CB8AC3E}">
        <p14:creationId xmlns:p14="http://schemas.microsoft.com/office/powerpoint/2010/main" val="1462646172"/>
      </p:ext>
    </p:extLst>
  </p:cSld>
</p:sld>
</file>

<file path=ppt/slides/slide6.xml><?xml version="1.0" encoding="utf-8"?>
<p:sld xmlns:p="http://schemas.openxmlformats.org/presentationml/2006/main">
  <p:cSld>
    <p:bg>
      <p:bgPr>
        <a:solidFill xmlns:a="http://schemas.openxmlformats.org/drawingml/2006/main">
          <a:srgbClr val="ECE7E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35B9CDA-FD8D-40E9-89DE-E78767D3149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245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881AFAD-397E-48CF-B2EF-0CEA08596A9C}"/>
              </a:ext>
            </a:extLst>
          </p:cNvPr>
          <p:cNvSpPr>
            <a:spLocks xmlns:a="http://schemas.openxmlformats.org/drawingml/2006/main" noGrp="1"/>
          </p:cNvSpPr>
          <p:nvPr/>
        </p:nvSpPr>
        <p:spPr>
          <a:xfrm xmlns:a="http://schemas.openxmlformats.org/drawingml/2006/main">
            <a:off x="514350" y="400050"/>
            <a:ext cx="76200" cy="266700"/>
          </a:xfrm>
          <a:prstGeom xmlns:a="http://schemas.openxmlformats.org/drawingml/2006/main" prst="rect">
            <a:avLst/>
          </a:prstGeom>
          <a:solidFill xmlns:a="http://schemas.openxmlformats.org/drawingml/2006/main">
            <a:srgbClr val="33824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E4D9A80-DB72-472D-A024-117B4E6B495A}"/>
              </a:ext>
            </a:extLst>
          </p:cNvPr>
          <p:cNvSpPr>
            <a:spLocks xmlns:a="http://schemas.openxmlformats.org/drawingml/2006/main" noGrp="1"/>
          </p:cNvSpPr>
          <p:nvPr/>
        </p:nvSpPr>
        <p:spPr>
          <a:xfrm xmlns:a="http://schemas.openxmlformats.org/drawingml/2006/main">
            <a:off x="704850" y="381000"/>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33824A"/>
                </a:solidFill>
                <a:latin typeface="Yu Gothic"/>
                <a:ea typeface="Yu Gothic"/>
                <a:cs typeface="Yu Gothic"/>
              </a:defRPr>
            </a:pPr>
            <a:r>
              <a:rPr sz="975" b="1">
                <a:solidFill>
                  <a:srgbClr val="33824A"/>
                </a:solidFill>
                <a:latin typeface="Yu Gothic"/>
                <a:ea typeface="Yu Gothic"/>
                <a:cs typeface="Yu Gothic"/>
              </a:rPr>
              <a:t>REDEFINE TEST AUTOMATION</a:t>
            </a:r>
          </a:p>
        </p:txBody>
      </p:sp>
      <p:sp>
        <p:nvSpPr>
          <p:cNvPr id="4" name="">
            <a:extLst xmlns:a="http://schemas.openxmlformats.org/drawingml/2006/main">
              <a:ext uri="{FF2B5EF4-FFF2-40B4-BE49-F238E27FC236}">
                <a16:creationId xmlns:a16="http://schemas.microsoft.com/office/drawing/2014/main" id="{94B2368E-E9E5-4957-AAC9-F6A5863C1429}"/>
              </a:ext>
            </a:extLst>
          </p:cNvPr>
          <p:cNvSpPr>
            <a:spLocks xmlns:a="http://schemas.openxmlformats.org/drawingml/2006/main" noGrp="1"/>
          </p:cNvSpPr>
          <p:nvPr/>
        </p:nvSpPr>
        <p:spPr>
          <a:xfrm xmlns:a="http://schemas.openxmlformats.org/drawingml/2006/main">
            <a:off x="533400" y="857250"/>
            <a:ext cx="1000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72452"/>
                </a:solidFill>
                <a:latin typeface="Yu Gothic"/>
                <a:ea typeface="Yu Gothic"/>
                <a:cs typeface="Yu Gothic"/>
              </a:defRPr>
            </a:pPr>
            <a:r>
              <a:rPr sz="2700" b="1">
                <a:solidFill>
                  <a:srgbClr val="172452"/>
                </a:solidFill>
                <a:latin typeface="Yu Gothic"/>
                <a:ea typeface="Yu Gothic"/>
                <a:cs typeface="Yu Gothic"/>
              </a:rPr>
              <a:t>テスト自動化とは、判断材料を自動で集めること</a:t>
            </a:r>
          </a:p>
        </p:txBody>
      </p:sp>
      <p:sp>
        <p:nvSpPr>
          <p:cNvPr id="5" name="">
            <a:extLst xmlns:a="http://schemas.openxmlformats.org/drawingml/2006/main">
              <a:ext uri="{FF2B5EF4-FFF2-40B4-BE49-F238E27FC236}">
                <a16:creationId xmlns:a16="http://schemas.microsoft.com/office/drawing/2014/main" id="{337D7486-2E13-4B3F-97F8-53ED38223DF7}"/>
              </a:ext>
            </a:extLst>
          </p:cNvPr>
          <p:cNvSpPr>
            <a:spLocks xmlns:a="http://schemas.openxmlformats.org/drawingml/2006/main" noGrp="1"/>
          </p:cNvSpPr>
          <p:nvPr/>
        </p:nvSpPr>
        <p:spPr>
          <a:xfrm xmlns:a="http://schemas.openxmlformats.org/drawingml/2006/main">
            <a:off x="11125200" y="632460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52607A"/>
                </a:solidFill>
                <a:latin typeface="Yu Gothic"/>
                <a:ea typeface="Yu Gothic"/>
                <a:cs typeface="Yu Gothic"/>
              </a:defRPr>
            </a:pPr>
            <a:r>
              <a:rPr sz="900" b="0">
                <a:solidFill>
                  <a:srgbClr val="52607A"/>
                </a:solidFill>
                <a:latin typeface="Yu Gothic"/>
                <a:ea typeface="Yu Gothic"/>
                <a:cs typeface="Yu Gothic"/>
              </a:rPr>
              <a:t>6</a:t>
            </a:r>
          </a:p>
        </p:txBody>
      </p:sp>
      <p:sp>
        <p:nvSpPr>
          <p:cNvPr id="6" name="">
            <a:extLst xmlns:a="http://schemas.openxmlformats.org/drawingml/2006/main">
              <a:ext uri="{FF2B5EF4-FFF2-40B4-BE49-F238E27FC236}">
                <a16:creationId xmlns:a16="http://schemas.microsoft.com/office/drawing/2014/main" id="{C64F539C-AA6A-44EA-8DAC-E7C8C7423CE7}"/>
              </a:ext>
            </a:extLst>
          </p:cNvPr>
          <p:cNvSpPr>
            <a:spLocks xmlns:a="http://schemas.openxmlformats.org/drawingml/2006/main" noGrp="1"/>
          </p:cNvSpPr>
          <p:nvPr/>
        </p:nvSpPr>
        <p:spPr>
          <a:xfrm xmlns:a="http://schemas.openxmlformats.org/drawingml/2006/main">
            <a:off x="819150" y="1790700"/>
            <a:ext cx="4524375" cy="2000250"/>
          </a:xfrm>
          <a:prstGeom xmlns:a="http://schemas.openxmlformats.org/drawingml/2006/main" prst="rect">
            <a:avLst/>
          </a:prstGeom>
          <a:solidFill xmlns:a="http://schemas.openxmlformats.org/drawingml/2006/main">
            <a:srgbClr val="FBF8F2"/>
          </a:solidFill>
          <a:ln xmlns:a="http://schemas.openxmlformats.org/drawingml/2006/main" w="9525">
            <a:solidFill>
              <a:srgbClr val="D5CEC4"/>
            </a:solidFill>
            <a:prstDash val="solid"/>
          </a:ln>
        </p:spPr>
      </p:sp>
      <p:sp>
        <p:nvSpPr>
          <p:cNvPr id="7" name="">
            <a:extLst xmlns:a="http://schemas.openxmlformats.org/drawingml/2006/main">
              <a:ext uri="{FF2B5EF4-FFF2-40B4-BE49-F238E27FC236}">
                <a16:creationId xmlns:a16="http://schemas.microsoft.com/office/drawing/2014/main" id="{3BF47A1B-ECD9-4D8C-A697-5C1913FBE485}"/>
              </a:ext>
            </a:extLst>
          </p:cNvPr>
          <p:cNvSpPr>
            <a:spLocks xmlns:a="http://schemas.openxmlformats.org/drawingml/2006/main" noGrp="1"/>
          </p:cNvSpPr>
          <p:nvPr/>
        </p:nvSpPr>
        <p:spPr>
          <a:xfrm xmlns:a="http://schemas.openxmlformats.org/drawingml/2006/main">
            <a:off x="819150" y="1790700"/>
            <a:ext cx="66675" cy="2000250"/>
          </a:xfrm>
          <a:prstGeom xmlns:a="http://schemas.openxmlformats.org/drawingml/2006/main" prst="rect">
            <a:avLst/>
          </a:prstGeom>
          <a:solidFill xmlns:a="http://schemas.openxmlformats.org/drawingml/2006/main">
            <a:srgbClr val="52607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6096F2E-6C3D-4C3C-AC2A-19C3ECC0EEAD}"/>
              </a:ext>
            </a:extLst>
          </p:cNvPr>
          <p:cNvSpPr>
            <a:spLocks xmlns:a="http://schemas.openxmlformats.org/drawingml/2006/main" noGrp="1"/>
          </p:cNvSpPr>
          <p:nvPr/>
        </p:nvSpPr>
        <p:spPr>
          <a:xfrm xmlns:a="http://schemas.openxmlformats.org/drawingml/2006/main">
            <a:off x="1047750" y="1943100"/>
            <a:ext cx="40671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52607A"/>
                </a:solidFill>
                <a:latin typeface="Yu Gothic"/>
                <a:ea typeface="Yu Gothic"/>
                <a:cs typeface="Yu Gothic"/>
              </a:defRPr>
            </a:pPr>
            <a:r>
              <a:rPr sz="1500" b="1">
                <a:solidFill>
                  <a:srgbClr val="52607A"/>
                </a:solidFill>
                <a:latin typeface="Yu Gothic"/>
                <a:ea typeface="Yu Gothic"/>
                <a:cs typeface="Yu Gothic"/>
              </a:rPr>
              <a:t>従来の見方</a:t>
            </a:r>
          </a:p>
        </p:txBody>
      </p:sp>
      <p:sp>
        <p:nvSpPr>
          <p:cNvPr id="9" name="">
            <a:extLst xmlns:a="http://schemas.openxmlformats.org/drawingml/2006/main">
              <a:ext uri="{FF2B5EF4-FFF2-40B4-BE49-F238E27FC236}">
                <a16:creationId xmlns:a16="http://schemas.microsoft.com/office/drawing/2014/main" id="{504DD88B-DF59-4459-B54C-84B8D2804F18}"/>
              </a:ext>
            </a:extLst>
          </p:cNvPr>
          <p:cNvSpPr>
            <a:spLocks xmlns:a="http://schemas.openxmlformats.org/drawingml/2006/main" noGrp="1"/>
          </p:cNvSpPr>
          <p:nvPr/>
        </p:nvSpPr>
        <p:spPr>
          <a:xfrm xmlns:a="http://schemas.openxmlformats.org/drawingml/2006/main">
            <a:off x="1047750" y="2324100"/>
            <a:ext cx="4067175"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52607A"/>
                </a:solidFill>
                <a:latin typeface="Yu Gothic"/>
                <a:ea typeface="Yu Gothic"/>
                <a:cs typeface="Yu Gothic"/>
              </a:defRPr>
            </a:pPr>
            <a:r>
              <a:rPr sz="1800" b="0">
                <a:solidFill>
                  <a:srgbClr val="52607A"/>
                </a:solidFill>
                <a:latin typeface="Yu Gothic"/>
                <a:ea typeface="Yu Gothic"/>
                <a:cs typeface="Yu Gothic"/>
              </a:rPr>
              <a:t>人間が書くテストコードを、AIやツールで速く作る。</a:t>
            </a:r>
          </a:p>
        </p:txBody>
      </p:sp>
      <p:sp>
        <p:nvSpPr>
          <p:cNvPr id="10" name="">
            <a:extLst xmlns:a="http://schemas.openxmlformats.org/drawingml/2006/main">
              <a:ext uri="{FF2B5EF4-FFF2-40B4-BE49-F238E27FC236}">
                <a16:creationId xmlns:a16="http://schemas.microsoft.com/office/drawing/2014/main" id="{386A586C-F0F5-4D6D-945D-988C08F18997}"/>
              </a:ext>
            </a:extLst>
          </p:cNvPr>
          <p:cNvSpPr>
            <a:spLocks xmlns:a="http://schemas.openxmlformats.org/drawingml/2006/main" noGrp="1"/>
          </p:cNvSpPr>
          <p:nvPr/>
        </p:nvSpPr>
        <p:spPr>
          <a:xfrm xmlns:a="http://schemas.openxmlformats.org/drawingml/2006/main">
            <a:off x="6381750" y="1790700"/>
            <a:ext cx="4524375" cy="2000250"/>
          </a:xfrm>
          <a:prstGeom xmlns:a="http://schemas.openxmlformats.org/drawingml/2006/main" prst="rect">
            <a:avLst/>
          </a:prstGeom>
          <a:solidFill xmlns:a="http://schemas.openxmlformats.org/drawingml/2006/main">
            <a:srgbClr val="FBF8F2"/>
          </a:solidFill>
          <a:ln xmlns:a="http://schemas.openxmlformats.org/drawingml/2006/main" w="9525">
            <a:solidFill>
              <a:srgbClr val="D5CEC4"/>
            </a:solidFill>
            <a:prstDash val="solid"/>
          </a:ln>
        </p:spPr>
      </p:sp>
      <p:sp>
        <p:nvSpPr>
          <p:cNvPr id="11" name="">
            <a:extLst xmlns:a="http://schemas.openxmlformats.org/drawingml/2006/main">
              <a:ext uri="{FF2B5EF4-FFF2-40B4-BE49-F238E27FC236}">
                <a16:creationId xmlns:a16="http://schemas.microsoft.com/office/drawing/2014/main" id="{B0E89749-3455-4ADB-BB8A-369F808F4A77}"/>
              </a:ext>
            </a:extLst>
          </p:cNvPr>
          <p:cNvSpPr>
            <a:spLocks xmlns:a="http://schemas.openxmlformats.org/drawingml/2006/main" noGrp="1"/>
          </p:cNvSpPr>
          <p:nvPr/>
        </p:nvSpPr>
        <p:spPr>
          <a:xfrm xmlns:a="http://schemas.openxmlformats.org/drawingml/2006/main">
            <a:off x="6381750" y="1790700"/>
            <a:ext cx="66675" cy="2000250"/>
          </a:xfrm>
          <a:prstGeom xmlns:a="http://schemas.openxmlformats.org/drawingml/2006/main" prst="rect">
            <a:avLst/>
          </a:prstGeom>
          <a:solidFill xmlns:a="http://schemas.openxmlformats.org/drawingml/2006/main">
            <a:srgbClr val="C85B1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F3CD575-7371-4A0E-A6BB-7E81B6DCC67A}"/>
              </a:ext>
            </a:extLst>
          </p:cNvPr>
          <p:cNvSpPr>
            <a:spLocks xmlns:a="http://schemas.openxmlformats.org/drawingml/2006/main" noGrp="1"/>
          </p:cNvSpPr>
          <p:nvPr/>
        </p:nvSpPr>
        <p:spPr>
          <a:xfrm xmlns:a="http://schemas.openxmlformats.org/drawingml/2006/main">
            <a:off x="6610350" y="1943100"/>
            <a:ext cx="40671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C85B1A"/>
                </a:solidFill>
                <a:latin typeface="Yu Gothic"/>
                <a:ea typeface="Yu Gothic"/>
                <a:cs typeface="Yu Gothic"/>
              </a:defRPr>
            </a:pPr>
            <a:r>
              <a:rPr sz="1500" b="1">
                <a:solidFill>
                  <a:srgbClr val="C85B1A"/>
                </a:solidFill>
                <a:latin typeface="Yu Gothic"/>
                <a:ea typeface="Yu Gothic"/>
                <a:cs typeface="Yu Gothic"/>
              </a:rPr>
              <a:t>今日の見方</a:t>
            </a:r>
          </a:p>
        </p:txBody>
      </p:sp>
      <p:sp>
        <p:nvSpPr>
          <p:cNvPr id="13" name="">
            <a:extLst xmlns:a="http://schemas.openxmlformats.org/drawingml/2006/main">
              <a:ext uri="{FF2B5EF4-FFF2-40B4-BE49-F238E27FC236}">
                <a16:creationId xmlns:a16="http://schemas.microsoft.com/office/drawing/2014/main" id="{D13577A3-A947-4EDB-8ECD-85C0AC0A8163}"/>
              </a:ext>
            </a:extLst>
          </p:cNvPr>
          <p:cNvSpPr>
            <a:spLocks xmlns:a="http://schemas.openxmlformats.org/drawingml/2006/main" noGrp="1"/>
          </p:cNvSpPr>
          <p:nvPr/>
        </p:nvSpPr>
        <p:spPr>
          <a:xfrm xmlns:a="http://schemas.openxmlformats.org/drawingml/2006/main">
            <a:off x="6610350" y="2324100"/>
            <a:ext cx="4067175"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52607A"/>
                </a:solidFill>
                <a:latin typeface="Yu Gothic"/>
                <a:ea typeface="Yu Gothic"/>
                <a:cs typeface="Yu Gothic"/>
              </a:defRPr>
            </a:pPr>
            <a:r>
              <a:rPr sz="1800" b="0">
                <a:solidFill>
                  <a:srgbClr val="52607A"/>
                </a:solidFill>
                <a:latin typeface="Yu Gothic"/>
                <a:ea typeface="Yu Gothic"/>
                <a:cs typeface="Yu Gothic"/>
              </a:rPr>
              <a:t>AIが変更したあと、人間が受け入れ判断できる材料を自動で集める。</a:t>
            </a:r>
          </a:p>
        </p:txBody>
      </p:sp>
      <p:sp>
        <p:nvSpPr>
          <p:cNvPr id="14" name="">
            <a:extLst xmlns:a="http://schemas.openxmlformats.org/drawingml/2006/main">
              <a:ext uri="{FF2B5EF4-FFF2-40B4-BE49-F238E27FC236}">
                <a16:creationId xmlns:a16="http://schemas.microsoft.com/office/drawing/2014/main" id="{D907F2EE-F829-4DAC-AD59-4EB15E5DAB9E}"/>
              </a:ext>
            </a:extLst>
          </p:cNvPr>
          <p:cNvSpPr>
            <a:spLocks xmlns:a="http://schemas.openxmlformats.org/drawingml/2006/main" noGrp="1"/>
          </p:cNvSpPr>
          <p:nvPr/>
        </p:nvSpPr>
        <p:spPr>
          <a:xfrm xmlns:a="http://schemas.openxmlformats.org/drawingml/2006/main">
            <a:off x="5562600" y="2647950"/>
            <a:ext cx="533400" cy="57150"/>
          </a:xfrm>
          <a:prstGeom xmlns:a="http://schemas.openxmlformats.org/drawingml/2006/main" prst="rect">
            <a:avLst/>
          </a:prstGeom>
          <a:solidFill xmlns:a="http://schemas.openxmlformats.org/drawingml/2006/main">
            <a:srgbClr val="C85B1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C0CF40F-5A8A-4BC5-9F4B-1C93E0514835}"/>
              </a:ext>
            </a:extLst>
          </p:cNvPr>
          <p:cNvSpPr>
            <a:spLocks xmlns:a="http://schemas.openxmlformats.org/drawingml/2006/main" noGrp="1"/>
          </p:cNvSpPr>
          <p:nvPr/>
        </p:nvSpPr>
        <p:spPr>
          <a:xfrm xmlns:a="http://schemas.openxmlformats.org/drawingml/2006/main">
            <a:off x="2000250" y="4572000"/>
            <a:ext cx="800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a:solidFill>
                  <a:srgbClr val="14204A"/>
                </a:solidFill>
                <a:latin typeface="Yu Gothic"/>
                <a:ea typeface="Yu Gothic"/>
                <a:cs typeface="Yu Gothic"/>
              </a:defRPr>
            </a:pPr>
            <a:r>
              <a:rPr sz="1950" b="1">
                <a:solidFill>
                  <a:srgbClr val="14204A"/>
                </a:solidFill>
                <a:latin typeface="Yu Gothic"/>
                <a:ea typeface="Yu Gothic"/>
                <a:cs typeface="Yu Gothic"/>
              </a:rPr>
              <a:t>テストはゴールではなく、判断のためのセンサー</a:t>
            </a:r>
          </a:p>
        </p:txBody>
      </p:sp>
    </p:spTree>
    <p:extLst>
      <p:ext uri="{BB962C8B-B14F-4D97-AF65-F5344CB8AC3E}">
        <p14:creationId xmlns:p14="http://schemas.microsoft.com/office/powerpoint/2010/main" val="51663654"/>
      </p:ext>
    </p:extLst>
  </p:cSld>
</p:sld>
</file>

<file path=ppt/slides/slide7.xml><?xml version="1.0" encoding="utf-8"?>
<p:sld xmlns:p="http://schemas.openxmlformats.org/presentationml/2006/main">
  <p:cSld>
    <p:bg>
      <p:bgPr>
        <a:solidFill xmlns:a="http://schemas.openxmlformats.org/drawingml/2006/main">
          <a:srgbClr val="ECE7E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702EB27-F6D7-4445-95AB-9AADDFF3FFD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245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8CD1674-D826-4941-A755-18A3B63500B0}"/>
              </a:ext>
            </a:extLst>
          </p:cNvPr>
          <p:cNvSpPr>
            <a:spLocks xmlns:a="http://schemas.openxmlformats.org/drawingml/2006/main" noGrp="1"/>
          </p:cNvSpPr>
          <p:nvPr/>
        </p:nvSpPr>
        <p:spPr>
          <a:xfrm xmlns:a="http://schemas.openxmlformats.org/drawingml/2006/main">
            <a:off x="514350" y="400050"/>
            <a:ext cx="76200" cy="266700"/>
          </a:xfrm>
          <a:prstGeom xmlns:a="http://schemas.openxmlformats.org/drawingml/2006/main" prst="rect">
            <a:avLst/>
          </a:prstGeom>
          <a:solidFill xmlns:a="http://schemas.openxmlformats.org/drawingml/2006/main">
            <a:srgbClr val="33824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99CB18B-FFA1-45E7-AD5F-D1FBA48996D8}"/>
              </a:ext>
            </a:extLst>
          </p:cNvPr>
          <p:cNvSpPr>
            <a:spLocks xmlns:a="http://schemas.openxmlformats.org/drawingml/2006/main" noGrp="1"/>
          </p:cNvSpPr>
          <p:nvPr/>
        </p:nvSpPr>
        <p:spPr>
          <a:xfrm xmlns:a="http://schemas.openxmlformats.org/drawingml/2006/main">
            <a:off x="704850" y="381000"/>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33824A"/>
                </a:solidFill>
                <a:latin typeface="Yu Gothic"/>
                <a:ea typeface="Yu Gothic"/>
                <a:cs typeface="Yu Gothic"/>
              </a:defRPr>
            </a:pPr>
            <a:r>
              <a:rPr sz="975" b="1">
                <a:solidFill>
                  <a:srgbClr val="33824A"/>
                </a:solidFill>
                <a:latin typeface="Yu Gothic"/>
                <a:ea typeface="Yu Gothic"/>
                <a:cs typeface="Yu Gothic"/>
              </a:rPr>
              <a:t>AI AGENT</a:t>
            </a:r>
          </a:p>
        </p:txBody>
      </p:sp>
      <p:sp>
        <p:nvSpPr>
          <p:cNvPr id="4" name="">
            <a:extLst xmlns:a="http://schemas.openxmlformats.org/drawingml/2006/main">
              <a:ext uri="{FF2B5EF4-FFF2-40B4-BE49-F238E27FC236}">
                <a16:creationId xmlns:a16="http://schemas.microsoft.com/office/drawing/2014/main" id="{CE1D3C77-08B8-400A-B9FE-84FCC3604676}"/>
              </a:ext>
            </a:extLst>
          </p:cNvPr>
          <p:cNvSpPr>
            <a:spLocks xmlns:a="http://schemas.openxmlformats.org/drawingml/2006/main" noGrp="1"/>
          </p:cNvSpPr>
          <p:nvPr/>
        </p:nvSpPr>
        <p:spPr>
          <a:xfrm xmlns:a="http://schemas.openxmlformats.org/drawingml/2006/main">
            <a:off x="533400" y="857250"/>
            <a:ext cx="1000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72452"/>
                </a:solidFill>
                <a:latin typeface="Yu Gothic"/>
                <a:ea typeface="Yu Gothic"/>
                <a:cs typeface="Yu Gothic"/>
              </a:defRPr>
            </a:pPr>
            <a:r>
              <a:rPr sz="2700" b="1">
                <a:solidFill>
                  <a:srgbClr val="172452"/>
                </a:solidFill>
                <a:latin typeface="Yu Gothic"/>
                <a:ea typeface="Yu Gothic"/>
                <a:cs typeface="Yu Gothic"/>
              </a:rPr>
              <a:t>AIエージェントは便利だが、受け入れ責任は残る</a:t>
            </a:r>
          </a:p>
        </p:txBody>
      </p:sp>
      <p:sp>
        <p:nvSpPr>
          <p:cNvPr id="5" name="">
            <a:extLst xmlns:a="http://schemas.openxmlformats.org/drawingml/2006/main">
              <a:ext uri="{FF2B5EF4-FFF2-40B4-BE49-F238E27FC236}">
                <a16:creationId xmlns:a16="http://schemas.microsoft.com/office/drawing/2014/main" id="{38535533-AB3E-4635-B966-71C491838608}"/>
              </a:ext>
            </a:extLst>
          </p:cNvPr>
          <p:cNvSpPr>
            <a:spLocks xmlns:a="http://schemas.openxmlformats.org/drawingml/2006/main" noGrp="1"/>
          </p:cNvSpPr>
          <p:nvPr/>
        </p:nvSpPr>
        <p:spPr>
          <a:xfrm xmlns:a="http://schemas.openxmlformats.org/drawingml/2006/main">
            <a:off x="11125200" y="632460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52607A"/>
                </a:solidFill>
                <a:latin typeface="Yu Gothic"/>
                <a:ea typeface="Yu Gothic"/>
                <a:cs typeface="Yu Gothic"/>
              </a:defRPr>
            </a:pPr>
            <a:r>
              <a:rPr sz="900" b="0">
                <a:solidFill>
                  <a:srgbClr val="52607A"/>
                </a:solidFill>
                <a:latin typeface="Yu Gothic"/>
                <a:ea typeface="Yu Gothic"/>
                <a:cs typeface="Yu Gothic"/>
              </a:rPr>
              <a:t>7</a:t>
            </a:r>
          </a:p>
        </p:txBody>
      </p:sp>
      <p:sp>
        <p:nvSpPr>
          <p:cNvPr id="6" name="">
            <a:extLst xmlns:a="http://schemas.openxmlformats.org/drawingml/2006/main">
              <a:ext uri="{FF2B5EF4-FFF2-40B4-BE49-F238E27FC236}">
                <a16:creationId xmlns:a16="http://schemas.microsoft.com/office/drawing/2014/main" id="{317FCA99-C122-41AE-BA64-53ACD4962702}"/>
              </a:ext>
            </a:extLst>
          </p:cNvPr>
          <p:cNvSpPr>
            <a:spLocks xmlns:a="http://schemas.openxmlformats.org/drawingml/2006/main" noGrp="1"/>
          </p:cNvSpPr>
          <p:nvPr/>
        </p:nvSpPr>
        <p:spPr>
          <a:xfrm xmlns:a="http://schemas.openxmlformats.org/drawingml/2006/main">
            <a:off x="781050" y="1657350"/>
            <a:ext cx="10382250" cy="457200"/>
          </a:xfrm>
          <a:prstGeom xmlns:a="http://schemas.openxmlformats.org/drawingml/2006/main" prst="rect">
            <a:avLst/>
          </a:prstGeom>
          <a:solidFill xmlns:a="http://schemas.openxmlformats.org/drawingml/2006/main">
            <a:srgbClr val="172452"/>
          </a:solidFill>
          <a:ln xmlns:a="http://schemas.openxmlformats.org/drawingml/2006/main" w="9525">
            <a:solidFill>
              <a:srgbClr val="172452"/>
            </a:solidFill>
            <a:prstDash val="solid"/>
          </a:ln>
        </p:spPr>
      </p:sp>
      <p:sp>
        <p:nvSpPr>
          <p:cNvPr id="7" name="">
            <a:extLst xmlns:a="http://schemas.openxmlformats.org/drawingml/2006/main">
              <a:ext uri="{FF2B5EF4-FFF2-40B4-BE49-F238E27FC236}">
                <a16:creationId xmlns:a16="http://schemas.microsoft.com/office/drawing/2014/main" id="{E3C7DBFD-9263-4FE3-8CDC-3C634C73FCDE}"/>
              </a:ext>
            </a:extLst>
          </p:cNvPr>
          <p:cNvSpPr>
            <a:spLocks xmlns:a="http://schemas.openxmlformats.org/drawingml/2006/main" noGrp="1"/>
          </p:cNvSpPr>
          <p:nvPr/>
        </p:nvSpPr>
        <p:spPr>
          <a:xfrm xmlns:a="http://schemas.openxmlformats.org/drawingml/2006/main">
            <a:off x="895350" y="1743075"/>
            <a:ext cx="2914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FFFFF"/>
                </a:solidFill>
                <a:latin typeface="Yu Gothic"/>
                <a:ea typeface="Yu Gothic"/>
                <a:cs typeface="Yu Gothic"/>
              </a:defRPr>
            </a:pPr>
            <a:r>
              <a:rPr sz="1200" b="1">
                <a:solidFill>
                  <a:srgbClr val="FFFFFF"/>
                </a:solidFill>
                <a:latin typeface="Yu Gothic"/>
                <a:ea typeface="Yu Gothic"/>
                <a:cs typeface="Yu Gothic"/>
              </a:rPr>
              <a:t>AIができること</a:t>
            </a:r>
          </a:p>
        </p:txBody>
      </p:sp>
      <p:sp>
        <p:nvSpPr>
          <p:cNvPr id="8" name="">
            <a:extLst xmlns:a="http://schemas.openxmlformats.org/drawingml/2006/main">
              <a:ext uri="{FF2B5EF4-FFF2-40B4-BE49-F238E27FC236}">
                <a16:creationId xmlns:a16="http://schemas.microsoft.com/office/drawing/2014/main" id="{68D00620-2D48-49B9-BC42-C0DF819DF75F}"/>
              </a:ext>
            </a:extLst>
          </p:cNvPr>
          <p:cNvSpPr>
            <a:spLocks xmlns:a="http://schemas.openxmlformats.org/drawingml/2006/main" noGrp="1"/>
          </p:cNvSpPr>
          <p:nvPr/>
        </p:nvSpPr>
        <p:spPr>
          <a:xfrm xmlns:a="http://schemas.openxmlformats.org/drawingml/2006/main">
            <a:off x="4038600" y="1743075"/>
            <a:ext cx="3200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FFFFF"/>
                </a:solidFill>
                <a:latin typeface="Yu Gothic"/>
                <a:ea typeface="Yu Gothic"/>
                <a:cs typeface="Yu Gothic"/>
              </a:defRPr>
            </a:pPr>
            <a:r>
              <a:rPr sz="1200" b="1">
                <a:solidFill>
                  <a:srgbClr val="FFFFFF"/>
                </a:solidFill>
                <a:latin typeface="Yu Gothic"/>
                <a:ea typeface="Yu Gothic"/>
                <a:cs typeface="Yu Gothic"/>
              </a:rPr>
              <a:t>残るリスク</a:t>
            </a:r>
          </a:p>
        </p:txBody>
      </p:sp>
      <p:sp>
        <p:nvSpPr>
          <p:cNvPr id="9" name="">
            <a:extLst xmlns:a="http://schemas.openxmlformats.org/drawingml/2006/main">
              <a:ext uri="{FF2B5EF4-FFF2-40B4-BE49-F238E27FC236}">
                <a16:creationId xmlns:a16="http://schemas.microsoft.com/office/drawing/2014/main" id="{44B6B4C0-26F7-4623-BA90-6C58264A73F4}"/>
              </a:ext>
            </a:extLst>
          </p:cNvPr>
          <p:cNvSpPr>
            <a:spLocks xmlns:a="http://schemas.openxmlformats.org/drawingml/2006/main" noGrp="1"/>
          </p:cNvSpPr>
          <p:nvPr/>
        </p:nvSpPr>
        <p:spPr>
          <a:xfrm xmlns:a="http://schemas.openxmlformats.org/drawingml/2006/main">
            <a:off x="7467600" y="1743075"/>
            <a:ext cx="358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FFFFF"/>
                </a:solidFill>
                <a:latin typeface="Yu Gothic"/>
                <a:ea typeface="Yu Gothic"/>
                <a:cs typeface="Yu Gothic"/>
              </a:defRPr>
            </a:pPr>
            <a:r>
              <a:rPr sz="1200" b="1">
                <a:solidFill>
                  <a:srgbClr val="FFFFFF"/>
                </a:solidFill>
                <a:latin typeface="Yu Gothic"/>
                <a:ea typeface="Yu Gothic"/>
                <a:cs typeface="Yu Gothic"/>
              </a:rPr>
              <a:t>人間が決めること</a:t>
            </a:r>
          </a:p>
        </p:txBody>
      </p:sp>
      <p:sp>
        <p:nvSpPr>
          <p:cNvPr id="10" name="">
            <a:extLst xmlns:a="http://schemas.openxmlformats.org/drawingml/2006/main">
              <a:ext uri="{FF2B5EF4-FFF2-40B4-BE49-F238E27FC236}">
                <a16:creationId xmlns:a16="http://schemas.microsoft.com/office/drawing/2014/main" id="{0CD269A1-0902-4D7A-BDBA-4B1AF6F6E42E}"/>
              </a:ext>
            </a:extLst>
          </p:cNvPr>
          <p:cNvSpPr>
            <a:spLocks xmlns:a="http://schemas.openxmlformats.org/drawingml/2006/main" noGrp="1"/>
          </p:cNvSpPr>
          <p:nvPr/>
        </p:nvSpPr>
        <p:spPr>
          <a:xfrm xmlns:a="http://schemas.openxmlformats.org/drawingml/2006/main">
            <a:off x="781050" y="2114550"/>
            <a:ext cx="10382250" cy="457200"/>
          </a:xfrm>
          <a:prstGeom xmlns:a="http://schemas.openxmlformats.org/drawingml/2006/main" prst="rect">
            <a:avLst/>
          </a:prstGeom>
          <a:solidFill xmlns:a="http://schemas.openxmlformats.org/drawingml/2006/main">
            <a:srgbClr val="FBF8F2"/>
          </a:solidFill>
          <a:ln xmlns:a="http://schemas.openxmlformats.org/drawingml/2006/main" w="9525">
            <a:solidFill>
              <a:srgbClr val="D5CEC4"/>
            </a:solidFill>
            <a:prstDash val="solid"/>
          </a:ln>
        </p:spPr>
      </p:sp>
      <p:sp>
        <p:nvSpPr>
          <p:cNvPr id="11" name="">
            <a:extLst xmlns:a="http://schemas.openxmlformats.org/drawingml/2006/main">
              <a:ext uri="{FF2B5EF4-FFF2-40B4-BE49-F238E27FC236}">
                <a16:creationId xmlns:a16="http://schemas.microsoft.com/office/drawing/2014/main" id="{9B6BEE4F-1602-4F05-88E4-954E1B30941B}"/>
              </a:ext>
            </a:extLst>
          </p:cNvPr>
          <p:cNvSpPr>
            <a:spLocks xmlns:a="http://schemas.openxmlformats.org/drawingml/2006/main" noGrp="1"/>
          </p:cNvSpPr>
          <p:nvPr/>
        </p:nvSpPr>
        <p:spPr>
          <a:xfrm xmlns:a="http://schemas.openxmlformats.org/drawingml/2006/main">
            <a:off x="895350" y="2200275"/>
            <a:ext cx="2914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14204A"/>
                </a:solidFill>
                <a:latin typeface="Yu Gothic"/>
                <a:ea typeface="Yu Gothic"/>
                <a:cs typeface="Yu Gothic"/>
              </a:defRPr>
            </a:pPr>
            <a:r>
              <a:rPr sz="1275" b="1">
                <a:solidFill>
                  <a:srgbClr val="14204A"/>
                </a:solidFill>
                <a:latin typeface="Yu Gothic"/>
                <a:ea typeface="Yu Gothic"/>
                <a:cs typeface="Yu Gothic"/>
              </a:rPr>
              <a:t>読む</a:t>
            </a:r>
          </a:p>
        </p:txBody>
      </p:sp>
      <p:sp>
        <p:nvSpPr>
          <p:cNvPr id="12" name="">
            <a:extLst xmlns:a="http://schemas.openxmlformats.org/drawingml/2006/main">
              <a:ext uri="{FF2B5EF4-FFF2-40B4-BE49-F238E27FC236}">
                <a16:creationId xmlns:a16="http://schemas.microsoft.com/office/drawing/2014/main" id="{6EE1F14A-2859-4585-9B65-4ECF72DC44A4}"/>
              </a:ext>
            </a:extLst>
          </p:cNvPr>
          <p:cNvSpPr>
            <a:spLocks xmlns:a="http://schemas.openxmlformats.org/drawingml/2006/main" noGrp="1"/>
          </p:cNvSpPr>
          <p:nvPr/>
        </p:nvSpPr>
        <p:spPr>
          <a:xfrm xmlns:a="http://schemas.openxmlformats.org/drawingml/2006/main">
            <a:off x="4038600" y="2200275"/>
            <a:ext cx="3200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2607A"/>
                </a:solidFill>
                <a:latin typeface="Yu Gothic"/>
                <a:ea typeface="Yu Gothic"/>
                <a:cs typeface="Yu Gothic"/>
              </a:defRPr>
            </a:pPr>
            <a:r>
              <a:rPr sz="1275" b="0">
                <a:solidFill>
                  <a:srgbClr val="52607A"/>
                </a:solidFill>
                <a:latin typeface="Yu Gothic"/>
                <a:ea typeface="Yu Gothic"/>
                <a:cs typeface="Yu Gothic"/>
              </a:rPr>
              <a:t>古いdocsを信じる</a:t>
            </a:r>
          </a:p>
        </p:txBody>
      </p:sp>
      <p:sp>
        <p:nvSpPr>
          <p:cNvPr id="13" name="">
            <a:extLst xmlns:a="http://schemas.openxmlformats.org/drawingml/2006/main">
              <a:ext uri="{FF2B5EF4-FFF2-40B4-BE49-F238E27FC236}">
                <a16:creationId xmlns:a16="http://schemas.microsoft.com/office/drawing/2014/main" id="{E025323C-7EBA-48B8-ABDF-29655D867B79}"/>
              </a:ext>
            </a:extLst>
          </p:cNvPr>
          <p:cNvSpPr>
            <a:spLocks xmlns:a="http://schemas.openxmlformats.org/drawingml/2006/main" noGrp="1"/>
          </p:cNvSpPr>
          <p:nvPr/>
        </p:nvSpPr>
        <p:spPr>
          <a:xfrm xmlns:a="http://schemas.openxmlformats.org/drawingml/2006/main">
            <a:off x="7467600" y="2200275"/>
            <a:ext cx="358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2607A"/>
                </a:solidFill>
                <a:latin typeface="Yu Gothic"/>
                <a:ea typeface="Yu Gothic"/>
                <a:cs typeface="Yu Gothic"/>
              </a:defRPr>
            </a:pPr>
            <a:r>
              <a:rPr sz="1275" b="0">
                <a:solidFill>
                  <a:srgbClr val="52607A"/>
                </a:solidFill>
                <a:latin typeface="Yu Gothic"/>
                <a:ea typeface="Yu Gothic"/>
                <a:cs typeface="Yu Gothic"/>
              </a:rPr>
              <a:t>根拠の優先順位</a:t>
            </a:r>
          </a:p>
        </p:txBody>
      </p:sp>
      <p:sp>
        <p:nvSpPr>
          <p:cNvPr id="14" name="">
            <a:extLst xmlns:a="http://schemas.openxmlformats.org/drawingml/2006/main">
              <a:ext uri="{FF2B5EF4-FFF2-40B4-BE49-F238E27FC236}">
                <a16:creationId xmlns:a16="http://schemas.microsoft.com/office/drawing/2014/main" id="{F4B7DA14-FBAB-4312-B451-DA418B6562EB}"/>
              </a:ext>
            </a:extLst>
          </p:cNvPr>
          <p:cNvSpPr>
            <a:spLocks xmlns:a="http://schemas.openxmlformats.org/drawingml/2006/main" noGrp="1"/>
          </p:cNvSpPr>
          <p:nvPr/>
        </p:nvSpPr>
        <p:spPr>
          <a:xfrm xmlns:a="http://schemas.openxmlformats.org/drawingml/2006/main">
            <a:off x="781050" y="2571750"/>
            <a:ext cx="10382250" cy="457200"/>
          </a:xfrm>
          <a:prstGeom xmlns:a="http://schemas.openxmlformats.org/drawingml/2006/main" prst="rect">
            <a:avLst/>
          </a:prstGeom>
          <a:solidFill xmlns:a="http://schemas.openxmlformats.org/drawingml/2006/main">
            <a:srgbClr val="F3EEE7"/>
          </a:solidFill>
          <a:ln xmlns:a="http://schemas.openxmlformats.org/drawingml/2006/main" w="9525">
            <a:solidFill>
              <a:srgbClr val="D5CEC4"/>
            </a:solidFill>
            <a:prstDash val="solid"/>
          </a:ln>
        </p:spPr>
      </p:sp>
      <p:sp>
        <p:nvSpPr>
          <p:cNvPr id="15" name="">
            <a:extLst xmlns:a="http://schemas.openxmlformats.org/drawingml/2006/main">
              <a:ext uri="{FF2B5EF4-FFF2-40B4-BE49-F238E27FC236}">
                <a16:creationId xmlns:a16="http://schemas.microsoft.com/office/drawing/2014/main" id="{15FBAB74-F854-4C9E-9517-21B0CF85C1C6}"/>
              </a:ext>
            </a:extLst>
          </p:cNvPr>
          <p:cNvSpPr>
            <a:spLocks xmlns:a="http://schemas.openxmlformats.org/drawingml/2006/main" noGrp="1"/>
          </p:cNvSpPr>
          <p:nvPr/>
        </p:nvSpPr>
        <p:spPr>
          <a:xfrm xmlns:a="http://schemas.openxmlformats.org/drawingml/2006/main">
            <a:off x="895350" y="2657475"/>
            <a:ext cx="2914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14204A"/>
                </a:solidFill>
                <a:latin typeface="Yu Gothic"/>
                <a:ea typeface="Yu Gothic"/>
                <a:cs typeface="Yu Gothic"/>
              </a:defRPr>
            </a:pPr>
            <a:r>
              <a:rPr sz="1275" b="1">
                <a:solidFill>
                  <a:srgbClr val="14204A"/>
                </a:solidFill>
                <a:latin typeface="Yu Gothic"/>
                <a:ea typeface="Yu Gothic"/>
                <a:cs typeface="Yu Gothic"/>
              </a:rPr>
              <a:t>直す</a:t>
            </a:r>
          </a:p>
        </p:txBody>
      </p:sp>
      <p:sp>
        <p:nvSpPr>
          <p:cNvPr id="16" name="">
            <a:extLst xmlns:a="http://schemas.openxmlformats.org/drawingml/2006/main">
              <a:ext uri="{FF2B5EF4-FFF2-40B4-BE49-F238E27FC236}">
                <a16:creationId xmlns:a16="http://schemas.microsoft.com/office/drawing/2014/main" id="{6C716140-0894-4C7F-B192-6D05151D59C5}"/>
              </a:ext>
            </a:extLst>
          </p:cNvPr>
          <p:cNvSpPr>
            <a:spLocks xmlns:a="http://schemas.openxmlformats.org/drawingml/2006/main" noGrp="1"/>
          </p:cNvSpPr>
          <p:nvPr/>
        </p:nvSpPr>
        <p:spPr>
          <a:xfrm xmlns:a="http://schemas.openxmlformats.org/drawingml/2006/main">
            <a:off x="4038600" y="2657475"/>
            <a:ext cx="3200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2607A"/>
                </a:solidFill>
                <a:latin typeface="Yu Gothic"/>
                <a:ea typeface="Yu Gothic"/>
                <a:cs typeface="Yu Gothic"/>
              </a:defRPr>
            </a:pPr>
            <a:r>
              <a:rPr sz="1275" b="0">
                <a:solidFill>
                  <a:srgbClr val="52607A"/>
                </a:solidFill>
                <a:latin typeface="Yu Gothic"/>
                <a:ea typeface="Yu Gothic"/>
                <a:cs typeface="Yu Gothic"/>
              </a:rPr>
              <a:t>範囲外まで触る</a:t>
            </a:r>
          </a:p>
        </p:txBody>
      </p:sp>
      <p:sp>
        <p:nvSpPr>
          <p:cNvPr id="17" name="">
            <a:extLst xmlns:a="http://schemas.openxmlformats.org/drawingml/2006/main">
              <a:ext uri="{FF2B5EF4-FFF2-40B4-BE49-F238E27FC236}">
                <a16:creationId xmlns:a16="http://schemas.microsoft.com/office/drawing/2014/main" id="{5602509A-C111-4C49-90DE-BEC2B5394D9A}"/>
              </a:ext>
            </a:extLst>
          </p:cNvPr>
          <p:cNvSpPr>
            <a:spLocks xmlns:a="http://schemas.openxmlformats.org/drawingml/2006/main" noGrp="1"/>
          </p:cNvSpPr>
          <p:nvPr/>
        </p:nvSpPr>
        <p:spPr>
          <a:xfrm xmlns:a="http://schemas.openxmlformats.org/drawingml/2006/main">
            <a:off x="7467600" y="2657475"/>
            <a:ext cx="358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2607A"/>
                </a:solidFill>
                <a:latin typeface="Yu Gothic"/>
                <a:ea typeface="Yu Gothic"/>
                <a:cs typeface="Yu Gothic"/>
              </a:defRPr>
            </a:pPr>
            <a:r>
              <a:rPr sz="1275" b="0">
                <a:solidFill>
                  <a:srgbClr val="52607A"/>
                </a:solidFill>
                <a:latin typeface="Yu Gothic"/>
                <a:ea typeface="Yu Gothic"/>
                <a:cs typeface="Yu Gothic"/>
              </a:rPr>
              <a:t>変更の境界</a:t>
            </a:r>
          </a:p>
        </p:txBody>
      </p:sp>
      <p:sp>
        <p:nvSpPr>
          <p:cNvPr id="18" name="">
            <a:extLst xmlns:a="http://schemas.openxmlformats.org/drawingml/2006/main">
              <a:ext uri="{FF2B5EF4-FFF2-40B4-BE49-F238E27FC236}">
                <a16:creationId xmlns:a16="http://schemas.microsoft.com/office/drawing/2014/main" id="{53250E85-4A40-4FB7-8413-B5EC5B0A713A}"/>
              </a:ext>
            </a:extLst>
          </p:cNvPr>
          <p:cNvSpPr>
            <a:spLocks xmlns:a="http://schemas.openxmlformats.org/drawingml/2006/main" noGrp="1"/>
          </p:cNvSpPr>
          <p:nvPr/>
        </p:nvSpPr>
        <p:spPr>
          <a:xfrm xmlns:a="http://schemas.openxmlformats.org/drawingml/2006/main">
            <a:off x="781050" y="3028950"/>
            <a:ext cx="10382250" cy="457200"/>
          </a:xfrm>
          <a:prstGeom xmlns:a="http://schemas.openxmlformats.org/drawingml/2006/main" prst="rect">
            <a:avLst/>
          </a:prstGeom>
          <a:solidFill xmlns:a="http://schemas.openxmlformats.org/drawingml/2006/main">
            <a:srgbClr val="FBF8F2"/>
          </a:solidFill>
          <a:ln xmlns:a="http://schemas.openxmlformats.org/drawingml/2006/main" w="9525">
            <a:solidFill>
              <a:srgbClr val="D5CEC4"/>
            </a:solidFill>
            <a:prstDash val="solid"/>
          </a:ln>
        </p:spPr>
      </p:sp>
      <p:sp>
        <p:nvSpPr>
          <p:cNvPr id="19" name="">
            <a:extLst xmlns:a="http://schemas.openxmlformats.org/drawingml/2006/main">
              <a:ext uri="{FF2B5EF4-FFF2-40B4-BE49-F238E27FC236}">
                <a16:creationId xmlns:a16="http://schemas.microsoft.com/office/drawing/2014/main" id="{38F251CB-D06C-4429-8117-A275CECB8C51}"/>
              </a:ext>
            </a:extLst>
          </p:cNvPr>
          <p:cNvSpPr>
            <a:spLocks xmlns:a="http://schemas.openxmlformats.org/drawingml/2006/main" noGrp="1"/>
          </p:cNvSpPr>
          <p:nvPr/>
        </p:nvSpPr>
        <p:spPr>
          <a:xfrm xmlns:a="http://schemas.openxmlformats.org/drawingml/2006/main">
            <a:off x="895350" y="3114675"/>
            <a:ext cx="2914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14204A"/>
                </a:solidFill>
                <a:latin typeface="Yu Gothic"/>
                <a:ea typeface="Yu Gothic"/>
                <a:cs typeface="Yu Gothic"/>
              </a:defRPr>
            </a:pPr>
            <a:r>
              <a:rPr sz="1275" b="1">
                <a:solidFill>
                  <a:srgbClr val="14204A"/>
                </a:solidFill>
                <a:latin typeface="Yu Gothic"/>
                <a:ea typeface="Yu Gothic"/>
                <a:cs typeface="Yu Gothic"/>
              </a:rPr>
              <a:t>テストを書く</a:t>
            </a:r>
          </a:p>
        </p:txBody>
      </p:sp>
      <p:sp>
        <p:nvSpPr>
          <p:cNvPr id="20" name="">
            <a:extLst xmlns:a="http://schemas.openxmlformats.org/drawingml/2006/main">
              <a:ext uri="{FF2B5EF4-FFF2-40B4-BE49-F238E27FC236}">
                <a16:creationId xmlns:a16="http://schemas.microsoft.com/office/drawing/2014/main" id="{1D406FF8-B320-45A5-AB2A-87BB703B25BB}"/>
              </a:ext>
            </a:extLst>
          </p:cNvPr>
          <p:cNvSpPr>
            <a:spLocks xmlns:a="http://schemas.openxmlformats.org/drawingml/2006/main" noGrp="1"/>
          </p:cNvSpPr>
          <p:nvPr/>
        </p:nvSpPr>
        <p:spPr>
          <a:xfrm xmlns:a="http://schemas.openxmlformats.org/drawingml/2006/main">
            <a:off x="4038600" y="3114675"/>
            <a:ext cx="3200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2607A"/>
                </a:solidFill>
                <a:latin typeface="Yu Gothic"/>
                <a:ea typeface="Yu Gothic"/>
                <a:cs typeface="Yu Gothic"/>
              </a:defRPr>
            </a:pPr>
            <a:r>
              <a:rPr sz="1275" b="0">
                <a:solidFill>
                  <a:srgbClr val="52607A"/>
                </a:solidFill>
                <a:latin typeface="Yu Gothic"/>
                <a:ea typeface="Yu Gothic"/>
                <a:cs typeface="Yu Gothic"/>
              </a:rPr>
              <a:t>都合のよい観点に寄る</a:t>
            </a:r>
          </a:p>
        </p:txBody>
      </p:sp>
      <p:sp>
        <p:nvSpPr>
          <p:cNvPr id="21" name="">
            <a:extLst xmlns:a="http://schemas.openxmlformats.org/drawingml/2006/main">
              <a:ext uri="{FF2B5EF4-FFF2-40B4-BE49-F238E27FC236}">
                <a16:creationId xmlns:a16="http://schemas.microsoft.com/office/drawing/2014/main" id="{EAA2E76C-1753-48D7-84CB-748C5F653449}"/>
              </a:ext>
            </a:extLst>
          </p:cNvPr>
          <p:cNvSpPr>
            <a:spLocks xmlns:a="http://schemas.openxmlformats.org/drawingml/2006/main" noGrp="1"/>
          </p:cNvSpPr>
          <p:nvPr/>
        </p:nvSpPr>
        <p:spPr>
          <a:xfrm xmlns:a="http://schemas.openxmlformats.org/drawingml/2006/main">
            <a:off x="7467600" y="3114675"/>
            <a:ext cx="358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2607A"/>
                </a:solidFill>
                <a:latin typeface="Yu Gothic"/>
                <a:ea typeface="Yu Gothic"/>
                <a:cs typeface="Yu Gothic"/>
              </a:defRPr>
            </a:pPr>
            <a:r>
              <a:rPr sz="1275" b="0">
                <a:solidFill>
                  <a:srgbClr val="52607A"/>
                </a:solidFill>
                <a:latin typeface="Yu Gothic"/>
                <a:ea typeface="Yu Gothic"/>
                <a:cs typeface="Yu Gothic"/>
              </a:rPr>
              <a:t>代表値と不変条件</a:t>
            </a:r>
          </a:p>
        </p:txBody>
      </p:sp>
      <p:sp>
        <p:nvSpPr>
          <p:cNvPr id="22" name="">
            <a:extLst xmlns:a="http://schemas.openxmlformats.org/drawingml/2006/main">
              <a:ext uri="{FF2B5EF4-FFF2-40B4-BE49-F238E27FC236}">
                <a16:creationId xmlns:a16="http://schemas.microsoft.com/office/drawing/2014/main" id="{005F8B8B-C9DA-4AEE-B9A1-E18252E4EBDC}"/>
              </a:ext>
            </a:extLst>
          </p:cNvPr>
          <p:cNvSpPr>
            <a:spLocks xmlns:a="http://schemas.openxmlformats.org/drawingml/2006/main" noGrp="1"/>
          </p:cNvSpPr>
          <p:nvPr/>
        </p:nvSpPr>
        <p:spPr>
          <a:xfrm xmlns:a="http://schemas.openxmlformats.org/drawingml/2006/main">
            <a:off x="781050" y="3486150"/>
            <a:ext cx="10382250" cy="457200"/>
          </a:xfrm>
          <a:prstGeom xmlns:a="http://schemas.openxmlformats.org/drawingml/2006/main" prst="rect">
            <a:avLst/>
          </a:prstGeom>
          <a:solidFill xmlns:a="http://schemas.openxmlformats.org/drawingml/2006/main">
            <a:srgbClr val="F3EEE7"/>
          </a:solidFill>
          <a:ln xmlns:a="http://schemas.openxmlformats.org/drawingml/2006/main" w="9525">
            <a:solidFill>
              <a:srgbClr val="D5CEC4"/>
            </a:solidFill>
            <a:prstDash val="solid"/>
          </a:ln>
        </p:spPr>
      </p:sp>
      <p:sp>
        <p:nvSpPr>
          <p:cNvPr id="23" name="">
            <a:extLst xmlns:a="http://schemas.openxmlformats.org/drawingml/2006/main">
              <a:ext uri="{FF2B5EF4-FFF2-40B4-BE49-F238E27FC236}">
                <a16:creationId xmlns:a16="http://schemas.microsoft.com/office/drawing/2014/main" id="{5BF1B1A7-67EE-47F9-82C9-C00790F7F753}"/>
              </a:ext>
            </a:extLst>
          </p:cNvPr>
          <p:cNvSpPr>
            <a:spLocks xmlns:a="http://schemas.openxmlformats.org/drawingml/2006/main" noGrp="1"/>
          </p:cNvSpPr>
          <p:nvPr/>
        </p:nvSpPr>
        <p:spPr>
          <a:xfrm xmlns:a="http://schemas.openxmlformats.org/drawingml/2006/main">
            <a:off x="895350" y="3571875"/>
            <a:ext cx="2914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14204A"/>
                </a:solidFill>
                <a:latin typeface="Yu Gothic"/>
                <a:ea typeface="Yu Gothic"/>
                <a:cs typeface="Yu Gothic"/>
              </a:defRPr>
            </a:pPr>
            <a:r>
              <a:rPr sz="1275" b="1">
                <a:solidFill>
                  <a:srgbClr val="14204A"/>
                </a:solidFill>
                <a:latin typeface="Yu Gothic"/>
                <a:ea typeface="Yu Gothic"/>
                <a:cs typeface="Yu Gothic"/>
              </a:rPr>
              <a:t>実行して修復</a:t>
            </a:r>
          </a:p>
        </p:txBody>
      </p:sp>
      <p:sp>
        <p:nvSpPr>
          <p:cNvPr id="24" name="">
            <a:extLst xmlns:a="http://schemas.openxmlformats.org/drawingml/2006/main">
              <a:ext uri="{FF2B5EF4-FFF2-40B4-BE49-F238E27FC236}">
                <a16:creationId xmlns:a16="http://schemas.microsoft.com/office/drawing/2014/main" id="{47162A4C-DFFB-4FC6-B29F-4B07E5CCB598}"/>
              </a:ext>
            </a:extLst>
          </p:cNvPr>
          <p:cNvSpPr>
            <a:spLocks xmlns:a="http://schemas.openxmlformats.org/drawingml/2006/main" noGrp="1"/>
          </p:cNvSpPr>
          <p:nvPr/>
        </p:nvSpPr>
        <p:spPr>
          <a:xfrm xmlns:a="http://schemas.openxmlformats.org/drawingml/2006/main">
            <a:off x="4038600" y="3571875"/>
            <a:ext cx="3200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2607A"/>
                </a:solidFill>
                <a:latin typeface="Yu Gothic"/>
                <a:ea typeface="Yu Gothic"/>
                <a:cs typeface="Yu Gothic"/>
              </a:defRPr>
            </a:pPr>
            <a:r>
              <a:rPr sz="1275" b="0">
                <a:solidFill>
                  <a:srgbClr val="52607A"/>
                </a:solidFill>
                <a:latin typeface="Yu Gothic"/>
                <a:ea typeface="Yu Gothic"/>
                <a:cs typeface="Yu Gothic"/>
              </a:rPr>
              <a:t>緑にするための雑な変更</a:t>
            </a:r>
          </a:p>
        </p:txBody>
      </p:sp>
      <p:sp>
        <p:nvSpPr>
          <p:cNvPr id="25" name="">
            <a:extLst xmlns:a="http://schemas.openxmlformats.org/drawingml/2006/main">
              <a:ext uri="{FF2B5EF4-FFF2-40B4-BE49-F238E27FC236}">
                <a16:creationId xmlns:a16="http://schemas.microsoft.com/office/drawing/2014/main" id="{9667FB87-A39F-4D64-8EB0-3C2B79084EB1}"/>
              </a:ext>
            </a:extLst>
          </p:cNvPr>
          <p:cNvSpPr>
            <a:spLocks xmlns:a="http://schemas.openxmlformats.org/drawingml/2006/main" noGrp="1"/>
          </p:cNvSpPr>
          <p:nvPr/>
        </p:nvSpPr>
        <p:spPr>
          <a:xfrm xmlns:a="http://schemas.openxmlformats.org/drawingml/2006/main">
            <a:off x="7467600" y="3571875"/>
            <a:ext cx="358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2607A"/>
                </a:solidFill>
                <a:latin typeface="Yu Gothic"/>
                <a:ea typeface="Yu Gothic"/>
                <a:cs typeface="Yu Gothic"/>
              </a:defRPr>
            </a:pPr>
            <a:r>
              <a:rPr sz="1275" b="0">
                <a:solidFill>
                  <a:srgbClr val="52607A"/>
                </a:solidFill>
                <a:latin typeface="Yu Gothic"/>
                <a:ea typeface="Yu Gothic"/>
                <a:cs typeface="Yu Gothic"/>
              </a:rPr>
              <a:t>受け入れ条件</a:t>
            </a:r>
          </a:p>
        </p:txBody>
      </p:sp>
      <p:sp>
        <p:nvSpPr>
          <p:cNvPr id="26" name="">
            <a:extLst xmlns:a="http://schemas.openxmlformats.org/drawingml/2006/main">
              <a:ext uri="{FF2B5EF4-FFF2-40B4-BE49-F238E27FC236}">
                <a16:creationId xmlns:a16="http://schemas.microsoft.com/office/drawing/2014/main" id="{3923F2C5-B24E-4FDD-B261-E79D06801944}"/>
              </a:ext>
            </a:extLst>
          </p:cNvPr>
          <p:cNvSpPr>
            <a:spLocks xmlns:a="http://schemas.openxmlformats.org/drawingml/2006/main" noGrp="1"/>
          </p:cNvSpPr>
          <p:nvPr/>
        </p:nvSpPr>
        <p:spPr>
          <a:xfrm xmlns:a="http://schemas.openxmlformats.org/drawingml/2006/main">
            <a:off x="1352550" y="5295900"/>
            <a:ext cx="9486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C85B1A"/>
                </a:solidFill>
                <a:latin typeface="Yu Gothic"/>
                <a:ea typeface="Yu Gothic"/>
                <a:cs typeface="Yu Gothic"/>
              </a:defRPr>
            </a:pPr>
            <a:r>
              <a:rPr sz="1800" b="1">
                <a:solidFill>
                  <a:srgbClr val="C85B1A"/>
                </a:solidFill>
                <a:latin typeface="Yu Gothic"/>
                <a:ea typeface="Yu Gothic"/>
                <a:cs typeface="Yu Gothic"/>
              </a:rPr>
              <a:t>AIが作業を肩代わりしても、リリース判断は人間の責務として残る。</a:t>
            </a:r>
          </a:p>
        </p:txBody>
      </p:sp>
    </p:spTree>
    <p:extLst>
      <p:ext uri="{BB962C8B-B14F-4D97-AF65-F5344CB8AC3E}">
        <p14:creationId xmlns:p14="http://schemas.microsoft.com/office/powerpoint/2010/main" val="552612841"/>
      </p:ext>
    </p:extLst>
  </p:cSld>
</p:sld>
</file>

<file path=ppt/slides/slide8.xml><?xml version="1.0" encoding="utf-8"?>
<p:sld xmlns:p="http://schemas.openxmlformats.org/presentationml/2006/main">
  <p:cSld>
    <p:bg>
      <p:bgPr>
        <a:solidFill xmlns:a="http://schemas.openxmlformats.org/drawingml/2006/main">
          <a:srgbClr val="ECE7E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A50FA7D-013B-4416-B16A-A9AF42A9550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245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4AFEE17-B93E-460D-A542-4F5715AEA12D}"/>
              </a:ext>
            </a:extLst>
          </p:cNvPr>
          <p:cNvSpPr>
            <a:spLocks xmlns:a="http://schemas.openxmlformats.org/drawingml/2006/main" noGrp="1"/>
          </p:cNvSpPr>
          <p:nvPr/>
        </p:nvSpPr>
        <p:spPr>
          <a:xfrm xmlns:a="http://schemas.openxmlformats.org/drawingml/2006/main">
            <a:off x="514350" y="400050"/>
            <a:ext cx="76200" cy="266700"/>
          </a:xfrm>
          <a:prstGeom xmlns:a="http://schemas.openxmlformats.org/drawingml/2006/main" prst="rect">
            <a:avLst/>
          </a:prstGeom>
          <a:solidFill xmlns:a="http://schemas.openxmlformats.org/drawingml/2006/main">
            <a:srgbClr val="33824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206E2A6-EF1B-4B4F-A80D-CF10BF0D8469}"/>
              </a:ext>
            </a:extLst>
          </p:cNvPr>
          <p:cNvSpPr>
            <a:spLocks xmlns:a="http://schemas.openxmlformats.org/drawingml/2006/main" noGrp="1"/>
          </p:cNvSpPr>
          <p:nvPr/>
        </p:nvSpPr>
        <p:spPr>
          <a:xfrm xmlns:a="http://schemas.openxmlformats.org/drawingml/2006/main">
            <a:off x="704850" y="381000"/>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33824A"/>
                </a:solidFill>
                <a:latin typeface="Yu Gothic"/>
                <a:ea typeface="Yu Gothic"/>
                <a:cs typeface="Yu Gothic"/>
              </a:defRPr>
            </a:pPr>
            <a:r>
              <a:rPr sz="975" b="1">
                <a:solidFill>
                  <a:srgbClr val="33824A"/>
                </a:solidFill>
                <a:latin typeface="Yu Gothic"/>
                <a:ea typeface="Yu Gothic"/>
                <a:cs typeface="Yu Gothic"/>
              </a:rPr>
              <a:t>HARNESS</a:t>
            </a:r>
          </a:p>
        </p:txBody>
      </p:sp>
      <p:sp>
        <p:nvSpPr>
          <p:cNvPr id="4" name="">
            <a:extLst xmlns:a="http://schemas.openxmlformats.org/drawingml/2006/main">
              <a:ext uri="{FF2B5EF4-FFF2-40B4-BE49-F238E27FC236}">
                <a16:creationId xmlns:a16="http://schemas.microsoft.com/office/drawing/2014/main" id="{D6799359-9993-4BEA-8B0E-ED4583FF32B8}"/>
              </a:ext>
            </a:extLst>
          </p:cNvPr>
          <p:cNvSpPr>
            <a:spLocks xmlns:a="http://schemas.openxmlformats.org/drawingml/2006/main" noGrp="1"/>
          </p:cNvSpPr>
          <p:nvPr/>
        </p:nvSpPr>
        <p:spPr>
          <a:xfrm xmlns:a="http://schemas.openxmlformats.org/drawingml/2006/main">
            <a:off x="533400" y="857250"/>
            <a:ext cx="1000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72452"/>
                </a:solidFill>
                <a:latin typeface="Yu Gothic"/>
                <a:ea typeface="Yu Gothic"/>
                <a:cs typeface="Yu Gothic"/>
              </a:defRPr>
            </a:pPr>
            <a:r>
              <a:rPr sz="2700" b="1">
                <a:solidFill>
                  <a:srgbClr val="172452"/>
                </a:solidFill>
                <a:latin typeface="Yu Gothic"/>
                <a:ea typeface="Yu Gothic"/>
                <a:cs typeface="Yu Gothic"/>
              </a:rPr>
              <a:t>ハーネスエンジニアリング</a:t>
            </a:r>
          </a:p>
        </p:txBody>
      </p:sp>
      <p:sp>
        <p:nvSpPr>
          <p:cNvPr id="5" name="">
            <a:extLst xmlns:a="http://schemas.openxmlformats.org/drawingml/2006/main">
              <a:ext uri="{FF2B5EF4-FFF2-40B4-BE49-F238E27FC236}">
                <a16:creationId xmlns:a16="http://schemas.microsoft.com/office/drawing/2014/main" id="{00A1D9A8-F275-40B5-97CB-B746FA13C1B6}"/>
              </a:ext>
            </a:extLst>
          </p:cNvPr>
          <p:cNvSpPr>
            <a:spLocks xmlns:a="http://schemas.openxmlformats.org/drawingml/2006/main" noGrp="1"/>
          </p:cNvSpPr>
          <p:nvPr/>
        </p:nvSpPr>
        <p:spPr>
          <a:xfrm xmlns:a="http://schemas.openxmlformats.org/drawingml/2006/main">
            <a:off x="533400" y="1600200"/>
            <a:ext cx="857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52607A"/>
                </a:solidFill>
                <a:latin typeface="Yu Gothic"/>
                <a:ea typeface="Yu Gothic"/>
                <a:cs typeface="Yu Gothic"/>
              </a:defRPr>
            </a:pPr>
            <a:r>
              <a:rPr sz="1650" b="1">
                <a:solidFill>
                  <a:srgbClr val="52607A"/>
                </a:solidFill>
                <a:latin typeface="Yu Gothic"/>
                <a:ea typeface="Yu Gothic"/>
                <a:cs typeface="Yu Gothic"/>
              </a:rPr>
              <a:t>AIが安全に作業できる足場を作る</a:t>
            </a:r>
          </a:p>
        </p:txBody>
      </p:sp>
      <p:sp>
        <p:nvSpPr>
          <p:cNvPr id="6" name="">
            <a:extLst xmlns:a="http://schemas.openxmlformats.org/drawingml/2006/main">
              <a:ext uri="{FF2B5EF4-FFF2-40B4-BE49-F238E27FC236}">
                <a16:creationId xmlns:a16="http://schemas.microsoft.com/office/drawing/2014/main" id="{FBF9CC9A-B6E5-42B0-89FD-111CCA375933}"/>
              </a:ext>
            </a:extLst>
          </p:cNvPr>
          <p:cNvSpPr>
            <a:spLocks xmlns:a="http://schemas.openxmlformats.org/drawingml/2006/main" noGrp="1"/>
          </p:cNvSpPr>
          <p:nvPr/>
        </p:nvSpPr>
        <p:spPr>
          <a:xfrm xmlns:a="http://schemas.openxmlformats.org/drawingml/2006/main">
            <a:off x="11125200" y="632460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52607A"/>
                </a:solidFill>
                <a:latin typeface="Yu Gothic"/>
                <a:ea typeface="Yu Gothic"/>
                <a:cs typeface="Yu Gothic"/>
              </a:defRPr>
            </a:pPr>
            <a:r>
              <a:rPr sz="900" b="0">
                <a:solidFill>
                  <a:srgbClr val="52607A"/>
                </a:solidFill>
                <a:latin typeface="Yu Gothic"/>
                <a:ea typeface="Yu Gothic"/>
                <a:cs typeface="Yu Gothic"/>
              </a:rPr>
              <a:t>8</a:t>
            </a:r>
          </a:p>
        </p:txBody>
      </p:sp>
      <p:sp>
        <p:nvSpPr>
          <p:cNvPr id="7" name="">
            <a:extLst xmlns:a="http://schemas.openxmlformats.org/drawingml/2006/main">
              <a:ext uri="{FF2B5EF4-FFF2-40B4-BE49-F238E27FC236}">
                <a16:creationId xmlns:a16="http://schemas.microsoft.com/office/drawing/2014/main" id="{D1709B64-63A0-4DEF-9BAC-B01A76DBF971}"/>
              </a:ext>
            </a:extLst>
          </p:cNvPr>
          <p:cNvSpPr>
            <a:spLocks xmlns:a="http://schemas.openxmlformats.org/drawingml/2006/main" noGrp="1"/>
          </p:cNvSpPr>
          <p:nvPr/>
        </p:nvSpPr>
        <p:spPr>
          <a:xfrm xmlns:a="http://schemas.openxmlformats.org/drawingml/2006/main">
            <a:off x="781050" y="1962150"/>
            <a:ext cx="3048000" cy="1714500"/>
          </a:xfrm>
          <a:prstGeom xmlns:a="http://schemas.openxmlformats.org/drawingml/2006/main" prst="rect">
            <a:avLst/>
          </a:prstGeom>
          <a:solidFill xmlns:a="http://schemas.openxmlformats.org/drawingml/2006/main">
            <a:srgbClr val="FBF8F2"/>
          </a:solidFill>
          <a:ln xmlns:a="http://schemas.openxmlformats.org/drawingml/2006/main" w="9525">
            <a:solidFill>
              <a:srgbClr val="D5CEC4"/>
            </a:solidFill>
            <a:prstDash val="solid"/>
          </a:ln>
        </p:spPr>
      </p:sp>
      <p:sp>
        <p:nvSpPr>
          <p:cNvPr id="8" name="">
            <a:extLst xmlns:a="http://schemas.openxmlformats.org/drawingml/2006/main">
              <a:ext uri="{FF2B5EF4-FFF2-40B4-BE49-F238E27FC236}">
                <a16:creationId xmlns:a16="http://schemas.microsoft.com/office/drawing/2014/main" id="{F7EA1D37-5A31-4D67-BCE7-B66C90C28360}"/>
              </a:ext>
            </a:extLst>
          </p:cNvPr>
          <p:cNvSpPr>
            <a:spLocks xmlns:a="http://schemas.openxmlformats.org/drawingml/2006/main" noGrp="1"/>
          </p:cNvSpPr>
          <p:nvPr/>
        </p:nvSpPr>
        <p:spPr>
          <a:xfrm xmlns:a="http://schemas.openxmlformats.org/drawingml/2006/main">
            <a:off x="781050" y="1962150"/>
            <a:ext cx="66675" cy="1714500"/>
          </a:xfrm>
          <a:prstGeom xmlns:a="http://schemas.openxmlformats.org/drawingml/2006/main" prst="rect">
            <a:avLst/>
          </a:prstGeom>
          <a:solidFill xmlns:a="http://schemas.openxmlformats.org/drawingml/2006/main">
            <a:srgbClr val="1A4F8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7C1B784-0319-4730-94DC-AD72EE7F4DD3}"/>
              </a:ext>
            </a:extLst>
          </p:cNvPr>
          <p:cNvSpPr>
            <a:spLocks xmlns:a="http://schemas.openxmlformats.org/drawingml/2006/main" noGrp="1"/>
          </p:cNvSpPr>
          <p:nvPr/>
        </p:nvSpPr>
        <p:spPr>
          <a:xfrm xmlns:a="http://schemas.openxmlformats.org/drawingml/2006/main">
            <a:off x="1009650" y="2114550"/>
            <a:ext cx="2590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A4F8F"/>
                </a:solidFill>
                <a:latin typeface="Yu Gothic"/>
                <a:ea typeface="Yu Gothic"/>
                <a:cs typeface="Yu Gothic"/>
              </a:defRPr>
            </a:pPr>
            <a:r>
              <a:rPr sz="1500" b="1">
                <a:solidFill>
                  <a:srgbClr val="1A4F8F"/>
                </a:solidFill>
                <a:latin typeface="Yu Gothic"/>
                <a:ea typeface="Yu Gothic"/>
                <a:cs typeface="Yu Gothic"/>
              </a:rPr>
              <a:t>作業前</a:t>
            </a:r>
          </a:p>
        </p:txBody>
      </p:sp>
      <p:sp>
        <p:nvSpPr>
          <p:cNvPr id="10" name="">
            <a:extLst xmlns:a="http://schemas.openxmlformats.org/drawingml/2006/main">
              <a:ext uri="{FF2B5EF4-FFF2-40B4-BE49-F238E27FC236}">
                <a16:creationId xmlns:a16="http://schemas.microsoft.com/office/drawing/2014/main" id="{35607C68-D4D3-40F7-92FD-60626A5D9B2E}"/>
              </a:ext>
            </a:extLst>
          </p:cNvPr>
          <p:cNvSpPr>
            <a:spLocks xmlns:a="http://schemas.openxmlformats.org/drawingml/2006/main" noGrp="1"/>
          </p:cNvSpPr>
          <p:nvPr/>
        </p:nvSpPr>
        <p:spPr>
          <a:xfrm xmlns:a="http://schemas.openxmlformats.org/drawingml/2006/main">
            <a:off x="1009650" y="2495550"/>
            <a:ext cx="25908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52607A"/>
                </a:solidFill>
                <a:latin typeface="Yu Gothic"/>
                <a:ea typeface="Yu Gothic"/>
                <a:cs typeface="Yu Gothic"/>
              </a:defRPr>
            </a:pPr>
            <a:r>
              <a:rPr sz="1725" b="0">
                <a:solidFill>
                  <a:srgbClr val="52607A"/>
                </a:solidFill>
                <a:latin typeface="Yu Gothic"/>
                <a:ea typeface="Yu Gothic"/>
                <a:cs typeface="Yu Gothic"/>
              </a:rPr>
              <a:t>前提、制約、変更範囲を渡す</a:t>
            </a:r>
          </a:p>
        </p:txBody>
      </p:sp>
      <p:sp>
        <p:nvSpPr>
          <p:cNvPr id="11" name="">
            <a:extLst xmlns:a="http://schemas.openxmlformats.org/drawingml/2006/main">
              <a:ext uri="{FF2B5EF4-FFF2-40B4-BE49-F238E27FC236}">
                <a16:creationId xmlns:a16="http://schemas.microsoft.com/office/drawing/2014/main" id="{C36EA49F-9E75-4B3F-A963-4716DD92DBDC}"/>
              </a:ext>
            </a:extLst>
          </p:cNvPr>
          <p:cNvSpPr>
            <a:spLocks xmlns:a="http://schemas.openxmlformats.org/drawingml/2006/main" noGrp="1"/>
          </p:cNvSpPr>
          <p:nvPr/>
        </p:nvSpPr>
        <p:spPr>
          <a:xfrm xmlns:a="http://schemas.openxmlformats.org/drawingml/2006/main">
            <a:off x="4572000" y="1962150"/>
            <a:ext cx="3048000" cy="1714500"/>
          </a:xfrm>
          <a:prstGeom xmlns:a="http://schemas.openxmlformats.org/drawingml/2006/main" prst="rect">
            <a:avLst/>
          </a:prstGeom>
          <a:solidFill xmlns:a="http://schemas.openxmlformats.org/drawingml/2006/main">
            <a:srgbClr val="FBF8F2"/>
          </a:solidFill>
          <a:ln xmlns:a="http://schemas.openxmlformats.org/drawingml/2006/main" w="9525">
            <a:solidFill>
              <a:srgbClr val="D5CEC4"/>
            </a:solidFill>
            <a:prstDash val="solid"/>
          </a:ln>
        </p:spPr>
      </p:sp>
      <p:sp>
        <p:nvSpPr>
          <p:cNvPr id="12" name="">
            <a:extLst xmlns:a="http://schemas.openxmlformats.org/drawingml/2006/main">
              <a:ext uri="{FF2B5EF4-FFF2-40B4-BE49-F238E27FC236}">
                <a16:creationId xmlns:a16="http://schemas.microsoft.com/office/drawing/2014/main" id="{E58968B4-4701-465B-9624-BBD89A3FA70E}"/>
              </a:ext>
            </a:extLst>
          </p:cNvPr>
          <p:cNvSpPr>
            <a:spLocks xmlns:a="http://schemas.openxmlformats.org/drawingml/2006/main" noGrp="1"/>
          </p:cNvSpPr>
          <p:nvPr/>
        </p:nvSpPr>
        <p:spPr>
          <a:xfrm xmlns:a="http://schemas.openxmlformats.org/drawingml/2006/main">
            <a:off x="4572000" y="1962150"/>
            <a:ext cx="66675" cy="1714500"/>
          </a:xfrm>
          <a:prstGeom xmlns:a="http://schemas.openxmlformats.org/drawingml/2006/main" prst="rect">
            <a:avLst/>
          </a:prstGeom>
          <a:solidFill xmlns:a="http://schemas.openxmlformats.org/drawingml/2006/main">
            <a:srgbClr val="33824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289C149-27AB-4092-B174-EF7095780FC0}"/>
              </a:ext>
            </a:extLst>
          </p:cNvPr>
          <p:cNvSpPr>
            <a:spLocks xmlns:a="http://schemas.openxmlformats.org/drawingml/2006/main" noGrp="1"/>
          </p:cNvSpPr>
          <p:nvPr/>
        </p:nvSpPr>
        <p:spPr>
          <a:xfrm xmlns:a="http://schemas.openxmlformats.org/drawingml/2006/main">
            <a:off x="4800600" y="2114550"/>
            <a:ext cx="2590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33824A"/>
                </a:solidFill>
                <a:latin typeface="Yu Gothic"/>
                <a:ea typeface="Yu Gothic"/>
                <a:cs typeface="Yu Gothic"/>
              </a:defRPr>
            </a:pPr>
            <a:r>
              <a:rPr sz="1500" b="1">
                <a:solidFill>
                  <a:srgbClr val="33824A"/>
                </a:solidFill>
                <a:latin typeface="Yu Gothic"/>
                <a:ea typeface="Yu Gothic"/>
                <a:cs typeface="Yu Gothic"/>
              </a:rPr>
              <a:t>作業後</a:t>
            </a:r>
          </a:p>
        </p:txBody>
      </p:sp>
      <p:sp>
        <p:nvSpPr>
          <p:cNvPr id="14" name="">
            <a:extLst xmlns:a="http://schemas.openxmlformats.org/drawingml/2006/main">
              <a:ext uri="{FF2B5EF4-FFF2-40B4-BE49-F238E27FC236}">
                <a16:creationId xmlns:a16="http://schemas.microsoft.com/office/drawing/2014/main" id="{84B57723-B7F0-4EDC-9D51-C46F8BAFC3B9}"/>
              </a:ext>
            </a:extLst>
          </p:cNvPr>
          <p:cNvSpPr>
            <a:spLocks xmlns:a="http://schemas.openxmlformats.org/drawingml/2006/main" noGrp="1"/>
          </p:cNvSpPr>
          <p:nvPr/>
        </p:nvSpPr>
        <p:spPr>
          <a:xfrm xmlns:a="http://schemas.openxmlformats.org/drawingml/2006/main">
            <a:off x="4800600" y="2495550"/>
            <a:ext cx="25908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52607A"/>
                </a:solidFill>
                <a:latin typeface="Yu Gothic"/>
                <a:ea typeface="Yu Gothic"/>
                <a:cs typeface="Yu Gothic"/>
              </a:defRPr>
            </a:pPr>
            <a:r>
              <a:rPr sz="1725" b="0">
                <a:solidFill>
                  <a:srgbClr val="52607A"/>
                </a:solidFill>
                <a:latin typeface="Yu Gothic"/>
                <a:ea typeface="Yu Gothic"/>
                <a:cs typeface="Yu Gothic"/>
              </a:rPr>
              <a:t>テストやセンサーで結果を見る</a:t>
            </a:r>
          </a:p>
        </p:txBody>
      </p:sp>
      <p:sp>
        <p:nvSpPr>
          <p:cNvPr id="15" name="">
            <a:extLst xmlns:a="http://schemas.openxmlformats.org/drawingml/2006/main">
              <a:ext uri="{FF2B5EF4-FFF2-40B4-BE49-F238E27FC236}">
                <a16:creationId xmlns:a16="http://schemas.microsoft.com/office/drawing/2014/main" id="{E4DBE10F-5DC9-4AAA-83E2-03D545534FB4}"/>
              </a:ext>
            </a:extLst>
          </p:cNvPr>
          <p:cNvSpPr>
            <a:spLocks xmlns:a="http://schemas.openxmlformats.org/drawingml/2006/main" noGrp="1"/>
          </p:cNvSpPr>
          <p:nvPr/>
        </p:nvSpPr>
        <p:spPr>
          <a:xfrm xmlns:a="http://schemas.openxmlformats.org/drawingml/2006/main">
            <a:off x="8362950" y="1962150"/>
            <a:ext cx="3048000" cy="1714500"/>
          </a:xfrm>
          <a:prstGeom xmlns:a="http://schemas.openxmlformats.org/drawingml/2006/main" prst="rect">
            <a:avLst/>
          </a:prstGeom>
          <a:solidFill xmlns:a="http://schemas.openxmlformats.org/drawingml/2006/main">
            <a:srgbClr val="FBF8F2"/>
          </a:solidFill>
          <a:ln xmlns:a="http://schemas.openxmlformats.org/drawingml/2006/main" w="9525">
            <a:solidFill>
              <a:srgbClr val="D5CEC4"/>
            </a:solidFill>
            <a:prstDash val="solid"/>
          </a:ln>
        </p:spPr>
      </p:sp>
      <p:sp>
        <p:nvSpPr>
          <p:cNvPr id="16" name="">
            <a:extLst xmlns:a="http://schemas.openxmlformats.org/drawingml/2006/main">
              <a:ext uri="{FF2B5EF4-FFF2-40B4-BE49-F238E27FC236}">
                <a16:creationId xmlns:a16="http://schemas.microsoft.com/office/drawing/2014/main" id="{CE5656E4-EB96-468A-B46C-CEEF3AF324C0}"/>
              </a:ext>
            </a:extLst>
          </p:cNvPr>
          <p:cNvSpPr>
            <a:spLocks xmlns:a="http://schemas.openxmlformats.org/drawingml/2006/main" noGrp="1"/>
          </p:cNvSpPr>
          <p:nvPr/>
        </p:nvSpPr>
        <p:spPr>
          <a:xfrm xmlns:a="http://schemas.openxmlformats.org/drawingml/2006/main">
            <a:off x="8362950" y="1962150"/>
            <a:ext cx="66675" cy="1714500"/>
          </a:xfrm>
          <a:prstGeom xmlns:a="http://schemas.openxmlformats.org/drawingml/2006/main" prst="rect">
            <a:avLst/>
          </a:prstGeom>
          <a:solidFill xmlns:a="http://schemas.openxmlformats.org/drawingml/2006/main">
            <a:srgbClr val="C85B1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2EFB078-31C0-466E-A377-8478DDC870AC}"/>
              </a:ext>
            </a:extLst>
          </p:cNvPr>
          <p:cNvSpPr>
            <a:spLocks xmlns:a="http://schemas.openxmlformats.org/drawingml/2006/main" noGrp="1"/>
          </p:cNvSpPr>
          <p:nvPr/>
        </p:nvSpPr>
        <p:spPr>
          <a:xfrm xmlns:a="http://schemas.openxmlformats.org/drawingml/2006/main">
            <a:off x="8591550" y="2114550"/>
            <a:ext cx="2590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C85B1A"/>
                </a:solidFill>
                <a:latin typeface="Yu Gothic"/>
                <a:ea typeface="Yu Gothic"/>
                <a:cs typeface="Yu Gothic"/>
              </a:defRPr>
            </a:pPr>
            <a:r>
              <a:rPr sz="1500" b="1">
                <a:solidFill>
                  <a:srgbClr val="C85B1A"/>
                </a:solidFill>
                <a:latin typeface="Yu Gothic"/>
                <a:ea typeface="Yu Gothic"/>
                <a:cs typeface="Yu Gothic"/>
              </a:rPr>
              <a:t>判断後</a:t>
            </a:r>
          </a:p>
        </p:txBody>
      </p:sp>
      <p:sp>
        <p:nvSpPr>
          <p:cNvPr id="18" name="">
            <a:extLst xmlns:a="http://schemas.openxmlformats.org/drawingml/2006/main">
              <a:ext uri="{FF2B5EF4-FFF2-40B4-BE49-F238E27FC236}">
                <a16:creationId xmlns:a16="http://schemas.microsoft.com/office/drawing/2014/main" id="{11CE3A2F-D0A0-443A-A6C3-22DD03E0A1DF}"/>
              </a:ext>
            </a:extLst>
          </p:cNvPr>
          <p:cNvSpPr>
            <a:spLocks xmlns:a="http://schemas.openxmlformats.org/drawingml/2006/main" noGrp="1"/>
          </p:cNvSpPr>
          <p:nvPr/>
        </p:nvSpPr>
        <p:spPr>
          <a:xfrm xmlns:a="http://schemas.openxmlformats.org/drawingml/2006/main">
            <a:off x="8591550" y="2495550"/>
            <a:ext cx="25908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52607A"/>
                </a:solidFill>
                <a:latin typeface="Yu Gothic"/>
                <a:ea typeface="Yu Gothic"/>
                <a:cs typeface="Yu Gothic"/>
              </a:defRPr>
            </a:pPr>
            <a:r>
              <a:rPr sz="1725" b="0">
                <a:solidFill>
                  <a:srgbClr val="52607A"/>
                </a:solidFill>
                <a:latin typeface="Yu Gothic"/>
                <a:ea typeface="Yu Gothic"/>
                <a:cs typeface="Yu Gothic"/>
              </a:rPr>
              <a:t>理由と残リスクを記録する</a:t>
            </a:r>
          </a:p>
        </p:txBody>
      </p:sp>
      <p:sp>
        <p:nvSpPr>
          <p:cNvPr id="19" name="">
            <a:extLst xmlns:a="http://schemas.openxmlformats.org/drawingml/2006/main">
              <a:ext uri="{FF2B5EF4-FFF2-40B4-BE49-F238E27FC236}">
                <a16:creationId xmlns:a16="http://schemas.microsoft.com/office/drawing/2014/main" id="{3CE3E952-1E8C-4461-8C26-11476A0A771B}"/>
              </a:ext>
            </a:extLst>
          </p:cNvPr>
          <p:cNvSpPr>
            <a:spLocks xmlns:a="http://schemas.openxmlformats.org/drawingml/2006/main" noGrp="1"/>
          </p:cNvSpPr>
          <p:nvPr/>
        </p:nvSpPr>
        <p:spPr>
          <a:xfrm xmlns:a="http://schemas.openxmlformats.org/drawingml/2006/main">
            <a:off x="1390650" y="4591050"/>
            <a:ext cx="9334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4204A"/>
                </a:solidFill>
                <a:latin typeface="Yu Gothic"/>
                <a:ea typeface="Yu Gothic"/>
                <a:cs typeface="Yu Gothic"/>
              </a:defRPr>
            </a:pPr>
            <a:r>
              <a:rPr sz="1875" b="1">
                <a:solidFill>
                  <a:srgbClr val="14204A"/>
                </a:solidFill>
                <a:latin typeface="Yu Gothic"/>
                <a:ea typeface="Yu Gothic"/>
                <a:cs typeface="Yu Gothic"/>
              </a:rPr>
              <a:t>ハーネス = AIの自由度を消すものではなく、受け入れ可能な範囲へ導くもの</a:t>
            </a:r>
          </a:p>
        </p:txBody>
      </p:sp>
    </p:spTree>
    <p:extLst>
      <p:ext uri="{BB962C8B-B14F-4D97-AF65-F5344CB8AC3E}">
        <p14:creationId xmlns:p14="http://schemas.microsoft.com/office/powerpoint/2010/main" val="1780108691"/>
      </p:ext>
    </p:extLst>
  </p:cSld>
</p:sld>
</file>

<file path=ppt/slides/slide9.xml><?xml version="1.0" encoding="utf-8"?>
<p:sld xmlns:p="http://schemas.openxmlformats.org/presentationml/2006/main">
  <p:cSld>
    <p:bg>
      <p:bgPr>
        <a:solidFill xmlns:a="http://schemas.openxmlformats.org/drawingml/2006/main">
          <a:srgbClr val="ECE7E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125890E-F969-4F95-B14C-6B5C64C5173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245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BA0CB67-CE86-4479-A928-36C648E3B19A}"/>
              </a:ext>
            </a:extLst>
          </p:cNvPr>
          <p:cNvSpPr>
            <a:spLocks xmlns:a="http://schemas.openxmlformats.org/drawingml/2006/main" noGrp="1"/>
          </p:cNvSpPr>
          <p:nvPr/>
        </p:nvSpPr>
        <p:spPr>
          <a:xfrm xmlns:a="http://schemas.openxmlformats.org/drawingml/2006/main">
            <a:off x="514350" y="400050"/>
            <a:ext cx="76200" cy="266700"/>
          </a:xfrm>
          <a:prstGeom xmlns:a="http://schemas.openxmlformats.org/drawingml/2006/main" prst="rect">
            <a:avLst/>
          </a:prstGeom>
          <a:solidFill xmlns:a="http://schemas.openxmlformats.org/drawingml/2006/main">
            <a:srgbClr val="33824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C06A639-3BC4-43B8-9DEF-15729F2C7C9C}"/>
              </a:ext>
            </a:extLst>
          </p:cNvPr>
          <p:cNvSpPr>
            <a:spLocks xmlns:a="http://schemas.openxmlformats.org/drawingml/2006/main" noGrp="1"/>
          </p:cNvSpPr>
          <p:nvPr/>
        </p:nvSpPr>
        <p:spPr>
          <a:xfrm xmlns:a="http://schemas.openxmlformats.org/drawingml/2006/main">
            <a:off x="704850" y="381000"/>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33824A"/>
                </a:solidFill>
                <a:latin typeface="Yu Gothic"/>
                <a:ea typeface="Yu Gothic"/>
                <a:cs typeface="Yu Gothic"/>
              </a:defRPr>
            </a:pPr>
            <a:r>
              <a:rPr sz="975" b="1">
                <a:solidFill>
                  <a:srgbClr val="33824A"/>
                </a:solidFill>
                <a:latin typeface="Yu Gothic"/>
                <a:ea typeface="Yu Gothic"/>
                <a:cs typeface="Yu Gothic"/>
              </a:rPr>
              <a:t>BACKGROUND</a:t>
            </a:r>
          </a:p>
        </p:txBody>
      </p:sp>
      <p:sp>
        <p:nvSpPr>
          <p:cNvPr id="4" name="">
            <a:extLst xmlns:a="http://schemas.openxmlformats.org/drawingml/2006/main">
              <a:ext uri="{FF2B5EF4-FFF2-40B4-BE49-F238E27FC236}">
                <a16:creationId xmlns:a16="http://schemas.microsoft.com/office/drawing/2014/main" id="{F188B5FF-A8AA-4D12-B6F0-8A9A23A47F2C}"/>
              </a:ext>
            </a:extLst>
          </p:cNvPr>
          <p:cNvSpPr>
            <a:spLocks xmlns:a="http://schemas.openxmlformats.org/drawingml/2006/main" noGrp="1"/>
          </p:cNvSpPr>
          <p:nvPr/>
        </p:nvSpPr>
        <p:spPr>
          <a:xfrm xmlns:a="http://schemas.openxmlformats.org/drawingml/2006/main">
            <a:off x="533400" y="857250"/>
            <a:ext cx="1000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72452"/>
                </a:solidFill>
                <a:latin typeface="Yu Gothic"/>
                <a:ea typeface="Yu Gothic"/>
                <a:cs typeface="Yu Gothic"/>
              </a:defRPr>
            </a:pPr>
            <a:r>
              <a:rPr sz="2700" b="1">
                <a:solidFill>
                  <a:srgbClr val="172452"/>
                </a:solidFill>
                <a:latin typeface="Yu Gothic"/>
                <a:ea typeface="Yu Gothic"/>
                <a:cs typeface="Yu Gothic"/>
              </a:rPr>
              <a:t>ハーネスエンジニアリングを軽く整理すると</a:t>
            </a:r>
          </a:p>
        </p:txBody>
      </p:sp>
      <p:sp>
        <p:nvSpPr>
          <p:cNvPr id="5" name="">
            <a:extLst xmlns:a="http://schemas.openxmlformats.org/drawingml/2006/main">
              <a:ext uri="{FF2B5EF4-FFF2-40B4-BE49-F238E27FC236}">
                <a16:creationId xmlns:a16="http://schemas.microsoft.com/office/drawing/2014/main" id="{60F28FE1-3B08-4111-B47F-0E4F877F807D}"/>
              </a:ext>
            </a:extLst>
          </p:cNvPr>
          <p:cNvSpPr>
            <a:spLocks xmlns:a="http://schemas.openxmlformats.org/drawingml/2006/main" noGrp="1"/>
          </p:cNvSpPr>
          <p:nvPr/>
        </p:nvSpPr>
        <p:spPr>
          <a:xfrm xmlns:a="http://schemas.openxmlformats.org/drawingml/2006/main">
            <a:off x="11125200" y="632460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52607A"/>
                </a:solidFill>
                <a:latin typeface="Yu Gothic"/>
                <a:ea typeface="Yu Gothic"/>
                <a:cs typeface="Yu Gothic"/>
              </a:defRPr>
            </a:pPr>
            <a:r>
              <a:rPr sz="900" b="0">
                <a:solidFill>
                  <a:srgbClr val="52607A"/>
                </a:solidFill>
                <a:latin typeface="Yu Gothic"/>
                <a:ea typeface="Yu Gothic"/>
                <a:cs typeface="Yu Gothic"/>
              </a:rPr>
              <a:t>9</a:t>
            </a:r>
          </a:p>
        </p:txBody>
      </p:sp>
      <p:sp>
        <p:nvSpPr>
          <p:cNvPr id="6" name="">
            <a:extLst xmlns:a="http://schemas.openxmlformats.org/drawingml/2006/main">
              <a:ext uri="{FF2B5EF4-FFF2-40B4-BE49-F238E27FC236}">
                <a16:creationId xmlns:a16="http://schemas.microsoft.com/office/drawing/2014/main" id="{C4472CF3-AAA5-414A-ABAB-C90F6225C995}"/>
              </a:ext>
            </a:extLst>
          </p:cNvPr>
          <p:cNvSpPr>
            <a:spLocks xmlns:a="http://schemas.openxmlformats.org/drawingml/2006/main" noGrp="1"/>
          </p:cNvSpPr>
          <p:nvPr/>
        </p:nvSpPr>
        <p:spPr>
          <a:xfrm xmlns:a="http://schemas.openxmlformats.org/drawingml/2006/main">
            <a:off x="685800" y="1504950"/>
            <a:ext cx="10363200" cy="914400"/>
          </a:xfrm>
          <a:prstGeom xmlns:a="http://schemas.openxmlformats.org/drawingml/2006/main" prst="rect">
            <a:avLst/>
          </a:prstGeom>
          <a:solidFill xmlns:a="http://schemas.openxmlformats.org/drawingml/2006/main">
            <a:srgbClr val="FBF8F2"/>
          </a:solidFill>
          <a:ln xmlns:a="http://schemas.openxmlformats.org/drawingml/2006/main" w="9525">
            <a:solidFill>
              <a:srgbClr val="D5CEC4"/>
            </a:solidFill>
            <a:prstDash val="solid"/>
          </a:ln>
        </p:spPr>
      </p:sp>
      <p:sp>
        <p:nvSpPr>
          <p:cNvPr id="7" name="">
            <a:extLst xmlns:a="http://schemas.openxmlformats.org/drawingml/2006/main">
              <a:ext uri="{FF2B5EF4-FFF2-40B4-BE49-F238E27FC236}">
                <a16:creationId xmlns:a16="http://schemas.microsoft.com/office/drawing/2014/main" id="{81A3F476-C878-4657-A4FC-D0540F388A63}"/>
              </a:ext>
            </a:extLst>
          </p:cNvPr>
          <p:cNvSpPr>
            <a:spLocks xmlns:a="http://schemas.openxmlformats.org/drawingml/2006/main" noGrp="1"/>
          </p:cNvSpPr>
          <p:nvPr/>
        </p:nvSpPr>
        <p:spPr>
          <a:xfrm xmlns:a="http://schemas.openxmlformats.org/drawingml/2006/main">
            <a:off x="685800" y="1504950"/>
            <a:ext cx="66675" cy="914400"/>
          </a:xfrm>
          <a:prstGeom xmlns:a="http://schemas.openxmlformats.org/drawingml/2006/main" prst="rect">
            <a:avLst/>
          </a:prstGeom>
          <a:solidFill xmlns:a="http://schemas.openxmlformats.org/drawingml/2006/main">
            <a:srgbClr val="1A4F8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C29AF45-9609-4695-998B-A0560AD1C375}"/>
              </a:ext>
            </a:extLst>
          </p:cNvPr>
          <p:cNvSpPr>
            <a:spLocks xmlns:a="http://schemas.openxmlformats.org/drawingml/2006/main" noGrp="1"/>
          </p:cNvSpPr>
          <p:nvPr/>
        </p:nvSpPr>
        <p:spPr>
          <a:xfrm xmlns:a="http://schemas.openxmlformats.org/drawingml/2006/main">
            <a:off x="914400" y="1657350"/>
            <a:ext cx="990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A4F8F"/>
                </a:solidFill>
                <a:latin typeface="Yu Gothic"/>
                <a:ea typeface="Yu Gothic"/>
                <a:cs typeface="Yu Gothic"/>
              </a:defRPr>
            </a:pPr>
            <a:r>
              <a:rPr sz="1500" b="1">
                <a:solidFill>
                  <a:srgbClr val="1A4F8F"/>
                </a:solidFill>
                <a:latin typeface="Yu Gothic"/>
                <a:ea typeface="Yu Gothic"/>
                <a:cs typeface="Yu Gothic"/>
              </a:rPr>
              <a:t>参照している整理</a:t>
            </a:r>
          </a:p>
        </p:txBody>
      </p:sp>
      <p:sp>
        <p:nvSpPr>
          <p:cNvPr id="9" name="">
            <a:extLst xmlns:a="http://schemas.openxmlformats.org/drawingml/2006/main">
              <a:ext uri="{FF2B5EF4-FFF2-40B4-BE49-F238E27FC236}">
                <a16:creationId xmlns:a16="http://schemas.microsoft.com/office/drawing/2014/main" id="{02F2364B-F853-47D4-A4F5-43BD61E19970}"/>
              </a:ext>
            </a:extLst>
          </p:cNvPr>
          <p:cNvSpPr>
            <a:spLocks xmlns:a="http://schemas.openxmlformats.org/drawingml/2006/main" noGrp="1"/>
          </p:cNvSpPr>
          <p:nvPr/>
        </p:nvSpPr>
        <p:spPr>
          <a:xfrm xmlns:a="http://schemas.openxmlformats.org/drawingml/2006/main">
            <a:off x="914400" y="2038350"/>
            <a:ext cx="990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52607A"/>
                </a:solidFill>
                <a:latin typeface="Yu Gothic"/>
                <a:ea typeface="Yu Gothic"/>
                <a:cs typeface="Yu Gothic"/>
              </a:defRPr>
            </a:pPr>
            <a:r>
              <a:rPr sz="1650" b="0">
                <a:solidFill>
                  <a:srgbClr val="52607A"/>
                </a:solidFill>
                <a:latin typeface="Yu Gothic"/>
                <a:ea typeface="Yu Gothic"/>
                <a:cs typeface="Yu Gothic"/>
              </a:rPr>
              <a:t>Birgitta Böckeler氏がMartin Fowlerサイトの記事で、coding agent利用者向けにまとめた考え方。</a:t>
            </a:r>
          </a:p>
        </p:txBody>
      </p:sp>
      <p:sp>
        <p:nvSpPr>
          <p:cNvPr id="10" name="">
            <a:extLst xmlns:a="http://schemas.openxmlformats.org/drawingml/2006/main">
              <a:ext uri="{FF2B5EF4-FFF2-40B4-BE49-F238E27FC236}">
                <a16:creationId xmlns:a16="http://schemas.microsoft.com/office/drawing/2014/main" id="{7C08EAE2-6FAC-4018-BAE8-86FC50328A8F}"/>
              </a:ext>
            </a:extLst>
          </p:cNvPr>
          <p:cNvSpPr>
            <a:spLocks xmlns:a="http://schemas.openxmlformats.org/drawingml/2006/main" noGrp="1"/>
          </p:cNvSpPr>
          <p:nvPr/>
        </p:nvSpPr>
        <p:spPr>
          <a:xfrm xmlns:a="http://schemas.openxmlformats.org/drawingml/2006/main">
            <a:off x="685800" y="2781300"/>
            <a:ext cx="10363200" cy="438150"/>
          </a:xfrm>
          <a:prstGeom xmlns:a="http://schemas.openxmlformats.org/drawingml/2006/main" prst="rect">
            <a:avLst/>
          </a:prstGeom>
          <a:solidFill xmlns:a="http://schemas.openxmlformats.org/drawingml/2006/main">
            <a:srgbClr val="172452"/>
          </a:solidFill>
          <a:ln xmlns:a="http://schemas.openxmlformats.org/drawingml/2006/main" w="9525">
            <a:solidFill>
              <a:srgbClr val="172452"/>
            </a:solidFill>
            <a:prstDash val="solid"/>
          </a:ln>
        </p:spPr>
      </p:sp>
      <p:sp>
        <p:nvSpPr>
          <p:cNvPr id="11" name="">
            <a:extLst xmlns:a="http://schemas.openxmlformats.org/drawingml/2006/main">
              <a:ext uri="{FF2B5EF4-FFF2-40B4-BE49-F238E27FC236}">
                <a16:creationId xmlns:a16="http://schemas.microsoft.com/office/drawing/2014/main" id="{DACD5912-D59C-486D-87D3-0E597921F175}"/>
              </a:ext>
            </a:extLst>
          </p:cNvPr>
          <p:cNvSpPr>
            <a:spLocks xmlns:a="http://schemas.openxmlformats.org/drawingml/2006/main" noGrp="1"/>
          </p:cNvSpPr>
          <p:nvPr/>
        </p:nvSpPr>
        <p:spPr>
          <a:xfrm xmlns:a="http://schemas.openxmlformats.org/drawingml/2006/main">
            <a:off x="800100" y="2867025"/>
            <a:ext cx="1485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FFFFF"/>
                </a:solidFill>
                <a:latin typeface="Yu Gothic"/>
                <a:ea typeface="Yu Gothic"/>
                <a:cs typeface="Yu Gothic"/>
              </a:defRPr>
            </a:pPr>
            <a:r>
              <a:rPr sz="1200" b="1">
                <a:solidFill>
                  <a:srgbClr val="FFFFFF"/>
                </a:solidFill>
                <a:latin typeface="Yu Gothic"/>
                <a:ea typeface="Yu Gothic"/>
                <a:cs typeface="Yu Gothic"/>
              </a:rPr>
              <a:t>観点</a:t>
            </a:r>
          </a:p>
        </p:txBody>
      </p:sp>
      <p:sp>
        <p:nvSpPr>
          <p:cNvPr id="12" name="">
            <a:extLst xmlns:a="http://schemas.openxmlformats.org/drawingml/2006/main">
              <a:ext uri="{FF2B5EF4-FFF2-40B4-BE49-F238E27FC236}">
                <a16:creationId xmlns:a16="http://schemas.microsoft.com/office/drawing/2014/main" id="{DEFDB965-42BE-4F88-B207-11365ED1E3A5}"/>
              </a:ext>
            </a:extLst>
          </p:cNvPr>
          <p:cNvSpPr>
            <a:spLocks xmlns:a="http://schemas.openxmlformats.org/drawingml/2006/main" noGrp="1"/>
          </p:cNvSpPr>
          <p:nvPr/>
        </p:nvSpPr>
        <p:spPr>
          <a:xfrm xmlns:a="http://schemas.openxmlformats.org/drawingml/2006/main">
            <a:off x="2514600" y="2867025"/>
            <a:ext cx="8420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FFFFF"/>
                </a:solidFill>
                <a:latin typeface="Yu Gothic"/>
                <a:ea typeface="Yu Gothic"/>
                <a:cs typeface="Yu Gothic"/>
              </a:defRPr>
            </a:pPr>
            <a:r>
              <a:rPr sz="1200" b="1">
                <a:solidFill>
                  <a:srgbClr val="FFFFFF"/>
                </a:solidFill>
                <a:latin typeface="Yu Gothic"/>
                <a:ea typeface="Yu Gothic"/>
                <a:cs typeface="Yu Gothic"/>
              </a:rPr>
              <a:t>この資料での読み替え</a:t>
            </a:r>
          </a:p>
        </p:txBody>
      </p:sp>
      <p:sp>
        <p:nvSpPr>
          <p:cNvPr id="13" name="">
            <a:extLst xmlns:a="http://schemas.openxmlformats.org/drawingml/2006/main">
              <a:ext uri="{FF2B5EF4-FFF2-40B4-BE49-F238E27FC236}">
                <a16:creationId xmlns:a16="http://schemas.microsoft.com/office/drawing/2014/main" id="{EF163D2A-349F-4130-9EBD-CDCC35A292EB}"/>
              </a:ext>
            </a:extLst>
          </p:cNvPr>
          <p:cNvSpPr>
            <a:spLocks xmlns:a="http://schemas.openxmlformats.org/drawingml/2006/main" noGrp="1"/>
          </p:cNvSpPr>
          <p:nvPr/>
        </p:nvSpPr>
        <p:spPr>
          <a:xfrm xmlns:a="http://schemas.openxmlformats.org/drawingml/2006/main">
            <a:off x="685800" y="3219450"/>
            <a:ext cx="10363200" cy="438150"/>
          </a:xfrm>
          <a:prstGeom xmlns:a="http://schemas.openxmlformats.org/drawingml/2006/main" prst="rect">
            <a:avLst/>
          </a:prstGeom>
          <a:solidFill xmlns:a="http://schemas.openxmlformats.org/drawingml/2006/main">
            <a:srgbClr val="FBF8F2"/>
          </a:solidFill>
          <a:ln xmlns:a="http://schemas.openxmlformats.org/drawingml/2006/main" w="9525">
            <a:solidFill>
              <a:srgbClr val="D5CEC4"/>
            </a:solidFill>
            <a:prstDash val="solid"/>
          </a:ln>
        </p:spPr>
      </p:sp>
      <p:sp>
        <p:nvSpPr>
          <p:cNvPr id="14" name="">
            <a:extLst xmlns:a="http://schemas.openxmlformats.org/drawingml/2006/main">
              <a:ext uri="{FF2B5EF4-FFF2-40B4-BE49-F238E27FC236}">
                <a16:creationId xmlns:a16="http://schemas.microsoft.com/office/drawing/2014/main" id="{3E622043-9E96-48D7-A7EE-D42B8553BA57}"/>
              </a:ext>
            </a:extLst>
          </p:cNvPr>
          <p:cNvSpPr>
            <a:spLocks xmlns:a="http://schemas.openxmlformats.org/drawingml/2006/main" noGrp="1"/>
          </p:cNvSpPr>
          <p:nvPr/>
        </p:nvSpPr>
        <p:spPr>
          <a:xfrm xmlns:a="http://schemas.openxmlformats.org/drawingml/2006/main">
            <a:off x="800100" y="3305175"/>
            <a:ext cx="1485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4204A"/>
                </a:solidFill>
                <a:latin typeface="Yu Gothic"/>
                <a:ea typeface="Yu Gothic"/>
                <a:cs typeface="Yu Gothic"/>
              </a:defRPr>
            </a:pPr>
            <a:r>
              <a:rPr sz="1125" b="1">
                <a:solidFill>
                  <a:srgbClr val="14204A"/>
                </a:solidFill>
                <a:latin typeface="Yu Gothic"/>
                <a:ea typeface="Yu Gothic"/>
                <a:cs typeface="Yu Gothic"/>
              </a:rPr>
              <a:t>目的</a:t>
            </a:r>
          </a:p>
        </p:txBody>
      </p:sp>
      <p:sp>
        <p:nvSpPr>
          <p:cNvPr id="15" name="">
            <a:extLst xmlns:a="http://schemas.openxmlformats.org/drawingml/2006/main">
              <a:ext uri="{FF2B5EF4-FFF2-40B4-BE49-F238E27FC236}">
                <a16:creationId xmlns:a16="http://schemas.microsoft.com/office/drawing/2014/main" id="{32F022F1-3808-45BA-B6E2-0749AFB392CE}"/>
              </a:ext>
            </a:extLst>
          </p:cNvPr>
          <p:cNvSpPr>
            <a:spLocks xmlns:a="http://schemas.openxmlformats.org/drawingml/2006/main" noGrp="1"/>
          </p:cNvSpPr>
          <p:nvPr/>
        </p:nvSpPr>
        <p:spPr>
          <a:xfrm xmlns:a="http://schemas.openxmlformats.org/drawingml/2006/main">
            <a:off x="2514600" y="3305175"/>
            <a:ext cx="8420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2607A"/>
                </a:solidFill>
                <a:latin typeface="Yu Gothic"/>
                <a:ea typeface="Yu Gothic"/>
                <a:cs typeface="Yu Gothic"/>
              </a:defRPr>
            </a:pPr>
            <a:r>
              <a:rPr sz="1125" b="0">
                <a:solidFill>
                  <a:srgbClr val="52607A"/>
                </a:solidFill>
                <a:latin typeface="Yu Gothic"/>
                <a:ea typeface="Yu Gothic"/>
                <a:cs typeface="Yu Gothic"/>
              </a:rPr>
              <a:t>coding agentの結果を信頼しやすくするため、作業前のGuidesと作業後のSensorsを設計する</a:t>
            </a:r>
          </a:p>
        </p:txBody>
      </p:sp>
      <p:sp>
        <p:nvSpPr>
          <p:cNvPr id="16" name="">
            <a:extLst xmlns:a="http://schemas.openxmlformats.org/drawingml/2006/main">
              <a:ext uri="{FF2B5EF4-FFF2-40B4-BE49-F238E27FC236}">
                <a16:creationId xmlns:a16="http://schemas.microsoft.com/office/drawing/2014/main" id="{515CFA6C-0B61-4DDB-BC25-65B117383BAA}"/>
              </a:ext>
            </a:extLst>
          </p:cNvPr>
          <p:cNvSpPr>
            <a:spLocks xmlns:a="http://schemas.openxmlformats.org/drawingml/2006/main" noGrp="1"/>
          </p:cNvSpPr>
          <p:nvPr/>
        </p:nvSpPr>
        <p:spPr>
          <a:xfrm xmlns:a="http://schemas.openxmlformats.org/drawingml/2006/main">
            <a:off x="685800" y="3657600"/>
            <a:ext cx="10363200" cy="438150"/>
          </a:xfrm>
          <a:prstGeom xmlns:a="http://schemas.openxmlformats.org/drawingml/2006/main" prst="rect">
            <a:avLst/>
          </a:prstGeom>
          <a:solidFill xmlns:a="http://schemas.openxmlformats.org/drawingml/2006/main">
            <a:srgbClr val="F3EEE7"/>
          </a:solidFill>
          <a:ln xmlns:a="http://schemas.openxmlformats.org/drawingml/2006/main" w="9525">
            <a:solidFill>
              <a:srgbClr val="D5CEC4"/>
            </a:solidFill>
            <a:prstDash val="solid"/>
          </a:ln>
        </p:spPr>
      </p:sp>
      <p:sp>
        <p:nvSpPr>
          <p:cNvPr id="17" name="">
            <a:extLst xmlns:a="http://schemas.openxmlformats.org/drawingml/2006/main">
              <a:ext uri="{FF2B5EF4-FFF2-40B4-BE49-F238E27FC236}">
                <a16:creationId xmlns:a16="http://schemas.microsoft.com/office/drawing/2014/main" id="{D46FF938-D00E-4B41-B913-8364091665BA}"/>
              </a:ext>
            </a:extLst>
          </p:cNvPr>
          <p:cNvSpPr>
            <a:spLocks xmlns:a="http://schemas.openxmlformats.org/drawingml/2006/main" noGrp="1"/>
          </p:cNvSpPr>
          <p:nvPr/>
        </p:nvSpPr>
        <p:spPr>
          <a:xfrm xmlns:a="http://schemas.openxmlformats.org/drawingml/2006/main">
            <a:off x="800100" y="3743325"/>
            <a:ext cx="1485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4204A"/>
                </a:solidFill>
                <a:latin typeface="Yu Gothic"/>
                <a:ea typeface="Yu Gothic"/>
                <a:cs typeface="Yu Gothic"/>
              </a:defRPr>
            </a:pPr>
            <a:r>
              <a:rPr sz="1125" b="1">
                <a:solidFill>
                  <a:srgbClr val="14204A"/>
                </a:solidFill>
                <a:latin typeface="Yu Gothic"/>
                <a:ea typeface="Yu Gothic"/>
                <a:cs typeface="Yu Gothic"/>
              </a:rPr>
              <a:t>動き</a:t>
            </a:r>
          </a:p>
        </p:txBody>
      </p:sp>
      <p:sp>
        <p:nvSpPr>
          <p:cNvPr id="18" name="">
            <a:extLst xmlns:a="http://schemas.openxmlformats.org/drawingml/2006/main">
              <a:ext uri="{FF2B5EF4-FFF2-40B4-BE49-F238E27FC236}">
                <a16:creationId xmlns:a16="http://schemas.microsoft.com/office/drawing/2014/main" id="{9B4BD843-9B7F-48F9-A6CB-027FA4910065}"/>
              </a:ext>
            </a:extLst>
          </p:cNvPr>
          <p:cNvSpPr>
            <a:spLocks xmlns:a="http://schemas.openxmlformats.org/drawingml/2006/main" noGrp="1"/>
          </p:cNvSpPr>
          <p:nvPr/>
        </p:nvSpPr>
        <p:spPr>
          <a:xfrm xmlns:a="http://schemas.openxmlformats.org/drawingml/2006/main">
            <a:off x="2514600" y="3743325"/>
            <a:ext cx="8420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2607A"/>
                </a:solidFill>
                <a:latin typeface="Yu Gothic"/>
                <a:ea typeface="Yu Gothic"/>
                <a:cs typeface="Yu Gothic"/>
              </a:defRPr>
            </a:pPr>
            <a:r>
              <a:rPr sz="1125" b="0">
                <a:solidFill>
                  <a:srgbClr val="52607A"/>
                </a:solidFill>
                <a:latin typeface="Yu Gothic"/>
                <a:ea typeface="Yu Gothic"/>
                <a:cs typeface="Yu Gothic"/>
              </a:rPr>
              <a:t>望ましくない出力を先に防ぎ、出た問題はセンサーで検出して自己修正へ回す</a:t>
            </a:r>
          </a:p>
        </p:txBody>
      </p:sp>
      <p:sp>
        <p:nvSpPr>
          <p:cNvPr id="19" name="">
            <a:extLst xmlns:a="http://schemas.openxmlformats.org/drawingml/2006/main">
              <a:ext uri="{FF2B5EF4-FFF2-40B4-BE49-F238E27FC236}">
                <a16:creationId xmlns:a16="http://schemas.microsoft.com/office/drawing/2014/main" id="{F0440523-A7B5-43A9-8470-B23335ABD45B}"/>
              </a:ext>
            </a:extLst>
          </p:cNvPr>
          <p:cNvSpPr>
            <a:spLocks xmlns:a="http://schemas.openxmlformats.org/drawingml/2006/main" noGrp="1"/>
          </p:cNvSpPr>
          <p:nvPr/>
        </p:nvSpPr>
        <p:spPr>
          <a:xfrm xmlns:a="http://schemas.openxmlformats.org/drawingml/2006/main">
            <a:off x="685800" y="4095750"/>
            <a:ext cx="10363200" cy="438150"/>
          </a:xfrm>
          <a:prstGeom xmlns:a="http://schemas.openxmlformats.org/drawingml/2006/main" prst="rect">
            <a:avLst/>
          </a:prstGeom>
          <a:solidFill xmlns:a="http://schemas.openxmlformats.org/drawingml/2006/main">
            <a:srgbClr val="FBF8F2"/>
          </a:solidFill>
          <a:ln xmlns:a="http://schemas.openxmlformats.org/drawingml/2006/main" w="9525">
            <a:solidFill>
              <a:srgbClr val="D5CEC4"/>
            </a:solidFill>
            <a:prstDash val="solid"/>
          </a:ln>
        </p:spPr>
      </p:sp>
      <p:sp>
        <p:nvSpPr>
          <p:cNvPr id="20" name="">
            <a:extLst xmlns:a="http://schemas.openxmlformats.org/drawingml/2006/main">
              <a:ext uri="{FF2B5EF4-FFF2-40B4-BE49-F238E27FC236}">
                <a16:creationId xmlns:a16="http://schemas.microsoft.com/office/drawing/2014/main" id="{24D7CBA0-285F-417C-9C6A-0D4613ED2B06}"/>
              </a:ext>
            </a:extLst>
          </p:cNvPr>
          <p:cNvSpPr>
            <a:spLocks xmlns:a="http://schemas.openxmlformats.org/drawingml/2006/main" noGrp="1"/>
          </p:cNvSpPr>
          <p:nvPr/>
        </p:nvSpPr>
        <p:spPr>
          <a:xfrm xmlns:a="http://schemas.openxmlformats.org/drawingml/2006/main">
            <a:off x="800100" y="4181475"/>
            <a:ext cx="1485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4204A"/>
                </a:solidFill>
                <a:latin typeface="Yu Gothic"/>
                <a:ea typeface="Yu Gothic"/>
                <a:cs typeface="Yu Gothic"/>
              </a:defRPr>
            </a:pPr>
            <a:r>
              <a:rPr sz="1125" b="1">
                <a:solidFill>
                  <a:srgbClr val="14204A"/>
                </a:solidFill>
                <a:latin typeface="Yu Gothic"/>
                <a:ea typeface="Yu Gothic"/>
                <a:cs typeface="Yu Gothic"/>
              </a:rPr>
              <a:t>人間の役割</a:t>
            </a:r>
          </a:p>
        </p:txBody>
      </p:sp>
      <p:sp>
        <p:nvSpPr>
          <p:cNvPr id="21" name="">
            <a:extLst xmlns:a="http://schemas.openxmlformats.org/drawingml/2006/main">
              <a:ext uri="{FF2B5EF4-FFF2-40B4-BE49-F238E27FC236}">
                <a16:creationId xmlns:a16="http://schemas.microsoft.com/office/drawing/2014/main" id="{A3B6E3EA-544E-4889-A67E-943123166141}"/>
              </a:ext>
            </a:extLst>
          </p:cNvPr>
          <p:cNvSpPr>
            <a:spLocks xmlns:a="http://schemas.openxmlformats.org/drawingml/2006/main" noGrp="1"/>
          </p:cNvSpPr>
          <p:nvPr/>
        </p:nvSpPr>
        <p:spPr>
          <a:xfrm xmlns:a="http://schemas.openxmlformats.org/drawingml/2006/main">
            <a:off x="2514600" y="4181475"/>
            <a:ext cx="8420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2607A"/>
                </a:solidFill>
                <a:latin typeface="Yu Gothic"/>
                <a:ea typeface="Yu Gothic"/>
                <a:cs typeface="Yu Gothic"/>
              </a:defRPr>
            </a:pPr>
            <a:r>
              <a:rPr sz="1125" b="0">
                <a:solidFill>
                  <a:srgbClr val="52607A"/>
                </a:solidFill>
                <a:latin typeface="Yu Gothic"/>
                <a:ea typeface="Yu Gothic"/>
                <a:cs typeface="Yu Gothic"/>
              </a:rPr>
              <a:t>すべてを読むのではなく、GuidesとSensorsを育て、重要判断へ集中する</a:t>
            </a:r>
          </a:p>
        </p:txBody>
      </p:sp>
      <p:sp>
        <p:nvSpPr>
          <p:cNvPr id="22" name="">
            <a:extLst xmlns:a="http://schemas.openxmlformats.org/drawingml/2006/main">
              <a:ext uri="{FF2B5EF4-FFF2-40B4-BE49-F238E27FC236}">
                <a16:creationId xmlns:a16="http://schemas.microsoft.com/office/drawing/2014/main" id="{EE671F58-F826-4A16-AB9F-22D175EC95D1}"/>
              </a:ext>
            </a:extLst>
          </p:cNvPr>
          <p:cNvSpPr>
            <a:spLocks xmlns:a="http://schemas.openxmlformats.org/drawingml/2006/main" noGrp="1"/>
          </p:cNvSpPr>
          <p:nvPr/>
        </p:nvSpPr>
        <p:spPr>
          <a:xfrm xmlns:a="http://schemas.openxmlformats.org/drawingml/2006/main">
            <a:off x="685800" y="4533900"/>
            <a:ext cx="10363200" cy="438150"/>
          </a:xfrm>
          <a:prstGeom xmlns:a="http://schemas.openxmlformats.org/drawingml/2006/main" prst="rect">
            <a:avLst/>
          </a:prstGeom>
          <a:solidFill xmlns:a="http://schemas.openxmlformats.org/drawingml/2006/main">
            <a:srgbClr val="F3EEE7"/>
          </a:solidFill>
          <a:ln xmlns:a="http://schemas.openxmlformats.org/drawingml/2006/main" w="9525">
            <a:solidFill>
              <a:srgbClr val="D5CEC4"/>
            </a:solidFill>
            <a:prstDash val="solid"/>
          </a:ln>
        </p:spPr>
      </p:sp>
      <p:sp>
        <p:nvSpPr>
          <p:cNvPr id="23" name="">
            <a:extLst xmlns:a="http://schemas.openxmlformats.org/drawingml/2006/main">
              <a:ext uri="{FF2B5EF4-FFF2-40B4-BE49-F238E27FC236}">
                <a16:creationId xmlns:a16="http://schemas.microsoft.com/office/drawing/2014/main" id="{EEB3DD3A-5149-4A56-8652-03C0A58389AD}"/>
              </a:ext>
            </a:extLst>
          </p:cNvPr>
          <p:cNvSpPr>
            <a:spLocks xmlns:a="http://schemas.openxmlformats.org/drawingml/2006/main" noGrp="1"/>
          </p:cNvSpPr>
          <p:nvPr/>
        </p:nvSpPr>
        <p:spPr>
          <a:xfrm xmlns:a="http://schemas.openxmlformats.org/drawingml/2006/main">
            <a:off x="800100" y="4619625"/>
            <a:ext cx="1485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4204A"/>
                </a:solidFill>
                <a:latin typeface="Yu Gothic"/>
                <a:ea typeface="Yu Gothic"/>
                <a:cs typeface="Yu Gothic"/>
              </a:defRPr>
            </a:pPr>
            <a:r>
              <a:rPr sz="1125" b="1">
                <a:solidFill>
                  <a:srgbClr val="14204A"/>
                </a:solidFill>
                <a:latin typeface="Yu Gothic"/>
                <a:ea typeface="Yu Gothic"/>
                <a:cs typeface="Yu Gothic"/>
              </a:rPr>
              <a:t>今回のデモ</a:t>
            </a:r>
          </a:p>
        </p:txBody>
      </p:sp>
      <p:sp>
        <p:nvSpPr>
          <p:cNvPr id="24" name="">
            <a:extLst xmlns:a="http://schemas.openxmlformats.org/drawingml/2006/main">
              <a:ext uri="{FF2B5EF4-FFF2-40B4-BE49-F238E27FC236}">
                <a16:creationId xmlns:a16="http://schemas.microsoft.com/office/drawing/2014/main" id="{BB786D9C-2AB7-414A-BD7F-B3C4FD1AA581}"/>
              </a:ext>
            </a:extLst>
          </p:cNvPr>
          <p:cNvSpPr>
            <a:spLocks xmlns:a="http://schemas.openxmlformats.org/drawingml/2006/main" noGrp="1"/>
          </p:cNvSpPr>
          <p:nvPr/>
        </p:nvSpPr>
        <p:spPr>
          <a:xfrm xmlns:a="http://schemas.openxmlformats.org/drawingml/2006/main">
            <a:off x="2514600" y="4619625"/>
            <a:ext cx="8420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2607A"/>
                </a:solidFill>
                <a:latin typeface="Yu Gothic"/>
                <a:ea typeface="Yu Gothic"/>
                <a:cs typeface="Yu Gothic"/>
              </a:defRPr>
            </a:pPr>
            <a:r>
              <a:rPr sz="1125" b="0">
                <a:solidFill>
                  <a:srgbClr val="52607A"/>
                </a:solidFill>
                <a:latin typeface="Yu Gothic"/>
                <a:ea typeface="Yu Gothic"/>
                <a:cs typeface="Yu Gothic"/>
              </a:rPr>
              <a:t>CR、AGENTS.md、テスト、policy-boundary、worklogで小さく体験する</a:t>
            </a:r>
          </a:p>
        </p:txBody>
      </p:sp>
      <p:sp>
        <p:nvSpPr>
          <p:cNvPr id="25" name="">
            <a:extLst xmlns:a="http://schemas.openxmlformats.org/drawingml/2006/main">
              <a:ext uri="{FF2B5EF4-FFF2-40B4-BE49-F238E27FC236}">
                <a16:creationId xmlns:a16="http://schemas.microsoft.com/office/drawing/2014/main" id="{C4269E00-7B24-4EBB-8B56-3931CCCCE84E}"/>
              </a:ext>
            </a:extLst>
          </p:cNvPr>
          <p:cNvSpPr>
            <a:spLocks xmlns:a="http://schemas.openxmlformats.org/drawingml/2006/main" noGrp="1"/>
          </p:cNvSpPr>
          <p:nvPr/>
        </p:nvSpPr>
        <p:spPr>
          <a:xfrm xmlns:a="http://schemas.openxmlformats.org/drawingml/2006/main">
            <a:off x="1352550" y="5467350"/>
            <a:ext cx="9486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C85B1A"/>
                </a:solidFill>
                <a:latin typeface="Yu Gothic"/>
                <a:ea typeface="Yu Gothic"/>
                <a:cs typeface="Yu Gothic"/>
              </a:defRPr>
            </a:pPr>
            <a:r>
              <a:rPr sz="1725" b="1">
                <a:solidFill>
                  <a:srgbClr val="C85B1A"/>
                </a:solidFill>
                <a:latin typeface="Yu Gothic"/>
                <a:ea typeface="Yu Gothic"/>
                <a:cs typeface="Yu Gothic"/>
              </a:rPr>
              <a:t>重要: AIを信じる/信じないではなく、AIが出した変更を判断できる形にする。</a:t>
            </a:r>
          </a:p>
        </p:txBody>
      </p:sp>
    </p:spTree>
    <p:extLst>
      <p:ext uri="{BB962C8B-B14F-4D97-AF65-F5344CB8AC3E}">
        <p14:creationId xmlns:p14="http://schemas.microsoft.com/office/powerpoint/2010/main" val="1438880829"/>
      </p:ext>
    </p:extLst>
  </p:cSld>
</p:sld>
</file>

<file path=ppt/slides/slide10.xml><?xml version="1.0" encoding="utf-8"?>
<p:sld xmlns:p="http://schemas.openxmlformats.org/presentationml/2006/main">
  <p:cSld>
    <p:bg>
      <p:bgPr>
        <a:solidFill xmlns:a="http://schemas.openxmlformats.org/drawingml/2006/main">
          <a:srgbClr val="ECE7E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6633BA4-3C9A-4A1A-9C22-D756645EB8D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245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F8F0227-8C1E-46D1-A9BB-B55EF577336D}"/>
              </a:ext>
            </a:extLst>
          </p:cNvPr>
          <p:cNvSpPr>
            <a:spLocks xmlns:a="http://schemas.openxmlformats.org/drawingml/2006/main" noGrp="1"/>
          </p:cNvSpPr>
          <p:nvPr/>
        </p:nvSpPr>
        <p:spPr>
          <a:xfrm xmlns:a="http://schemas.openxmlformats.org/drawingml/2006/main">
            <a:off x="514350" y="400050"/>
            <a:ext cx="76200" cy="266700"/>
          </a:xfrm>
          <a:prstGeom xmlns:a="http://schemas.openxmlformats.org/drawingml/2006/main" prst="rect">
            <a:avLst/>
          </a:prstGeom>
          <a:solidFill xmlns:a="http://schemas.openxmlformats.org/drawingml/2006/main">
            <a:srgbClr val="33824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55E302D-54B8-41B4-AAF1-C5B33DE04B13}"/>
              </a:ext>
            </a:extLst>
          </p:cNvPr>
          <p:cNvSpPr>
            <a:spLocks xmlns:a="http://schemas.openxmlformats.org/drawingml/2006/main" noGrp="1"/>
          </p:cNvSpPr>
          <p:nvPr/>
        </p:nvSpPr>
        <p:spPr>
          <a:xfrm xmlns:a="http://schemas.openxmlformats.org/drawingml/2006/main">
            <a:off x="704850" y="381000"/>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33824A"/>
                </a:solidFill>
                <a:latin typeface="Yu Gothic"/>
                <a:ea typeface="Yu Gothic"/>
                <a:cs typeface="Yu Gothic"/>
              </a:defRPr>
            </a:pPr>
            <a:r>
              <a:rPr sz="975" b="1">
                <a:solidFill>
                  <a:srgbClr val="33824A"/>
                </a:solidFill>
                <a:latin typeface="Yu Gothic"/>
                <a:ea typeface="Yu Gothic"/>
                <a:cs typeface="Yu Gothic"/>
              </a:rPr>
              <a:t>GLOSSARY</a:t>
            </a:r>
          </a:p>
        </p:txBody>
      </p:sp>
      <p:sp>
        <p:nvSpPr>
          <p:cNvPr id="4" name="">
            <a:extLst xmlns:a="http://schemas.openxmlformats.org/drawingml/2006/main">
              <a:ext uri="{FF2B5EF4-FFF2-40B4-BE49-F238E27FC236}">
                <a16:creationId xmlns:a16="http://schemas.microsoft.com/office/drawing/2014/main" id="{258B2B36-FE53-429D-8107-347A0205F2EC}"/>
              </a:ext>
            </a:extLst>
          </p:cNvPr>
          <p:cNvSpPr>
            <a:spLocks xmlns:a="http://schemas.openxmlformats.org/drawingml/2006/main" noGrp="1"/>
          </p:cNvSpPr>
          <p:nvPr/>
        </p:nvSpPr>
        <p:spPr>
          <a:xfrm xmlns:a="http://schemas.openxmlformats.org/drawingml/2006/main">
            <a:off x="533400" y="857250"/>
            <a:ext cx="1000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72452"/>
                </a:solidFill>
                <a:latin typeface="Yu Gothic"/>
                <a:ea typeface="Yu Gothic"/>
                <a:cs typeface="Yu Gothic"/>
              </a:defRPr>
            </a:pPr>
            <a:r>
              <a:rPr sz="2700" b="1">
                <a:solidFill>
                  <a:srgbClr val="172452"/>
                </a:solidFill>
                <a:latin typeface="Yu Gothic"/>
                <a:ea typeface="Yu Gothic"/>
                <a:cs typeface="Yu Gothic"/>
              </a:rPr>
              <a:t>先におさえる用語</a:t>
            </a:r>
          </a:p>
        </p:txBody>
      </p:sp>
      <p:sp>
        <p:nvSpPr>
          <p:cNvPr id="5" name="">
            <a:extLst xmlns:a="http://schemas.openxmlformats.org/drawingml/2006/main">
              <a:ext uri="{FF2B5EF4-FFF2-40B4-BE49-F238E27FC236}">
                <a16:creationId xmlns:a16="http://schemas.microsoft.com/office/drawing/2014/main" id="{FC3603B6-2D62-47BB-B768-FE57E26D216B}"/>
              </a:ext>
            </a:extLst>
          </p:cNvPr>
          <p:cNvSpPr>
            <a:spLocks xmlns:a="http://schemas.openxmlformats.org/drawingml/2006/main" noGrp="1"/>
          </p:cNvSpPr>
          <p:nvPr/>
        </p:nvSpPr>
        <p:spPr>
          <a:xfrm xmlns:a="http://schemas.openxmlformats.org/drawingml/2006/main">
            <a:off x="11125200" y="632460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52607A"/>
                </a:solidFill>
                <a:latin typeface="Yu Gothic"/>
                <a:ea typeface="Yu Gothic"/>
                <a:cs typeface="Yu Gothic"/>
              </a:defRPr>
            </a:pPr>
            <a:r>
              <a:rPr sz="900" b="0">
                <a:solidFill>
                  <a:srgbClr val="52607A"/>
                </a:solidFill>
                <a:latin typeface="Yu Gothic"/>
                <a:ea typeface="Yu Gothic"/>
                <a:cs typeface="Yu Gothic"/>
              </a:rPr>
              <a:t>10</a:t>
            </a:r>
          </a:p>
        </p:txBody>
      </p:sp>
      <p:sp>
        <p:nvSpPr>
          <p:cNvPr id="6" name="">
            <a:extLst xmlns:a="http://schemas.openxmlformats.org/drawingml/2006/main">
              <a:ext uri="{FF2B5EF4-FFF2-40B4-BE49-F238E27FC236}">
                <a16:creationId xmlns:a16="http://schemas.microsoft.com/office/drawing/2014/main" id="{0C90C7CF-4C1F-42A5-95E9-0D16799CB5FE}"/>
              </a:ext>
            </a:extLst>
          </p:cNvPr>
          <p:cNvSpPr>
            <a:spLocks xmlns:a="http://schemas.openxmlformats.org/drawingml/2006/main" noGrp="1"/>
          </p:cNvSpPr>
          <p:nvPr/>
        </p:nvSpPr>
        <p:spPr>
          <a:xfrm xmlns:a="http://schemas.openxmlformats.org/drawingml/2006/main">
            <a:off x="552450" y="1428750"/>
            <a:ext cx="11087100" cy="438150"/>
          </a:xfrm>
          <a:prstGeom xmlns:a="http://schemas.openxmlformats.org/drawingml/2006/main" prst="rect">
            <a:avLst/>
          </a:prstGeom>
          <a:solidFill xmlns:a="http://schemas.openxmlformats.org/drawingml/2006/main">
            <a:srgbClr val="172452"/>
          </a:solidFill>
          <a:ln xmlns:a="http://schemas.openxmlformats.org/drawingml/2006/main" w="9525">
            <a:solidFill>
              <a:srgbClr val="172452"/>
            </a:solidFill>
            <a:prstDash val="solid"/>
          </a:ln>
        </p:spPr>
      </p:sp>
      <p:sp>
        <p:nvSpPr>
          <p:cNvPr id="7" name="">
            <a:extLst xmlns:a="http://schemas.openxmlformats.org/drawingml/2006/main">
              <a:ext uri="{FF2B5EF4-FFF2-40B4-BE49-F238E27FC236}">
                <a16:creationId xmlns:a16="http://schemas.microsoft.com/office/drawing/2014/main" id="{DA8FB9C1-6230-46DB-AAED-F23C034F892B}"/>
              </a:ext>
            </a:extLst>
          </p:cNvPr>
          <p:cNvSpPr>
            <a:spLocks xmlns:a="http://schemas.openxmlformats.org/drawingml/2006/main" noGrp="1"/>
          </p:cNvSpPr>
          <p:nvPr/>
        </p:nvSpPr>
        <p:spPr>
          <a:xfrm xmlns:a="http://schemas.openxmlformats.org/drawingml/2006/main">
            <a:off x="666750" y="1514475"/>
            <a:ext cx="1771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FFFFF"/>
                </a:solidFill>
                <a:latin typeface="Yu Gothic"/>
                <a:ea typeface="Yu Gothic"/>
                <a:cs typeface="Yu Gothic"/>
              </a:defRPr>
            </a:pPr>
            <a:r>
              <a:rPr sz="1200" b="1">
                <a:solidFill>
                  <a:srgbClr val="FFFFFF"/>
                </a:solidFill>
                <a:latin typeface="Yu Gothic"/>
                <a:ea typeface="Yu Gothic"/>
                <a:cs typeface="Yu Gothic"/>
              </a:rPr>
              <a:t>用語</a:t>
            </a:r>
          </a:p>
        </p:txBody>
      </p:sp>
      <p:sp>
        <p:nvSpPr>
          <p:cNvPr id="8" name="">
            <a:extLst xmlns:a="http://schemas.openxmlformats.org/drawingml/2006/main">
              <a:ext uri="{FF2B5EF4-FFF2-40B4-BE49-F238E27FC236}">
                <a16:creationId xmlns:a16="http://schemas.microsoft.com/office/drawing/2014/main" id="{D6FB7F24-B171-425B-A7E4-1EC0D00BF7CB}"/>
              </a:ext>
            </a:extLst>
          </p:cNvPr>
          <p:cNvSpPr>
            <a:spLocks xmlns:a="http://schemas.openxmlformats.org/drawingml/2006/main" noGrp="1"/>
          </p:cNvSpPr>
          <p:nvPr/>
        </p:nvSpPr>
        <p:spPr>
          <a:xfrm xmlns:a="http://schemas.openxmlformats.org/drawingml/2006/main">
            <a:off x="2667000" y="1514475"/>
            <a:ext cx="5200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FFFFF"/>
                </a:solidFill>
                <a:latin typeface="Yu Gothic"/>
                <a:ea typeface="Yu Gothic"/>
                <a:cs typeface="Yu Gothic"/>
              </a:defRPr>
            </a:pPr>
            <a:r>
              <a:rPr sz="1200" b="1">
                <a:solidFill>
                  <a:srgbClr val="FFFFFF"/>
                </a:solidFill>
                <a:latin typeface="Yu Gothic"/>
                <a:ea typeface="Yu Gothic"/>
                <a:cs typeface="Yu Gothic"/>
              </a:rPr>
              <a:t>この資料での意味</a:t>
            </a:r>
          </a:p>
        </p:txBody>
      </p:sp>
      <p:sp>
        <p:nvSpPr>
          <p:cNvPr id="9" name="">
            <a:extLst xmlns:a="http://schemas.openxmlformats.org/drawingml/2006/main">
              <a:ext uri="{FF2B5EF4-FFF2-40B4-BE49-F238E27FC236}">
                <a16:creationId xmlns:a16="http://schemas.microsoft.com/office/drawing/2014/main" id="{1F0E9674-9C79-47D9-A206-9A266775EAF5}"/>
              </a:ext>
            </a:extLst>
          </p:cNvPr>
          <p:cNvSpPr>
            <a:spLocks xmlns:a="http://schemas.openxmlformats.org/drawingml/2006/main" noGrp="1"/>
          </p:cNvSpPr>
          <p:nvPr/>
        </p:nvSpPr>
        <p:spPr>
          <a:xfrm xmlns:a="http://schemas.openxmlformats.org/drawingml/2006/main">
            <a:off x="8096250" y="1514475"/>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FFFFF"/>
                </a:solidFill>
                <a:latin typeface="Yu Gothic"/>
                <a:ea typeface="Yu Gothic"/>
                <a:cs typeface="Yu Gothic"/>
              </a:defRPr>
            </a:pPr>
            <a:r>
              <a:rPr sz="1200" b="1">
                <a:solidFill>
                  <a:srgbClr val="FFFFFF"/>
                </a:solidFill>
                <a:latin typeface="Yu Gothic"/>
                <a:ea typeface="Yu Gothic"/>
                <a:cs typeface="Yu Gothic"/>
              </a:rPr>
              <a:t>今回の例</a:t>
            </a:r>
          </a:p>
        </p:txBody>
      </p:sp>
      <p:sp>
        <p:nvSpPr>
          <p:cNvPr id="10" name="">
            <a:extLst xmlns:a="http://schemas.openxmlformats.org/drawingml/2006/main">
              <a:ext uri="{FF2B5EF4-FFF2-40B4-BE49-F238E27FC236}">
                <a16:creationId xmlns:a16="http://schemas.microsoft.com/office/drawing/2014/main" id="{BE678C39-CF0C-4F23-B229-BB3C199A02B2}"/>
              </a:ext>
            </a:extLst>
          </p:cNvPr>
          <p:cNvSpPr>
            <a:spLocks xmlns:a="http://schemas.openxmlformats.org/drawingml/2006/main" noGrp="1"/>
          </p:cNvSpPr>
          <p:nvPr/>
        </p:nvSpPr>
        <p:spPr>
          <a:xfrm xmlns:a="http://schemas.openxmlformats.org/drawingml/2006/main">
            <a:off x="552450" y="1866900"/>
            <a:ext cx="11087100" cy="438150"/>
          </a:xfrm>
          <a:prstGeom xmlns:a="http://schemas.openxmlformats.org/drawingml/2006/main" prst="rect">
            <a:avLst/>
          </a:prstGeom>
          <a:solidFill xmlns:a="http://schemas.openxmlformats.org/drawingml/2006/main">
            <a:srgbClr val="FBF8F2"/>
          </a:solidFill>
          <a:ln xmlns:a="http://schemas.openxmlformats.org/drawingml/2006/main" w="9525">
            <a:solidFill>
              <a:srgbClr val="D5CEC4"/>
            </a:solidFill>
            <a:prstDash val="solid"/>
          </a:ln>
        </p:spPr>
      </p:sp>
      <p:sp>
        <p:nvSpPr>
          <p:cNvPr id="11" name="">
            <a:extLst xmlns:a="http://schemas.openxmlformats.org/drawingml/2006/main">
              <a:ext uri="{FF2B5EF4-FFF2-40B4-BE49-F238E27FC236}">
                <a16:creationId xmlns:a16="http://schemas.microsoft.com/office/drawing/2014/main" id="{590909EA-3150-48E2-9E13-0E294CE7D71B}"/>
              </a:ext>
            </a:extLst>
          </p:cNvPr>
          <p:cNvSpPr>
            <a:spLocks xmlns:a="http://schemas.openxmlformats.org/drawingml/2006/main" noGrp="1"/>
          </p:cNvSpPr>
          <p:nvPr/>
        </p:nvSpPr>
        <p:spPr>
          <a:xfrm xmlns:a="http://schemas.openxmlformats.org/drawingml/2006/main">
            <a:off x="666750" y="1952625"/>
            <a:ext cx="1771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4204A"/>
                </a:solidFill>
                <a:latin typeface="Yu Gothic"/>
                <a:ea typeface="Yu Gothic"/>
                <a:cs typeface="Yu Gothic"/>
              </a:defRPr>
            </a:pPr>
            <a:r>
              <a:rPr sz="1050" b="1">
                <a:solidFill>
                  <a:srgbClr val="14204A"/>
                </a:solidFill>
                <a:latin typeface="Yu Gothic"/>
                <a:ea typeface="Yu Gothic"/>
                <a:cs typeface="Yu Gothic"/>
              </a:rPr>
              <a:t>CR</a:t>
            </a:r>
          </a:p>
        </p:txBody>
      </p:sp>
      <p:sp>
        <p:nvSpPr>
          <p:cNvPr id="12" name="">
            <a:extLst xmlns:a="http://schemas.openxmlformats.org/drawingml/2006/main">
              <a:ext uri="{FF2B5EF4-FFF2-40B4-BE49-F238E27FC236}">
                <a16:creationId xmlns:a16="http://schemas.microsoft.com/office/drawing/2014/main" id="{4958FC58-99B9-42B3-9D72-56AB66C24E1F}"/>
              </a:ext>
            </a:extLst>
          </p:cNvPr>
          <p:cNvSpPr>
            <a:spLocks xmlns:a="http://schemas.openxmlformats.org/drawingml/2006/main" noGrp="1"/>
          </p:cNvSpPr>
          <p:nvPr/>
        </p:nvSpPr>
        <p:spPr>
          <a:xfrm xmlns:a="http://schemas.openxmlformats.org/drawingml/2006/main">
            <a:off x="2667000" y="1952625"/>
            <a:ext cx="5200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2607A"/>
                </a:solidFill>
                <a:latin typeface="Yu Gothic"/>
                <a:ea typeface="Yu Gothic"/>
                <a:cs typeface="Yu Gothic"/>
              </a:defRPr>
            </a:pPr>
            <a:r>
              <a:rPr sz="1050" b="0">
                <a:solidFill>
                  <a:srgbClr val="52607A"/>
                </a:solidFill>
                <a:latin typeface="Yu Gothic"/>
                <a:ea typeface="Yu Gothic"/>
                <a:cs typeface="Yu Gothic"/>
              </a:rPr>
              <a:t>Change Request。変更依頼、背景、受け入れ条件、対象外をまとめる入口</a:t>
            </a:r>
          </a:p>
        </p:txBody>
      </p:sp>
      <p:sp>
        <p:nvSpPr>
          <p:cNvPr id="13" name="">
            <a:extLst xmlns:a="http://schemas.openxmlformats.org/drawingml/2006/main">
              <a:ext uri="{FF2B5EF4-FFF2-40B4-BE49-F238E27FC236}">
                <a16:creationId xmlns:a16="http://schemas.microsoft.com/office/drawing/2014/main" id="{53906AA6-D10A-4182-9117-701923D4C228}"/>
              </a:ext>
            </a:extLst>
          </p:cNvPr>
          <p:cNvSpPr>
            <a:spLocks xmlns:a="http://schemas.openxmlformats.org/drawingml/2006/main" noGrp="1"/>
          </p:cNvSpPr>
          <p:nvPr/>
        </p:nvSpPr>
        <p:spPr>
          <a:xfrm xmlns:a="http://schemas.openxmlformats.org/drawingml/2006/main">
            <a:off x="8096250" y="1952625"/>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2607A"/>
                </a:solidFill>
                <a:latin typeface="Yu Gothic"/>
                <a:ea typeface="Yu Gothic"/>
                <a:cs typeface="Yu Gothic"/>
              </a:defRPr>
            </a:pPr>
            <a:r>
              <a:rPr sz="1050" b="0">
                <a:solidFill>
                  <a:srgbClr val="52607A"/>
                </a:solidFill>
                <a:latin typeface="Yu Gothic"/>
                <a:ea typeface="Yu Gothic"/>
                <a:cs typeface="Yu Gothic"/>
              </a:rPr>
              <a:t>送料無料を7,000円以上へ変更</a:t>
            </a:r>
          </a:p>
        </p:txBody>
      </p:sp>
      <p:sp>
        <p:nvSpPr>
          <p:cNvPr id="14" name="">
            <a:extLst xmlns:a="http://schemas.openxmlformats.org/drawingml/2006/main">
              <a:ext uri="{FF2B5EF4-FFF2-40B4-BE49-F238E27FC236}">
                <a16:creationId xmlns:a16="http://schemas.microsoft.com/office/drawing/2014/main" id="{D4D13CE8-CAC1-418B-93D1-06D0716E4F02}"/>
              </a:ext>
            </a:extLst>
          </p:cNvPr>
          <p:cNvSpPr>
            <a:spLocks xmlns:a="http://schemas.openxmlformats.org/drawingml/2006/main" noGrp="1"/>
          </p:cNvSpPr>
          <p:nvPr/>
        </p:nvSpPr>
        <p:spPr>
          <a:xfrm xmlns:a="http://schemas.openxmlformats.org/drawingml/2006/main">
            <a:off x="552450" y="2305050"/>
            <a:ext cx="11087100" cy="438150"/>
          </a:xfrm>
          <a:prstGeom xmlns:a="http://schemas.openxmlformats.org/drawingml/2006/main" prst="rect">
            <a:avLst/>
          </a:prstGeom>
          <a:solidFill xmlns:a="http://schemas.openxmlformats.org/drawingml/2006/main">
            <a:srgbClr val="F3EEE7"/>
          </a:solidFill>
          <a:ln xmlns:a="http://schemas.openxmlformats.org/drawingml/2006/main" w="9525">
            <a:solidFill>
              <a:srgbClr val="D5CEC4"/>
            </a:solidFill>
            <a:prstDash val="solid"/>
          </a:ln>
        </p:spPr>
      </p:sp>
      <p:sp>
        <p:nvSpPr>
          <p:cNvPr id="15" name="">
            <a:extLst xmlns:a="http://schemas.openxmlformats.org/drawingml/2006/main">
              <a:ext uri="{FF2B5EF4-FFF2-40B4-BE49-F238E27FC236}">
                <a16:creationId xmlns:a16="http://schemas.microsoft.com/office/drawing/2014/main" id="{B2A21E3A-D914-49FE-B3CC-F848CF9F9090}"/>
              </a:ext>
            </a:extLst>
          </p:cNvPr>
          <p:cNvSpPr>
            <a:spLocks xmlns:a="http://schemas.openxmlformats.org/drawingml/2006/main" noGrp="1"/>
          </p:cNvSpPr>
          <p:nvPr/>
        </p:nvSpPr>
        <p:spPr>
          <a:xfrm xmlns:a="http://schemas.openxmlformats.org/drawingml/2006/main">
            <a:off x="666750" y="2390775"/>
            <a:ext cx="1771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4204A"/>
                </a:solidFill>
                <a:latin typeface="Yu Gothic"/>
                <a:ea typeface="Yu Gothic"/>
                <a:cs typeface="Yu Gothic"/>
              </a:defRPr>
            </a:pPr>
            <a:r>
              <a:rPr sz="1050" b="1">
                <a:solidFill>
                  <a:srgbClr val="14204A"/>
                </a:solidFill>
                <a:latin typeface="Yu Gothic"/>
                <a:ea typeface="Yu Gothic"/>
                <a:cs typeface="Yu Gothic"/>
              </a:rPr>
              <a:t>AGENTS.md</a:t>
            </a:r>
          </a:p>
        </p:txBody>
      </p:sp>
      <p:sp>
        <p:nvSpPr>
          <p:cNvPr id="16" name="">
            <a:extLst xmlns:a="http://schemas.openxmlformats.org/drawingml/2006/main">
              <a:ext uri="{FF2B5EF4-FFF2-40B4-BE49-F238E27FC236}">
                <a16:creationId xmlns:a16="http://schemas.microsoft.com/office/drawing/2014/main" id="{E7BEEA2C-4287-40EE-86B6-8CCC12DAE7B5}"/>
              </a:ext>
            </a:extLst>
          </p:cNvPr>
          <p:cNvSpPr>
            <a:spLocks xmlns:a="http://schemas.openxmlformats.org/drawingml/2006/main" noGrp="1"/>
          </p:cNvSpPr>
          <p:nvPr/>
        </p:nvSpPr>
        <p:spPr>
          <a:xfrm xmlns:a="http://schemas.openxmlformats.org/drawingml/2006/main">
            <a:off x="2667000" y="2390775"/>
            <a:ext cx="5200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2607A"/>
                </a:solidFill>
                <a:latin typeface="Yu Gothic"/>
                <a:ea typeface="Yu Gothic"/>
                <a:cs typeface="Yu Gothic"/>
              </a:defRPr>
            </a:pPr>
            <a:r>
              <a:rPr sz="1050" b="0">
                <a:solidFill>
                  <a:srgbClr val="52607A"/>
                </a:solidFill>
                <a:latin typeface="Yu Gothic"/>
                <a:ea typeface="Yu Gothic"/>
                <a:cs typeface="Yu Gothic"/>
              </a:rPr>
              <a:t>Codex向けの作業規約。CLAUDE.md / GEMINI.mdと同じ立ち位置</a:t>
            </a:r>
          </a:p>
        </p:txBody>
      </p:sp>
      <p:sp>
        <p:nvSpPr>
          <p:cNvPr id="17" name="">
            <a:extLst xmlns:a="http://schemas.openxmlformats.org/drawingml/2006/main">
              <a:ext uri="{FF2B5EF4-FFF2-40B4-BE49-F238E27FC236}">
                <a16:creationId xmlns:a16="http://schemas.microsoft.com/office/drawing/2014/main" id="{98E4233C-9AF7-4B48-A576-06D1EF67D1BB}"/>
              </a:ext>
            </a:extLst>
          </p:cNvPr>
          <p:cNvSpPr>
            <a:spLocks xmlns:a="http://schemas.openxmlformats.org/drawingml/2006/main" noGrp="1"/>
          </p:cNvSpPr>
          <p:nvPr/>
        </p:nvSpPr>
        <p:spPr>
          <a:xfrm xmlns:a="http://schemas.openxmlformats.org/drawingml/2006/main">
            <a:off x="8096250" y="2390775"/>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2607A"/>
                </a:solidFill>
                <a:latin typeface="Yu Gothic"/>
                <a:ea typeface="Yu Gothic"/>
                <a:cs typeface="Yu Gothic"/>
              </a:defRPr>
            </a:pPr>
            <a:r>
              <a:rPr sz="1050" b="0">
                <a:solidFill>
                  <a:srgbClr val="52607A"/>
                </a:solidFill>
                <a:latin typeface="Yu Gothic"/>
                <a:ea typeface="Yu Gothic"/>
                <a:cs typeface="Yu Gothic"/>
              </a:rPr>
              <a:t>責務境界、テスト、記録ルール</a:t>
            </a:r>
          </a:p>
        </p:txBody>
      </p:sp>
      <p:sp>
        <p:nvSpPr>
          <p:cNvPr id="18" name="">
            <a:extLst xmlns:a="http://schemas.openxmlformats.org/drawingml/2006/main">
              <a:ext uri="{FF2B5EF4-FFF2-40B4-BE49-F238E27FC236}">
                <a16:creationId xmlns:a16="http://schemas.microsoft.com/office/drawing/2014/main" id="{C8F0D4F2-4A73-40BC-A740-344C2148D947}"/>
              </a:ext>
            </a:extLst>
          </p:cNvPr>
          <p:cNvSpPr>
            <a:spLocks xmlns:a="http://schemas.openxmlformats.org/drawingml/2006/main" noGrp="1"/>
          </p:cNvSpPr>
          <p:nvPr/>
        </p:nvSpPr>
        <p:spPr>
          <a:xfrm xmlns:a="http://schemas.openxmlformats.org/drawingml/2006/main">
            <a:off x="552450" y="2743200"/>
            <a:ext cx="11087100" cy="438150"/>
          </a:xfrm>
          <a:prstGeom xmlns:a="http://schemas.openxmlformats.org/drawingml/2006/main" prst="rect">
            <a:avLst/>
          </a:prstGeom>
          <a:solidFill xmlns:a="http://schemas.openxmlformats.org/drawingml/2006/main">
            <a:srgbClr val="FBF8F2"/>
          </a:solidFill>
          <a:ln xmlns:a="http://schemas.openxmlformats.org/drawingml/2006/main" w="9525">
            <a:solidFill>
              <a:srgbClr val="D5CEC4"/>
            </a:solidFill>
            <a:prstDash val="solid"/>
          </a:ln>
        </p:spPr>
      </p:sp>
      <p:sp>
        <p:nvSpPr>
          <p:cNvPr id="19" name="">
            <a:extLst xmlns:a="http://schemas.openxmlformats.org/drawingml/2006/main">
              <a:ext uri="{FF2B5EF4-FFF2-40B4-BE49-F238E27FC236}">
                <a16:creationId xmlns:a16="http://schemas.microsoft.com/office/drawing/2014/main" id="{45D4FD78-8172-4197-9FE5-A18E5201C625}"/>
              </a:ext>
            </a:extLst>
          </p:cNvPr>
          <p:cNvSpPr>
            <a:spLocks xmlns:a="http://schemas.openxmlformats.org/drawingml/2006/main" noGrp="1"/>
          </p:cNvSpPr>
          <p:nvPr/>
        </p:nvSpPr>
        <p:spPr>
          <a:xfrm xmlns:a="http://schemas.openxmlformats.org/drawingml/2006/main">
            <a:off x="666750" y="2828925"/>
            <a:ext cx="1771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4204A"/>
                </a:solidFill>
                <a:latin typeface="Yu Gothic"/>
                <a:ea typeface="Yu Gothic"/>
                <a:cs typeface="Yu Gothic"/>
              </a:defRPr>
            </a:pPr>
            <a:r>
              <a:rPr sz="1050" b="1">
                <a:solidFill>
                  <a:srgbClr val="14204A"/>
                </a:solidFill>
                <a:latin typeface="Yu Gothic"/>
                <a:ea typeface="Yu Gothic"/>
                <a:cs typeface="Yu Gothic"/>
              </a:rPr>
              <a:t>ADR</a:t>
            </a:r>
          </a:p>
        </p:txBody>
      </p:sp>
      <p:sp>
        <p:nvSpPr>
          <p:cNvPr id="20" name="">
            <a:extLst xmlns:a="http://schemas.openxmlformats.org/drawingml/2006/main">
              <a:ext uri="{FF2B5EF4-FFF2-40B4-BE49-F238E27FC236}">
                <a16:creationId xmlns:a16="http://schemas.microsoft.com/office/drawing/2014/main" id="{A613F017-D98A-41E4-AA89-905C23442C9A}"/>
              </a:ext>
            </a:extLst>
          </p:cNvPr>
          <p:cNvSpPr>
            <a:spLocks xmlns:a="http://schemas.openxmlformats.org/drawingml/2006/main" noGrp="1"/>
          </p:cNvSpPr>
          <p:nvPr/>
        </p:nvSpPr>
        <p:spPr>
          <a:xfrm xmlns:a="http://schemas.openxmlformats.org/drawingml/2006/main">
            <a:off x="2667000" y="2828925"/>
            <a:ext cx="5200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2607A"/>
                </a:solidFill>
                <a:latin typeface="Yu Gothic"/>
                <a:ea typeface="Yu Gothic"/>
                <a:cs typeface="Yu Gothic"/>
              </a:defRPr>
            </a:pPr>
            <a:r>
              <a:rPr sz="1050" b="0">
                <a:solidFill>
                  <a:srgbClr val="52607A"/>
                </a:solidFill>
                <a:latin typeface="Yu Gothic"/>
                <a:ea typeface="Yu Gothic"/>
                <a:cs typeface="Yu Gothic"/>
              </a:rPr>
              <a:t>Architecture Decision Record。設計判断と理由を短く残す記録</a:t>
            </a:r>
          </a:p>
        </p:txBody>
      </p:sp>
      <p:sp>
        <p:nvSpPr>
          <p:cNvPr id="21" name="">
            <a:extLst xmlns:a="http://schemas.openxmlformats.org/drawingml/2006/main">
              <a:ext uri="{FF2B5EF4-FFF2-40B4-BE49-F238E27FC236}">
                <a16:creationId xmlns:a16="http://schemas.microsoft.com/office/drawing/2014/main" id="{4C924746-A324-4419-B95B-74AA0B35C97B}"/>
              </a:ext>
            </a:extLst>
          </p:cNvPr>
          <p:cNvSpPr>
            <a:spLocks xmlns:a="http://schemas.openxmlformats.org/drawingml/2006/main" noGrp="1"/>
          </p:cNvSpPr>
          <p:nvPr/>
        </p:nvSpPr>
        <p:spPr>
          <a:xfrm xmlns:a="http://schemas.openxmlformats.org/drawingml/2006/main">
            <a:off x="8096250" y="2828925"/>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2607A"/>
                </a:solidFill>
                <a:latin typeface="Yu Gothic"/>
                <a:ea typeface="Yu Gothic"/>
                <a:cs typeface="Yu Gothic"/>
              </a:defRPr>
            </a:pPr>
            <a:r>
              <a:rPr sz="1050" b="0">
                <a:solidFill>
                  <a:srgbClr val="52607A"/>
                </a:solidFill>
                <a:latin typeface="Yu Gothic"/>
                <a:ea typeface="Yu Gothic"/>
                <a:cs typeface="Yu Gothic"/>
              </a:rPr>
              <a:t>閾値変更やpolicy境界の判断</a:t>
            </a:r>
          </a:p>
        </p:txBody>
      </p:sp>
      <p:sp>
        <p:nvSpPr>
          <p:cNvPr id="22" name="">
            <a:extLst xmlns:a="http://schemas.openxmlformats.org/drawingml/2006/main">
              <a:ext uri="{FF2B5EF4-FFF2-40B4-BE49-F238E27FC236}">
                <a16:creationId xmlns:a16="http://schemas.microsoft.com/office/drawing/2014/main" id="{1169A6BF-24EB-4552-9F79-B83272C8BEFB}"/>
              </a:ext>
            </a:extLst>
          </p:cNvPr>
          <p:cNvSpPr>
            <a:spLocks xmlns:a="http://schemas.openxmlformats.org/drawingml/2006/main" noGrp="1"/>
          </p:cNvSpPr>
          <p:nvPr/>
        </p:nvSpPr>
        <p:spPr>
          <a:xfrm xmlns:a="http://schemas.openxmlformats.org/drawingml/2006/main">
            <a:off x="552450" y="3181350"/>
            <a:ext cx="11087100" cy="438150"/>
          </a:xfrm>
          <a:prstGeom xmlns:a="http://schemas.openxmlformats.org/drawingml/2006/main" prst="rect">
            <a:avLst/>
          </a:prstGeom>
          <a:solidFill xmlns:a="http://schemas.openxmlformats.org/drawingml/2006/main">
            <a:srgbClr val="F3EEE7"/>
          </a:solidFill>
          <a:ln xmlns:a="http://schemas.openxmlformats.org/drawingml/2006/main" w="9525">
            <a:solidFill>
              <a:srgbClr val="D5CEC4"/>
            </a:solidFill>
            <a:prstDash val="solid"/>
          </a:ln>
        </p:spPr>
      </p:sp>
      <p:sp>
        <p:nvSpPr>
          <p:cNvPr id="23" name="">
            <a:extLst xmlns:a="http://schemas.openxmlformats.org/drawingml/2006/main">
              <a:ext uri="{FF2B5EF4-FFF2-40B4-BE49-F238E27FC236}">
                <a16:creationId xmlns:a16="http://schemas.microsoft.com/office/drawing/2014/main" id="{D493FC47-354D-4CAB-83C0-A0CD3B737C45}"/>
              </a:ext>
            </a:extLst>
          </p:cNvPr>
          <p:cNvSpPr>
            <a:spLocks xmlns:a="http://schemas.openxmlformats.org/drawingml/2006/main" noGrp="1"/>
          </p:cNvSpPr>
          <p:nvPr/>
        </p:nvSpPr>
        <p:spPr>
          <a:xfrm xmlns:a="http://schemas.openxmlformats.org/drawingml/2006/main">
            <a:off x="666750" y="3267075"/>
            <a:ext cx="1771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4204A"/>
                </a:solidFill>
                <a:latin typeface="Yu Gothic"/>
                <a:ea typeface="Yu Gothic"/>
                <a:cs typeface="Yu Gothic"/>
              </a:defRPr>
            </a:pPr>
            <a:r>
              <a:rPr sz="1050" b="1">
                <a:solidFill>
                  <a:srgbClr val="14204A"/>
                </a:solidFill>
                <a:latin typeface="Yu Gothic"/>
                <a:ea typeface="Yu Gothic"/>
                <a:cs typeface="Yu Gothic"/>
              </a:rPr>
              <a:t>characterization test</a:t>
            </a:r>
          </a:p>
        </p:txBody>
      </p:sp>
      <p:sp>
        <p:nvSpPr>
          <p:cNvPr id="24" name="">
            <a:extLst xmlns:a="http://schemas.openxmlformats.org/drawingml/2006/main">
              <a:ext uri="{FF2B5EF4-FFF2-40B4-BE49-F238E27FC236}">
                <a16:creationId xmlns:a16="http://schemas.microsoft.com/office/drawing/2014/main" id="{7D27EAF4-68E6-4FC5-99EA-487E82286817}"/>
              </a:ext>
            </a:extLst>
          </p:cNvPr>
          <p:cNvSpPr>
            <a:spLocks xmlns:a="http://schemas.openxmlformats.org/drawingml/2006/main" noGrp="1"/>
          </p:cNvSpPr>
          <p:nvPr/>
        </p:nvSpPr>
        <p:spPr>
          <a:xfrm xmlns:a="http://schemas.openxmlformats.org/drawingml/2006/main">
            <a:off x="2667000" y="3267075"/>
            <a:ext cx="5200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2607A"/>
                </a:solidFill>
                <a:latin typeface="Yu Gothic"/>
                <a:ea typeface="Yu Gothic"/>
                <a:cs typeface="Yu Gothic"/>
              </a:defRPr>
            </a:pPr>
            <a:r>
              <a:rPr sz="1050" b="0">
                <a:solidFill>
                  <a:srgbClr val="52607A"/>
                </a:solidFill>
                <a:latin typeface="Yu Gothic"/>
                <a:ea typeface="Yu Gothic"/>
                <a:cs typeface="Yu Gothic"/>
              </a:rPr>
              <a:t>正しい仕様ではなく、変更前の現在の振る舞いを固定するテスト</a:t>
            </a:r>
          </a:p>
        </p:txBody>
      </p:sp>
      <p:sp>
        <p:nvSpPr>
          <p:cNvPr id="25" name="">
            <a:extLst xmlns:a="http://schemas.openxmlformats.org/drawingml/2006/main">
              <a:ext uri="{FF2B5EF4-FFF2-40B4-BE49-F238E27FC236}">
                <a16:creationId xmlns:a16="http://schemas.microsoft.com/office/drawing/2014/main" id="{88FC49DB-3D60-46EE-83F4-6851F43B98E7}"/>
              </a:ext>
            </a:extLst>
          </p:cNvPr>
          <p:cNvSpPr>
            <a:spLocks xmlns:a="http://schemas.openxmlformats.org/drawingml/2006/main" noGrp="1"/>
          </p:cNvSpPr>
          <p:nvPr/>
        </p:nvSpPr>
        <p:spPr>
          <a:xfrm xmlns:a="http://schemas.openxmlformats.org/drawingml/2006/main">
            <a:off x="8096250" y="3267075"/>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2607A"/>
                </a:solidFill>
                <a:latin typeface="Yu Gothic"/>
                <a:ea typeface="Yu Gothic"/>
                <a:cs typeface="Yu Gothic"/>
              </a:defRPr>
            </a:pPr>
            <a:r>
              <a:rPr sz="1050" b="0">
                <a:solidFill>
                  <a:srgbClr val="52607A"/>
                </a:solidFill>
                <a:latin typeface="Yu Gothic"/>
                <a:ea typeface="Yu Gothic"/>
                <a:cs typeface="Yu Gothic"/>
              </a:rPr>
              <a:t>4999/5000境界を固定</a:t>
            </a:r>
          </a:p>
        </p:txBody>
      </p:sp>
      <p:sp>
        <p:nvSpPr>
          <p:cNvPr id="26" name="">
            <a:extLst xmlns:a="http://schemas.openxmlformats.org/drawingml/2006/main">
              <a:ext uri="{FF2B5EF4-FFF2-40B4-BE49-F238E27FC236}">
                <a16:creationId xmlns:a16="http://schemas.microsoft.com/office/drawing/2014/main" id="{61085AA1-5CAA-402E-A9EC-0F6AC3A224F1}"/>
              </a:ext>
            </a:extLst>
          </p:cNvPr>
          <p:cNvSpPr>
            <a:spLocks xmlns:a="http://schemas.openxmlformats.org/drawingml/2006/main" noGrp="1"/>
          </p:cNvSpPr>
          <p:nvPr/>
        </p:nvSpPr>
        <p:spPr>
          <a:xfrm xmlns:a="http://schemas.openxmlformats.org/drawingml/2006/main">
            <a:off x="552450" y="3619500"/>
            <a:ext cx="11087100" cy="438150"/>
          </a:xfrm>
          <a:prstGeom xmlns:a="http://schemas.openxmlformats.org/drawingml/2006/main" prst="rect">
            <a:avLst/>
          </a:prstGeom>
          <a:solidFill xmlns:a="http://schemas.openxmlformats.org/drawingml/2006/main">
            <a:srgbClr val="FBF8F2"/>
          </a:solidFill>
          <a:ln xmlns:a="http://schemas.openxmlformats.org/drawingml/2006/main" w="9525">
            <a:solidFill>
              <a:srgbClr val="D5CEC4"/>
            </a:solidFill>
            <a:prstDash val="solid"/>
          </a:ln>
        </p:spPr>
      </p:sp>
      <p:sp>
        <p:nvSpPr>
          <p:cNvPr id="27" name="">
            <a:extLst xmlns:a="http://schemas.openxmlformats.org/drawingml/2006/main">
              <a:ext uri="{FF2B5EF4-FFF2-40B4-BE49-F238E27FC236}">
                <a16:creationId xmlns:a16="http://schemas.microsoft.com/office/drawing/2014/main" id="{C2566F87-9305-4C17-8488-9C8EAF46F66A}"/>
              </a:ext>
            </a:extLst>
          </p:cNvPr>
          <p:cNvSpPr>
            <a:spLocks xmlns:a="http://schemas.openxmlformats.org/drawingml/2006/main" noGrp="1"/>
          </p:cNvSpPr>
          <p:nvPr/>
        </p:nvSpPr>
        <p:spPr>
          <a:xfrm xmlns:a="http://schemas.openxmlformats.org/drawingml/2006/main">
            <a:off x="666750" y="3705225"/>
            <a:ext cx="1771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4204A"/>
                </a:solidFill>
                <a:latin typeface="Yu Gothic"/>
                <a:ea typeface="Yu Gothic"/>
                <a:cs typeface="Yu Gothic"/>
              </a:defRPr>
            </a:pPr>
            <a:r>
              <a:rPr sz="1050" b="1">
                <a:solidFill>
                  <a:srgbClr val="14204A"/>
                </a:solidFill>
                <a:latin typeface="Yu Gothic"/>
                <a:ea typeface="Yu Gothic"/>
                <a:cs typeface="Yu Gothic"/>
              </a:rPr>
              <a:t>Sensor</a:t>
            </a:r>
          </a:p>
        </p:txBody>
      </p:sp>
      <p:sp>
        <p:nvSpPr>
          <p:cNvPr id="28" name="">
            <a:extLst xmlns:a="http://schemas.openxmlformats.org/drawingml/2006/main">
              <a:ext uri="{FF2B5EF4-FFF2-40B4-BE49-F238E27FC236}">
                <a16:creationId xmlns:a16="http://schemas.microsoft.com/office/drawing/2014/main" id="{47EEB8DD-56D0-49D5-BCCB-5CE9995895AB}"/>
              </a:ext>
            </a:extLst>
          </p:cNvPr>
          <p:cNvSpPr>
            <a:spLocks xmlns:a="http://schemas.openxmlformats.org/drawingml/2006/main" noGrp="1"/>
          </p:cNvSpPr>
          <p:nvPr/>
        </p:nvSpPr>
        <p:spPr>
          <a:xfrm xmlns:a="http://schemas.openxmlformats.org/drawingml/2006/main">
            <a:off x="2667000" y="3705225"/>
            <a:ext cx="5200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2607A"/>
                </a:solidFill>
                <a:latin typeface="Yu Gothic"/>
                <a:ea typeface="Yu Gothic"/>
                <a:cs typeface="Yu Gothic"/>
              </a:defRPr>
            </a:pPr>
            <a:r>
              <a:rPr sz="1050" b="0">
                <a:solidFill>
                  <a:srgbClr val="52607A"/>
                </a:solidFill>
                <a:latin typeface="Yu Gothic"/>
                <a:ea typeface="Yu Gothic"/>
                <a:cs typeface="Yu Gothic"/>
              </a:rPr>
              <a:t>機械的な確認。赤/緑で受け入れ前の問題を見つける</a:t>
            </a:r>
          </a:p>
        </p:txBody>
      </p:sp>
      <p:sp>
        <p:nvSpPr>
          <p:cNvPr id="29" name="">
            <a:extLst xmlns:a="http://schemas.openxmlformats.org/drawingml/2006/main">
              <a:ext uri="{FF2B5EF4-FFF2-40B4-BE49-F238E27FC236}">
                <a16:creationId xmlns:a16="http://schemas.microsoft.com/office/drawing/2014/main" id="{3516232C-25C0-495D-82C4-5E128263E4CF}"/>
              </a:ext>
            </a:extLst>
          </p:cNvPr>
          <p:cNvSpPr>
            <a:spLocks xmlns:a="http://schemas.openxmlformats.org/drawingml/2006/main" noGrp="1"/>
          </p:cNvSpPr>
          <p:nvPr/>
        </p:nvSpPr>
        <p:spPr>
          <a:xfrm xmlns:a="http://schemas.openxmlformats.org/drawingml/2006/main">
            <a:off x="8096250" y="3705225"/>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2607A"/>
                </a:solidFill>
                <a:latin typeface="Yu Gothic"/>
                <a:ea typeface="Yu Gothic"/>
                <a:cs typeface="Yu Gothic"/>
              </a:defRPr>
            </a:pPr>
            <a:r>
              <a:rPr sz="1050" b="0">
                <a:solidFill>
                  <a:srgbClr val="52607A"/>
                </a:solidFill>
                <a:latin typeface="Yu Gothic"/>
                <a:ea typeface="Yu Gothic"/>
                <a:cs typeface="Yu Gothic"/>
              </a:rPr>
              <a:t>test、policy-boundary、API response</a:t>
            </a:r>
          </a:p>
        </p:txBody>
      </p:sp>
      <p:sp>
        <p:nvSpPr>
          <p:cNvPr id="30" name="">
            <a:extLst xmlns:a="http://schemas.openxmlformats.org/drawingml/2006/main">
              <a:ext uri="{FF2B5EF4-FFF2-40B4-BE49-F238E27FC236}">
                <a16:creationId xmlns:a16="http://schemas.microsoft.com/office/drawing/2014/main" id="{64BD38C0-FCFA-46F6-AC95-C0F87331EE00}"/>
              </a:ext>
            </a:extLst>
          </p:cNvPr>
          <p:cNvSpPr>
            <a:spLocks xmlns:a="http://schemas.openxmlformats.org/drawingml/2006/main" noGrp="1"/>
          </p:cNvSpPr>
          <p:nvPr/>
        </p:nvSpPr>
        <p:spPr>
          <a:xfrm xmlns:a="http://schemas.openxmlformats.org/drawingml/2006/main">
            <a:off x="552450" y="4057650"/>
            <a:ext cx="11087100" cy="438150"/>
          </a:xfrm>
          <a:prstGeom xmlns:a="http://schemas.openxmlformats.org/drawingml/2006/main" prst="rect">
            <a:avLst/>
          </a:prstGeom>
          <a:solidFill xmlns:a="http://schemas.openxmlformats.org/drawingml/2006/main">
            <a:srgbClr val="F3EEE7"/>
          </a:solidFill>
          <a:ln xmlns:a="http://schemas.openxmlformats.org/drawingml/2006/main" w="9525">
            <a:solidFill>
              <a:srgbClr val="D5CEC4"/>
            </a:solidFill>
            <a:prstDash val="solid"/>
          </a:ln>
        </p:spPr>
      </p:sp>
      <p:sp>
        <p:nvSpPr>
          <p:cNvPr id="31" name="">
            <a:extLst xmlns:a="http://schemas.openxmlformats.org/drawingml/2006/main">
              <a:ext uri="{FF2B5EF4-FFF2-40B4-BE49-F238E27FC236}">
                <a16:creationId xmlns:a16="http://schemas.microsoft.com/office/drawing/2014/main" id="{E3F5CF36-896F-44EB-AE09-E65BAA8DC05A}"/>
              </a:ext>
            </a:extLst>
          </p:cNvPr>
          <p:cNvSpPr>
            <a:spLocks xmlns:a="http://schemas.openxmlformats.org/drawingml/2006/main" noGrp="1"/>
          </p:cNvSpPr>
          <p:nvPr/>
        </p:nvSpPr>
        <p:spPr>
          <a:xfrm xmlns:a="http://schemas.openxmlformats.org/drawingml/2006/main">
            <a:off x="666750" y="4143375"/>
            <a:ext cx="1771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4204A"/>
                </a:solidFill>
                <a:latin typeface="Yu Gothic"/>
                <a:ea typeface="Yu Gothic"/>
                <a:cs typeface="Yu Gothic"/>
              </a:defRPr>
            </a:pPr>
            <a:r>
              <a:rPr sz="1050" b="1">
                <a:solidFill>
                  <a:srgbClr val="14204A"/>
                </a:solidFill>
                <a:latin typeface="Yu Gothic"/>
                <a:ea typeface="Yu Gothic"/>
                <a:cs typeface="Yu Gothic"/>
              </a:rPr>
              <a:t>Steering</a:t>
            </a:r>
          </a:p>
        </p:txBody>
      </p:sp>
      <p:sp>
        <p:nvSpPr>
          <p:cNvPr id="32" name="">
            <a:extLst xmlns:a="http://schemas.openxmlformats.org/drawingml/2006/main">
              <a:ext uri="{FF2B5EF4-FFF2-40B4-BE49-F238E27FC236}">
                <a16:creationId xmlns:a16="http://schemas.microsoft.com/office/drawing/2014/main" id="{74D4E39A-9071-4CA1-AB0F-0FE08E8C57E1}"/>
              </a:ext>
            </a:extLst>
          </p:cNvPr>
          <p:cNvSpPr>
            <a:spLocks xmlns:a="http://schemas.openxmlformats.org/drawingml/2006/main" noGrp="1"/>
          </p:cNvSpPr>
          <p:nvPr/>
        </p:nvSpPr>
        <p:spPr>
          <a:xfrm xmlns:a="http://schemas.openxmlformats.org/drawingml/2006/main">
            <a:off x="2667000" y="4143375"/>
            <a:ext cx="5200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2607A"/>
                </a:solidFill>
                <a:latin typeface="Yu Gothic"/>
                <a:ea typeface="Yu Gothic"/>
                <a:cs typeface="Yu Gothic"/>
              </a:defRPr>
            </a:pPr>
            <a:r>
              <a:rPr sz="1050" b="0">
                <a:solidFill>
                  <a:srgbClr val="52607A"/>
                </a:solidFill>
                <a:latin typeface="Yu Gothic"/>
                <a:ea typeface="Yu Gothic"/>
                <a:cs typeface="Yu Gothic"/>
              </a:rPr>
              <a:t>人間が判断し、その判断を次回の前提へ戻すこと</a:t>
            </a:r>
          </a:p>
        </p:txBody>
      </p:sp>
      <p:sp>
        <p:nvSpPr>
          <p:cNvPr id="33" name="">
            <a:extLst xmlns:a="http://schemas.openxmlformats.org/drawingml/2006/main">
              <a:ext uri="{FF2B5EF4-FFF2-40B4-BE49-F238E27FC236}">
                <a16:creationId xmlns:a16="http://schemas.microsoft.com/office/drawing/2014/main" id="{38666BB4-9A67-47FF-BC0A-7B256543DD12}"/>
              </a:ext>
            </a:extLst>
          </p:cNvPr>
          <p:cNvSpPr>
            <a:spLocks xmlns:a="http://schemas.openxmlformats.org/drawingml/2006/main" noGrp="1"/>
          </p:cNvSpPr>
          <p:nvPr/>
        </p:nvSpPr>
        <p:spPr>
          <a:xfrm xmlns:a="http://schemas.openxmlformats.org/drawingml/2006/main">
            <a:off x="8096250" y="4143375"/>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2607A"/>
                </a:solidFill>
                <a:latin typeface="Yu Gothic"/>
                <a:ea typeface="Yu Gothic"/>
                <a:cs typeface="Yu Gothic"/>
              </a:defRPr>
            </a:pPr>
            <a:r>
              <a:rPr sz="1050" b="0">
                <a:solidFill>
                  <a:srgbClr val="52607A"/>
                </a:solidFill>
                <a:latin typeface="Yu Gothic"/>
                <a:ea typeface="Yu Gothic"/>
                <a:cs typeface="Yu Gothic"/>
              </a:rPr>
              <a:t>diff、worklog、completion-report</a:t>
            </a:r>
          </a:p>
        </p:txBody>
      </p:sp>
      <p:sp>
        <p:nvSpPr>
          <p:cNvPr id="34" name="">
            <a:extLst xmlns:a="http://schemas.openxmlformats.org/drawingml/2006/main">
              <a:ext uri="{FF2B5EF4-FFF2-40B4-BE49-F238E27FC236}">
                <a16:creationId xmlns:a16="http://schemas.microsoft.com/office/drawing/2014/main" id="{7F40DAD7-F119-4F6B-A023-7D0C8619A8BB}"/>
              </a:ext>
            </a:extLst>
          </p:cNvPr>
          <p:cNvSpPr>
            <a:spLocks xmlns:a="http://schemas.openxmlformats.org/drawingml/2006/main" noGrp="1"/>
          </p:cNvSpPr>
          <p:nvPr/>
        </p:nvSpPr>
        <p:spPr>
          <a:xfrm xmlns:a="http://schemas.openxmlformats.org/drawingml/2006/main">
            <a:off x="2705100" y="5429250"/>
            <a:ext cx="685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C85B1A"/>
                </a:solidFill>
                <a:latin typeface="Yu Gothic"/>
                <a:ea typeface="Yu Gothic"/>
                <a:cs typeface="Yu Gothic"/>
              </a:defRPr>
            </a:pPr>
            <a:r>
              <a:rPr sz="1725" b="1">
                <a:solidFill>
                  <a:srgbClr val="C85B1A"/>
                </a:solidFill>
                <a:latin typeface="Yu Gothic"/>
                <a:ea typeface="Yu Gothic"/>
                <a:cs typeface="Yu Gothic"/>
              </a:rPr>
              <a:t>以後のデモでは、これらを少しずつ足していく。</a:t>
            </a:r>
          </a:p>
        </p:txBody>
      </p:sp>
    </p:spTree>
    <p:extLst>
      <p:ext uri="{BB962C8B-B14F-4D97-AF65-F5344CB8AC3E}">
        <p14:creationId xmlns:p14="http://schemas.microsoft.com/office/powerpoint/2010/main" val="392950353"/>
      </p:ext>
    </p:extLst>
  </p:cSld>
</p:sld>
</file>

<file path=ppt/slides/slide11.xml><?xml version="1.0" encoding="utf-8"?>
<p:sld xmlns:p="http://schemas.openxmlformats.org/presentationml/2006/main">
  <p:cSld>
    <p:bg>
      <p:bgPr>
        <a:solidFill xmlns:a="http://schemas.openxmlformats.org/drawingml/2006/main">
          <a:srgbClr val="ECE7E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F64AD5A-03C8-4FF6-8EA0-5174F47C5C4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245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E40585A-208E-476C-AA60-67F9A22E0062}"/>
              </a:ext>
            </a:extLst>
          </p:cNvPr>
          <p:cNvSpPr>
            <a:spLocks xmlns:a="http://schemas.openxmlformats.org/drawingml/2006/main" noGrp="1"/>
          </p:cNvSpPr>
          <p:nvPr/>
        </p:nvSpPr>
        <p:spPr>
          <a:xfrm xmlns:a="http://schemas.openxmlformats.org/drawingml/2006/main">
            <a:off x="514350" y="400050"/>
            <a:ext cx="76200" cy="266700"/>
          </a:xfrm>
          <a:prstGeom xmlns:a="http://schemas.openxmlformats.org/drawingml/2006/main" prst="rect">
            <a:avLst/>
          </a:prstGeom>
          <a:solidFill xmlns:a="http://schemas.openxmlformats.org/drawingml/2006/main">
            <a:srgbClr val="33824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5D6481E-96B2-4143-84D7-1A5884C6F7B7}"/>
              </a:ext>
            </a:extLst>
          </p:cNvPr>
          <p:cNvSpPr>
            <a:spLocks xmlns:a="http://schemas.openxmlformats.org/drawingml/2006/main" noGrp="1"/>
          </p:cNvSpPr>
          <p:nvPr/>
        </p:nvSpPr>
        <p:spPr>
          <a:xfrm xmlns:a="http://schemas.openxmlformats.org/drawingml/2006/main">
            <a:off x="704850" y="381000"/>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33824A"/>
                </a:solidFill>
                <a:latin typeface="Yu Gothic"/>
                <a:ea typeface="Yu Gothic"/>
                <a:cs typeface="Yu Gothic"/>
              </a:defRPr>
            </a:pPr>
            <a:r>
              <a:rPr sz="975" b="1">
                <a:solidFill>
                  <a:srgbClr val="33824A"/>
                </a:solidFill>
                <a:latin typeface="Yu Gothic"/>
                <a:ea typeface="Yu Gothic"/>
                <a:cs typeface="Yu Gothic"/>
              </a:rPr>
              <a:t>THREE PARTS</a:t>
            </a:r>
          </a:p>
        </p:txBody>
      </p:sp>
      <p:sp>
        <p:nvSpPr>
          <p:cNvPr id="4" name="">
            <a:extLst xmlns:a="http://schemas.openxmlformats.org/drawingml/2006/main">
              <a:ext uri="{FF2B5EF4-FFF2-40B4-BE49-F238E27FC236}">
                <a16:creationId xmlns:a16="http://schemas.microsoft.com/office/drawing/2014/main" id="{D4B17F94-5ABE-4B61-B248-31E0FAAFA7FB}"/>
              </a:ext>
            </a:extLst>
          </p:cNvPr>
          <p:cNvSpPr>
            <a:spLocks xmlns:a="http://schemas.openxmlformats.org/drawingml/2006/main" noGrp="1"/>
          </p:cNvSpPr>
          <p:nvPr/>
        </p:nvSpPr>
        <p:spPr>
          <a:xfrm xmlns:a="http://schemas.openxmlformats.org/drawingml/2006/main">
            <a:off x="533400" y="857250"/>
            <a:ext cx="1000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72452"/>
                </a:solidFill>
                <a:latin typeface="Yu Gothic"/>
                <a:ea typeface="Yu Gothic"/>
                <a:cs typeface="Yu Gothic"/>
              </a:defRPr>
            </a:pPr>
            <a:r>
              <a:rPr sz="2700" b="1">
                <a:solidFill>
                  <a:srgbClr val="172452"/>
                </a:solidFill>
                <a:latin typeface="Yu Gothic"/>
                <a:ea typeface="Yu Gothic"/>
                <a:cs typeface="Yu Gothic"/>
              </a:rPr>
              <a:t>Guides / Sensors / Steering の役割</a:t>
            </a:r>
          </a:p>
        </p:txBody>
      </p:sp>
      <p:sp>
        <p:nvSpPr>
          <p:cNvPr id="5" name="">
            <a:extLst xmlns:a="http://schemas.openxmlformats.org/drawingml/2006/main">
              <a:ext uri="{FF2B5EF4-FFF2-40B4-BE49-F238E27FC236}">
                <a16:creationId xmlns:a16="http://schemas.microsoft.com/office/drawing/2014/main" id="{C1402B5C-459F-4A99-9512-B09E7A839342}"/>
              </a:ext>
            </a:extLst>
          </p:cNvPr>
          <p:cNvSpPr>
            <a:spLocks xmlns:a="http://schemas.openxmlformats.org/drawingml/2006/main" noGrp="1"/>
          </p:cNvSpPr>
          <p:nvPr/>
        </p:nvSpPr>
        <p:spPr>
          <a:xfrm xmlns:a="http://schemas.openxmlformats.org/drawingml/2006/main">
            <a:off x="11125200" y="632460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52607A"/>
                </a:solidFill>
                <a:latin typeface="Yu Gothic"/>
                <a:ea typeface="Yu Gothic"/>
                <a:cs typeface="Yu Gothic"/>
              </a:defRPr>
            </a:pPr>
            <a:r>
              <a:rPr sz="900" b="0">
                <a:solidFill>
                  <a:srgbClr val="52607A"/>
                </a:solidFill>
                <a:latin typeface="Yu Gothic"/>
                <a:ea typeface="Yu Gothic"/>
                <a:cs typeface="Yu Gothic"/>
              </a:rPr>
              <a:t>11</a:t>
            </a:r>
          </a:p>
        </p:txBody>
      </p:sp>
      <p:sp>
        <p:nvSpPr>
          <p:cNvPr id="6" name="">
            <a:extLst xmlns:a="http://schemas.openxmlformats.org/drawingml/2006/main">
              <a:ext uri="{FF2B5EF4-FFF2-40B4-BE49-F238E27FC236}">
                <a16:creationId xmlns:a16="http://schemas.microsoft.com/office/drawing/2014/main" id="{DEA8316E-F70C-48DA-991E-34897293AFED}"/>
              </a:ext>
            </a:extLst>
          </p:cNvPr>
          <p:cNvSpPr>
            <a:spLocks xmlns:a="http://schemas.openxmlformats.org/drawingml/2006/main" noGrp="1"/>
          </p:cNvSpPr>
          <p:nvPr/>
        </p:nvSpPr>
        <p:spPr>
          <a:xfrm xmlns:a="http://schemas.openxmlformats.org/drawingml/2006/main">
            <a:off x="685800" y="1695450"/>
            <a:ext cx="3238500" cy="2000250"/>
          </a:xfrm>
          <a:prstGeom xmlns:a="http://schemas.openxmlformats.org/drawingml/2006/main" prst="rect">
            <a:avLst/>
          </a:prstGeom>
          <a:solidFill xmlns:a="http://schemas.openxmlformats.org/drawingml/2006/main">
            <a:srgbClr val="FBF8F2"/>
          </a:solidFill>
          <a:ln xmlns:a="http://schemas.openxmlformats.org/drawingml/2006/main" w="9525">
            <a:solidFill>
              <a:srgbClr val="D5CEC4"/>
            </a:solidFill>
            <a:prstDash val="solid"/>
          </a:ln>
        </p:spPr>
      </p:sp>
      <p:sp>
        <p:nvSpPr>
          <p:cNvPr id="7" name="">
            <a:extLst xmlns:a="http://schemas.openxmlformats.org/drawingml/2006/main">
              <a:ext uri="{FF2B5EF4-FFF2-40B4-BE49-F238E27FC236}">
                <a16:creationId xmlns:a16="http://schemas.microsoft.com/office/drawing/2014/main" id="{4679FAA3-8DBA-47FE-AB48-4CBD9FE5BFEC}"/>
              </a:ext>
            </a:extLst>
          </p:cNvPr>
          <p:cNvSpPr>
            <a:spLocks xmlns:a="http://schemas.openxmlformats.org/drawingml/2006/main" noGrp="1"/>
          </p:cNvSpPr>
          <p:nvPr/>
        </p:nvSpPr>
        <p:spPr>
          <a:xfrm xmlns:a="http://schemas.openxmlformats.org/drawingml/2006/main">
            <a:off x="685800" y="1695450"/>
            <a:ext cx="66675" cy="2000250"/>
          </a:xfrm>
          <a:prstGeom xmlns:a="http://schemas.openxmlformats.org/drawingml/2006/main" prst="rect">
            <a:avLst/>
          </a:prstGeom>
          <a:solidFill xmlns:a="http://schemas.openxmlformats.org/drawingml/2006/main">
            <a:srgbClr val="1A4F8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D87EC7B-0AF4-427B-9424-BB4A0359A093}"/>
              </a:ext>
            </a:extLst>
          </p:cNvPr>
          <p:cNvSpPr>
            <a:spLocks xmlns:a="http://schemas.openxmlformats.org/drawingml/2006/main" noGrp="1"/>
          </p:cNvSpPr>
          <p:nvPr/>
        </p:nvSpPr>
        <p:spPr>
          <a:xfrm xmlns:a="http://schemas.openxmlformats.org/drawingml/2006/main">
            <a:off x="914400" y="1847850"/>
            <a:ext cx="2781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A4F8F"/>
                </a:solidFill>
                <a:latin typeface="Yu Gothic"/>
                <a:ea typeface="Yu Gothic"/>
                <a:cs typeface="Yu Gothic"/>
              </a:defRPr>
            </a:pPr>
            <a:r>
              <a:rPr sz="1500" b="1">
                <a:solidFill>
                  <a:srgbClr val="1A4F8F"/>
                </a:solidFill>
                <a:latin typeface="Yu Gothic"/>
                <a:ea typeface="Yu Gothic"/>
                <a:cs typeface="Yu Gothic"/>
              </a:rPr>
              <a:t>Guides</a:t>
            </a:r>
          </a:p>
        </p:txBody>
      </p:sp>
      <p:sp>
        <p:nvSpPr>
          <p:cNvPr id="9" name="">
            <a:extLst xmlns:a="http://schemas.openxmlformats.org/drawingml/2006/main">
              <a:ext uri="{FF2B5EF4-FFF2-40B4-BE49-F238E27FC236}">
                <a16:creationId xmlns:a16="http://schemas.microsoft.com/office/drawing/2014/main" id="{E16063B1-FCD4-4755-9656-9A12FC5B7BAA}"/>
              </a:ext>
            </a:extLst>
          </p:cNvPr>
          <p:cNvSpPr>
            <a:spLocks xmlns:a="http://schemas.openxmlformats.org/drawingml/2006/main" noGrp="1"/>
          </p:cNvSpPr>
          <p:nvPr/>
        </p:nvSpPr>
        <p:spPr>
          <a:xfrm xmlns:a="http://schemas.openxmlformats.org/drawingml/2006/main">
            <a:off x="914400" y="2228850"/>
            <a:ext cx="27813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52607A"/>
                </a:solidFill>
                <a:latin typeface="Yu Gothic"/>
                <a:ea typeface="Yu Gothic"/>
                <a:cs typeface="Yu Gothic"/>
              </a:defRPr>
            </a:pPr>
            <a:r>
              <a:rPr sz="1425" b="0">
                <a:solidFill>
                  <a:srgbClr val="52607A"/>
                </a:solidFill>
                <a:latin typeface="Yu Gothic"/>
                <a:ea typeface="Yu Gothic"/>
                <a:cs typeface="Yu Gothic"/>
              </a:rPr>
              <a:t>仕様書 / CR / ADR</a:t>
            </a:r>
          </a:p>
          <a:p xmlns:a="http://schemas.openxmlformats.org/drawingml/2006/main">
            <a:pPr algn="l">
              <a:defRPr sz="1425" b="0">
                <a:solidFill>
                  <a:srgbClr val="52607A"/>
                </a:solidFill>
                <a:latin typeface="Yu Gothic"/>
                <a:ea typeface="Yu Gothic"/>
                <a:cs typeface="Yu Gothic"/>
              </a:defRPr>
            </a:pPr>
            <a:r>
              <a:rPr sz="1425" b="0">
                <a:solidFill>
                  <a:srgbClr val="52607A"/>
                </a:solidFill>
                <a:latin typeface="Yu Gothic"/>
                <a:ea typeface="Yu Gothic"/>
                <a:cs typeface="Yu Gothic"/>
              </a:rPr>
              <a:t>AGENTS.md / 禁止事項</a:t>
            </a:r>
          </a:p>
          <a:p xmlns:a="http://schemas.openxmlformats.org/drawingml/2006/main">
            <a:pPr algn="l">
              <a:defRPr sz="1425" b="0">
                <a:solidFill>
                  <a:srgbClr val="52607A"/>
                </a:solidFill>
                <a:latin typeface="Yu Gothic"/>
                <a:ea typeface="Yu Gothic"/>
                <a:cs typeface="Yu Gothic"/>
              </a:defRPr>
            </a:pPr>
            <a:r>
              <a:rPr sz="1425" b="0">
                <a:solidFill>
                  <a:srgbClr val="52607A"/>
                </a:solidFill>
                <a:latin typeface="Yu Gothic"/>
                <a:ea typeface="Yu Gothic"/>
                <a:cs typeface="Yu Gothic"/>
              </a:rPr>
              <a:t>AIへ作業前に渡す前提。</a:t>
            </a:r>
          </a:p>
        </p:txBody>
      </p:sp>
      <p:sp>
        <p:nvSpPr>
          <p:cNvPr id="10" name="">
            <a:extLst xmlns:a="http://schemas.openxmlformats.org/drawingml/2006/main">
              <a:ext uri="{FF2B5EF4-FFF2-40B4-BE49-F238E27FC236}">
                <a16:creationId xmlns:a16="http://schemas.microsoft.com/office/drawing/2014/main" id="{B367720E-1E79-4F3A-B392-FC55C1D9188B}"/>
              </a:ext>
            </a:extLst>
          </p:cNvPr>
          <p:cNvSpPr>
            <a:spLocks xmlns:a="http://schemas.openxmlformats.org/drawingml/2006/main" noGrp="1"/>
          </p:cNvSpPr>
          <p:nvPr/>
        </p:nvSpPr>
        <p:spPr>
          <a:xfrm xmlns:a="http://schemas.openxmlformats.org/drawingml/2006/main">
            <a:off x="4476750" y="1695450"/>
            <a:ext cx="3238500" cy="2000250"/>
          </a:xfrm>
          <a:prstGeom xmlns:a="http://schemas.openxmlformats.org/drawingml/2006/main" prst="rect">
            <a:avLst/>
          </a:prstGeom>
          <a:solidFill xmlns:a="http://schemas.openxmlformats.org/drawingml/2006/main">
            <a:srgbClr val="FBF8F2"/>
          </a:solidFill>
          <a:ln xmlns:a="http://schemas.openxmlformats.org/drawingml/2006/main" w="9525">
            <a:solidFill>
              <a:srgbClr val="D5CEC4"/>
            </a:solidFill>
            <a:prstDash val="solid"/>
          </a:ln>
        </p:spPr>
      </p:sp>
      <p:sp>
        <p:nvSpPr>
          <p:cNvPr id="11" name="">
            <a:extLst xmlns:a="http://schemas.openxmlformats.org/drawingml/2006/main">
              <a:ext uri="{FF2B5EF4-FFF2-40B4-BE49-F238E27FC236}">
                <a16:creationId xmlns:a16="http://schemas.microsoft.com/office/drawing/2014/main" id="{732A94F6-F08F-42AC-92B8-CF0DCB6BD0B9}"/>
              </a:ext>
            </a:extLst>
          </p:cNvPr>
          <p:cNvSpPr>
            <a:spLocks xmlns:a="http://schemas.openxmlformats.org/drawingml/2006/main" noGrp="1"/>
          </p:cNvSpPr>
          <p:nvPr/>
        </p:nvSpPr>
        <p:spPr>
          <a:xfrm xmlns:a="http://schemas.openxmlformats.org/drawingml/2006/main">
            <a:off x="4476750" y="1695450"/>
            <a:ext cx="66675" cy="2000250"/>
          </a:xfrm>
          <a:prstGeom xmlns:a="http://schemas.openxmlformats.org/drawingml/2006/main" prst="rect">
            <a:avLst/>
          </a:prstGeom>
          <a:solidFill xmlns:a="http://schemas.openxmlformats.org/drawingml/2006/main">
            <a:srgbClr val="33824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5A663EF-73A1-4EBD-8AA3-5A721FFCE0B6}"/>
              </a:ext>
            </a:extLst>
          </p:cNvPr>
          <p:cNvSpPr>
            <a:spLocks xmlns:a="http://schemas.openxmlformats.org/drawingml/2006/main" noGrp="1"/>
          </p:cNvSpPr>
          <p:nvPr/>
        </p:nvSpPr>
        <p:spPr>
          <a:xfrm xmlns:a="http://schemas.openxmlformats.org/drawingml/2006/main">
            <a:off x="4705350" y="1847850"/>
            <a:ext cx="2781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33824A"/>
                </a:solidFill>
                <a:latin typeface="Yu Gothic"/>
                <a:ea typeface="Yu Gothic"/>
                <a:cs typeface="Yu Gothic"/>
              </a:defRPr>
            </a:pPr>
            <a:r>
              <a:rPr sz="1500" b="1">
                <a:solidFill>
                  <a:srgbClr val="33824A"/>
                </a:solidFill>
                <a:latin typeface="Yu Gothic"/>
                <a:ea typeface="Yu Gothic"/>
                <a:cs typeface="Yu Gothic"/>
              </a:rPr>
              <a:t>Sensors</a:t>
            </a:r>
          </a:p>
        </p:txBody>
      </p:sp>
      <p:sp>
        <p:nvSpPr>
          <p:cNvPr id="13" name="">
            <a:extLst xmlns:a="http://schemas.openxmlformats.org/drawingml/2006/main">
              <a:ext uri="{FF2B5EF4-FFF2-40B4-BE49-F238E27FC236}">
                <a16:creationId xmlns:a16="http://schemas.microsoft.com/office/drawing/2014/main" id="{9EF102C8-D619-4514-8881-D78A851A0847}"/>
              </a:ext>
            </a:extLst>
          </p:cNvPr>
          <p:cNvSpPr>
            <a:spLocks xmlns:a="http://schemas.openxmlformats.org/drawingml/2006/main" noGrp="1"/>
          </p:cNvSpPr>
          <p:nvPr/>
        </p:nvSpPr>
        <p:spPr>
          <a:xfrm xmlns:a="http://schemas.openxmlformats.org/drawingml/2006/main">
            <a:off x="4705350" y="2228850"/>
            <a:ext cx="27813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52607A"/>
                </a:solidFill>
                <a:latin typeface="Yu Gothic"/>
                <a:ea typeface="Yu Gothic"/>
                <a:cs typeface="Yu Gothic"/>
              </a:defRPr>
            </a:pPr>
            <a:r>
              <a:rPr sz="1425" b="0">
                <a:solidFill>
                  <a:srgbClr val="52607A"/>
                </a:solidFill>
                <a:latin typeface="Yu Gothic"/>
                <a:ea typeface="Yu Gothic"/>
                <a:cs typeface="Yu Gothic"/>
              </a:rPr>
              <a:t>test / lint / typecheck</a:t>
            </a:r>
          </a:p>
          <a:p xmlns:a="http://schemas.openxmlformats.org/drawingml/2006/main">
            <a:pPr algn="l">
              <a:defRPr sz="1425" b="0">
                <a:solidFill>
                  <a:srgbClr val="52607A"/>
                </a:solidFill>
                <a:latin typeface="Yu Gothic"/>
                <a:ea typeface="Yu Gothic"/>
                <a:cs typeface="Yu Gothic"/>
              </a:defRPr>
            </a:pPr>
            <a:r>
              <a:rPr sz="1425" b="0">
                <a:solidFill>
                  <a:srgbClr val="52607A"/>
                </a:solidFill>
                <a:latin typeface="Yu Gothic"/>
                <a:ea typeface="Yu Gothic"/>
                <a:cs typeface="Yu Gothic"/>
              </a:rPr>
              <a:t>policy-boundary</a:t>
            </a:r>
          </a:p>
          <a:p xmlns:a="http://schemas.openxmlformats.org/drawingml/2006/main">
            <a:pPr algn="l">
              <a:defRPr sz="1425" b="0">
                <a:solidFill>
                  <a:srgbClr val="52607A"/>
                </a:solidFill>
                <a:latin typeface="Yu Gothic"/>
                <a:ea typeface="Yu Gothic"/>
                <a:cs typeface="Yu Gothic"/>
              </a:defRPr>
            </a:pPr>
            <a:r>
              <a:rPr sz="1425" b="0">
                <a:solidFill>
                  <a:srgbClr val="52607A"/>
                </a:solidFill>
                <a:latin typeface="Yu Gothic"/>
                <a:ea typeface="Yu Gothic"/>
                <a:cs typeface="Yu Gothic"/>
              </a:rPr>
              <a:t>APIレスポンス形式</a:t>
            </a:r>
          </a:p>
          <a:p xmlns:a="http://schemas.openxmlformats.org/drawingml/2006/main">
            <a:pPr algn="l">
              <a:defRPr sz="1425" b="0">
                <a:solidFill>
                  <a:srgbClr val="52607A"/>
                </a:solidFill>
                <a:latin typeface="Yu Gothic"/>
                <a:ea typeface="Yu Gothic"/>
                <a:cs typeface="Yu Gothic"/>
              </a:defRPr>
            </a:pPr>
            <a:r>
              <a:rPr sz="1425" b="0">
                <a:solidFill>
                  <a:srgbClr val="52607A"/>
                </a:solidFill>
                <a:latin typeface="Yu Gothic"/>
                <a:ea typeface="Yu Gothic"/>
                <a:cs typeface="Yu Gothic"/>
              </a:rPr>
              <a:t>作業後に機械で見る結果。</a:t>
            </a:r>
          </a:p>
        </p:txBody>
      </p:sp>
      <p:sp>
        <p:nvSpPr>
          <p:cNvPr id="14" name="">
            <a:extLst xmlns:a="http://schemas.openxmlformats.org/drawingml/2006/main">
              <a:ext uri="{FF2B5EF4-FFF2-40B4-BE49-F238E27FC236}">
                <a16:creationId xmlns:a16="http://schemas.microsoft.com/office/drawing/2014/main" id="{EBD80CC0-4788-42DB-AAC3-20DEF4D1819F}"/>
              </a:ext>
            </a:extLst>
          </p:cNvPr>
          <p:cNvSpPr>
            <a:spLocks xmlns:a="http://schemas.openxmlformats.org/drawingml/2006/main" noGrp="1"/>
          </p:cNvSpPr>
          <p:nvPr/>
        </p:nvSpPr>
        <p:spPr>
          <a:xfrm xmlns:a="http://schemas.openxmlformats.org/drawingml/2006/main">
            <a:off x="8267700" y="1695450"/>
            <a:ext cx="3238500" cy="2000250"/>
          </a:xfrm>
          <a:prstGeom xmlns:a="http://schemas.openxmlformats.org/drawingml/2006/main" prst="rect">
            <a:avLst/>
          </a:prstGeom>
          <a:solidFill xmlns:a="http://schemas.openxmlformats.org/drawingml/2006/main">
            <a:srgbClr val="FBF8F2"/>
          </a:solidFill>
          <a:ln xmlns:a="http://schemas.openxmlformats.org/drawingml/2006/main" w="9525">
            <a:solidFill>
              <a:srgbClr val="D5CEC4"/>
            </a:solidFill>
            <a:prstDash val="solid"/>
          </a:ln>
        </p:spPr>
      </p:sp>
      <p:sp>
        <p:nvSpPr>
          <p:cNvPr id="15" name="">
            <a:extLst xmlns:a="http://schemas.openxmlformats.org/drawingml/2006/main">
              <a:ext uri="{FF2B5EF4-FFF2-40B4-BE49-F238E27FC236}">
                <a16:creationId xmlns:a16="http://schemas.microsoft.com/office/drawing/2014/main" id="{DC84126F-B08C-4156-9D16-5D353011E05E}"/>
              </a:ext>
            </a:extLst>
          </p:cNvPr>
          <p:cNvSpPr>
            <a:spLocks xmlns:a="http://schemas.openxmlformats.org/drawingml/2006/main" noGrp="1"/>
          </p:cNvSpPr>
          <p:nvPr/>
        </p:nvSpPr>
        <p:spPr>
          <a:xfrm xmlns:a="http://schemas.openxmlformats.org/drawingml/2006/main">
            <a:off x="8267700" y="1695450"/>
            <a:ext cx="66675" cy="2000250"/>
          </a:xfrm>
          <a:prstGeom xmlns:a="http://schemas.openxmlformats.org/drawingml/2006/main" prst="rect">
            <a:avLst/>
          </a:prstGeom>
          <a:solidFill xmlns:a="http://schemas.openxmlformats.org/drawingml/2006/main">
            <a:srgbClr val="C85B1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BC97BD8-684D-4348-9EA2-D7D5ACD95141}"/>
              </a:ext>
            </a:extLst>
          </p:cNvPr>
          <p:cNvSpPr>
            <a:spLocks xmlns:a="http://schemas.openxmlformats.org/drawingml/2006/main" noGrp="1"/>
          </p:cNvSpPr>
          <p:nvPr/>
        </p:nvSpPr>
        <p:spPr>
          <a:xfrm xmlns:a="http://schemas.openxmlformats.org/drawingml/2006/main">
            <a:off x="8496300" y="1847850"/>
            <a:ext cx="2781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C85B1A"/>
                </a:solidFill>
                <a:latin typeface="Yu Gothic"/>
                <a:ea typeface="Yu Gothic"/>
                <a:cs typeface="Yu Gothic"/>
              </a:defRPr>
            </a:pPr>
            <a:r>
              <a:rPr sz="1500" b="1">
                <a:solidFill>
                  <a:srgbClr val="C85B1A"/>
                </a:solidFill>
                <a:latin typeface="Yu Gothic"/>
                <a:ea typeface="Yu Gothic"/>
                <a:cs typeface="Yu Gothic"/>
              </a:rPr>
              <a:t>Steering</a:t>
            </a:r>
          </a:p>
        </p:txBody>
      </p:sp>
      <p:sp>
        <p:nvSpPr>
          <p:cNvPr id="17" name="">
            <a:extLst xmlns:a="http://schemas.openxmlformats.org/drawingml/2006/main">
              <a:ext uri="{FF2B5EF4-FFF2-40B4-BE49-F238E27FC236}">
                <a16:creationId xmlns:a16="http://schemas.microsoft.com/office/drawing/2014/main" id="{D7F37886-AB42-4FE5-B5F7-CD7AE3E89264}"/>
              </a:ext>
            </a:extLst>
          </p:cNvPr>
          <p:cNvSpPr>
            <a:spLocks xmlns:a="http://schemas.openxmlformats.org/drawingml/2006/main" noGrp="1"/>
          </p:cNvSpPr>
          <p:nvPr/>
        </p:nvSpPr>
        <p:spPr>
          <a:xfrm xmlns:a="http://schemas.openxmlformats.org/drawingml/2006/main">
            <a:off x="8496300" y="2228850"/>
            <a:ext cx="27813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52607A"/>
                </a:solidFill>
                <a:latin typeface="Yu Gothic"/>
                <a:ea typeface="Yu Gothic"/>
                <a:cs typeface="Yu Gothic"/>
              </a:defRPr>
            </a:pPr>
            <a:r>
              <a:rPr sz="1425" b="0">
                <a:solidFill>
                  <a:srgbClr val="52607A"/>
                </a:solidFill>
                <a:latin typeface="Yu Gothic"/>
                <a:ea typeface="Yu Gothic"/>
                <a:cs typeface="Yu Gothic"/>
              </a:rPr>
              <a:t>レビュー / worklog</a:t>
            </a:r>
          </a:p>
          <a:p xmlns:a="http://schemas.openxmlformats.org/drawingml/2006/main">
            <a:pPr algn="l">
              <a:defRPr sz="1425" b="0">
                <a:solidFill>
                  <a:srgbClr val="52607A"/>
                </a:solidFill>
                <a:latin typeface="Yu Gothic"/>
                <a:ea typeface="Yu Gothic"/>
                <a:cs typeface="Yu Gothic"/>
              </a:defRPr>
            </a:pPr>
            <a:r>
              <a:rPr sz="1425" b="0">
                <a:solidFill>
                  <a:srgbClr val="52607A"/>
                </a:solidFill>
                <a:latin typeface="Yu Gothic"/>
                <a:ea typeface="Yu Gothic"/>
                <a:cs typeface="Yu Gothic"/>
              </a:rPr>
              <a:t>判断記録 / 次の前提</a:t>
            </a:r>
          </a:p>
          <a:p xmlns:a="http://schemas.openxmlformats.org/drawingml/2006/main">
            <a:pPr algn="l">
              <a:defRPr sz="1425" b="0">
                <a:solidFill>
                  <a:srgbClr val="52607A"/>
                </a:solidFill>
                <a:latin typeface="Yu Gothic"/>
                <a:ea typeface="Yu Gothic"/>
                <a:cs typeface="Yu Gothic"/>
              </a:defRPr>
            </a:pPr>
            <a:r>
              <a:rPr sz="1425" b="0">
                <a:solidFill>
                  <a:srgbClr val="52607A"/>
                </a:solidFill>
                <a:latin typeface="Yu Gothic"/>
                <a:ea typeface="Yu Gothic"/>
                <a:cs typeface="Yu Gothic"/>
              </a:rPr>
              <a:t>人間が舵を切る場所。</a:t>
            </a:r>
          </a:p>
        </p:txBody>
      </p:sp>
      <p:sp>
        <p:nvSpPr>
          <p:cNvPr id="18" name="">
            <a:extLst xmlns:a="http://schemas.openxmlformats.org/drawingml/2006/main">
              <a:ext uri="{FF2B5EF4-FFF2-40B4-BE49-F238E27FC236}">
                <a16:creationId xmlns:a16="http://schemas.microsoft.com/office/drawing/2014/main" id="{7C87415F-DE9A-4154-87B9-71B24659D1B4}"/>
              </a:ext>
            </a:extLst>
          </p:cNvPr>
          <p:cNvSpPr>
            <a:spLocks xmlns:a="http://schemas.openxmlformats.org/drawingml/2006/main" noGrp="1"/>
          </p:cNvSpPr>
          <p:nvPr/>
        </p:nvSpPr>
        <p:spPr>
          <a:xfrm xmlns:a="http://schemas.openxmlformats.org/drawingml/2006/main">
            <a:off x="1790700" y="4705350"/>
            <a:ext cx="8610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a:solidFill>
                  <a:srgbClr val="14204A"/>
                </a:solidFill>
                <a:latin typeface="Yu Gothic"/>
                <a:ea typeface="Yu Gothic"/>
                <a:cs typeface="Yu Gothic"/>
              </a:defRPr>
            </a:pPr>
            <a:r>
              <a:rPr sz="1950" b="1">
                <a:solidFill>
                  <a:srgbClr val="14204A"/>
                </a:solidFill>
                <a:latin typeface="Yu Gothic"/>
                <a:ea typeface="Yu Gothic"/>
                <a:cs typeface="Yu Gothic"/>
              </a:rPr>
              <a:t>今日のデモは、この3つを少しずつ足していく流れです。</a:t>
            </a:r>
          </a:p>
        </p:txBody>
      </p:sp>
    </p:spTree>
    <p:extLst>
      <p:ext uri="{BB962C8B-B14F-4D97-AF65-F5344CB8AC3E}">
        <p14:creationId xmlns:p14="http://schemas.microsoft.com/office/powerpoint/2010/main" val="913296873"/>
      </p:ext>
    </p:extLst>
  </p:cSld>
</p:sld>
</file>

<file path=ppt/slides/slide12.xml><?xml version="1.0" encoding="utf-8"?>
<p:sld xmlns:p="http://schemas.openxmlformats.org/presentationml/2006/main">
  <p:cSld>
    <p:bg>
      <p:bgPr>
        <a:solidFill xmlns:a="http://schemas.openxmlformats.org/drawingml/2006/main">
          <a:srgbClr val="ECE7E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0776859-8C73-4E92-9ADD-94AF812AEA5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245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CF60F9E-A5F0-4FDA-8E12-4B7BC1FA5D23}"/>
              </a:ext>
            </a:extLst>
          </p:cNvPr>
          <p:cNvSpPr>
            <a:spLocks xmlns:a="http://schemas.openxmlformats.org/drawingml/2006/main" noGrp="1"/>
          </p:cNvSpPr>
          <p:nvPr/>
        </p:nvSpPr>
        <p:spPr>
          <a:xfrm xmlns:a="http://schemas.openxmlformats.org/drawingml/2006/main">
            <a:off x="514350" y="400050"/>
            <a:ext cx="76200" cy="266700"/>
          </a:xfrm>
          <a:prstGeom xmlns:a="http://schemas.openxmlformats.org/drawingml/2006/main" prst="rect">
            <a:avLst/>
          </a:prstGeom>
          <a:solidFill xmlns:a="http://schemas.openxmlformats.org/drawingml/2006/main">
            <a:srgbClr val="33824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8779E01-A777-49C8-8F2D-428F0EAEDDF6}"/>
              </a:ext>
            </a:extLst>
          </p:cNvPr>
          <p:cNvSpPr>
            <a:spLocks xmlns:a="http://schemas.openxmlformats.org/drawingml/2006/main" noGrp="1"/>
          </p:cNvSpPr>
          <p:nvPr/>
        </p:nvSpPr>
        <p:spPr>
          <a:xfrm xmlns:a="http://schemas.openxmlformats.org/drawingml/2006/main">
            <a:off x="704850" y="381000"/>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33824A"/>
                </a:solidFill>
                <a:latin typeface="Yu Gothic"/>
                <a:ea typeface="Yu Gothic"/>
                <a:cs typeface="Yu Gothic"/>
              </a:defRPr>
            </a:pPr>
            <a:r>
              <a:rPr sz="975" b="1">
                <a:solidFill>
                  <a:srgbClr val="33824A"/>
                </a:solidFill>
                <a:latin typeface="Yu Gothic"/>
                <a:ea typeface="Yu Gothic"/>
                <a:cs typeface="Yu Gothic"/>
              </a:rPr>
              <a:t>ROADMAP</a:t>
            </a:r>
          </a:p>
        </p:txBody>
      </p:sp>
      <p:sp>
        <p:nvSpPr>
          <p:cNvPr id="4" name="">
            <a:extLst xmlns:a="http://schemas.openxmlformats.org/drawingml/2006/main">
              <a:ext uri="{FF2B5EF4-FFF2-40B4-BE49-F238E27FC236}">
                <a16:creationId xmlns:a16="http://schemas.microsoft.com/office/drawing/2014/main" id="{F8C048F9-99CE-4A92-8D47-AB747BAC80F9}"/>
              </a:ext>
            </a:extLst>
          </p:cNvPr>
          <p:cNvSpPr>
            <a:spLocks xmlns:a="http://schemas.openxmlformats.org/drawingml/2006/main" noGrp="1"/>
          </p:cNvSpPr>
          <p:nvPr/>
        </p:nvSpPr>
        <p:spPr>
          <a:xfrm xmlns:a="http://schemas.openxmlformats.org/drawingml/2006/main">
            <a:off x="533400" y="857250"/>
            <a:ext cx="1000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72452"/>
                </a:solidFill>
                <a:latin typeface="Yu Gothic"/>
                <a:ea typeface="Yu Gothic"/>
                <a:cs typeface="Yu Gothic"/>
              </a:defRPr>
            </a:pPr>
            <a:r>
              <a:rPr sz="2700" b="1">
                <a:solidFill>
                  <a:srgbClr val="172452"/>
                </a:solidFill>
                <a:latin typeface="Yu Gothic"/>
                <a:ea typeface="Yu Gothic"/>
                <a:cs typeface="Yu Gothic"/>
              </a:rPr>
              <a:t>今日のデモ全体像: 足りないものを減らす</a:t>
            </a:r>
          </a:p>
        </p:txBody>
      </p:sp>
      <p:sp>
        <p:nvSpPr>
          <p:cNvPr id="5" name="">
            <a:extLst xmlns:a="http://schemas.openxmlformats.org/drawingml/2006/main">
              <a:ext uri="{FF2B5EF4-FFF2-40B4-BE49-F238E27FC236}">
                <a16:creationId xmlns:a16="http://schemas.microsoft.com/office/drawing/2014/main" id="{4714245F-5708-4691-B7E6-EE2DB4FDC08B}"/>
              </a:ext>
            </a:extLst>
          </p:cNvPr>
          <p:cNvSpPr>
            <a:spLocks xmlns:a="http://schemas.openxmlformats.org/drawingml/2006/main" noGrp="1"/>
          </p:cNvSpPr>
          <p:nvPr/>
        </p:nvSpPr>
        <p:spPr>
          <a:xfrm xmlns:a="http://schemas.openxmlformats.org/drawingml/2006/main">
            <a:off x="11125200" y="632460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52607A"/>
                </a:solidFill>
                <a:latin typeface="Yu Gothic"/>
                <a:ea typeface="Yu Gothic"/>
                <a:cs typeface="Yu Gothic"/>
              </a:defRPr>
            </a:pPr>
            <a:r>
              <a:rPr sz="900" b="0">
                <a:solidFill>
                  <a:srgbClr val="52607A"/>
                </a:solidFill>
                <a:latin typeface="Yu Gothic"/>
                <a:ea typeface="Yu Gothic"/>
                <a:cs typeface="Yu Gothic"/>
              </a:rPr>
              <a:t>12</a:t>
            </a:r>
          </a:p>
        </p:txBody>
      </p:sp>
      <p:sp>
        <p:nvSpPr>
          <p:cNvPr id="6" name="">
            <a:extLst xmlns:a="http://schemas.openxmlformats.org/drawingml/2006/main">
              <a:ext uri="{FF2B5EF4-FFF2-40B4-BE49-F238E27FC236}">
                <a16:creationId xmlns:a16="http://schemas.microsoft.com/office/drawing/2014/main" id="{69BC9FA1-45A4-41E4-B2F3-B2147BB0D46D}"/>
              </a:ext>
            </a:extLst>
          </p:cNvPr>
          <p:cNvSpPr>
            <a:spLocks xmlns:a="http://schemas.openxmlformats.org/drawingml/2006/main" noGrp="1"/>
          </p:cNvSpPr>
          <p:nvPr/>
        </p:nvSpPr>
        <p:spPr>
          <a:xfrm xmlns:a="http://schemas.openxmlformats.org/drawingml/2006/main">
            <a:off x="552450" y="1504950"/>
            <a:ext cx="11087100" cy="457200"/>
          </a:xfrm>
          <a:prstGeom xmlns:a="http://schemas.openxmlformats.org/drawingml/2006/main" prst="rect">
            <a:avLst/>
          </a:prstGeom>
          <a:solidFill xmlns:a="http://schemas.openxmlformats.org/drawingml/2006/main">
            <a:srgbClr val="172452"/>
          </a:solidFill>
          <a:ln xmlns:a="http://schemas.openxmlformats.org/drawingml/2006/main" w="9525">
            <a:solidFill>
              <a:srgbClr val="172452"/>
            </a:solidFill>
            <a:prstDash val="solid"/>
          </a:ln>
        </p:spPr>
      </p:sp>
      <p:sp>
        <p:nvSpPr>
          <p:cNvPr id="7" name="">
            <a:extLst xmlns:a="http://schemas.openxmlformats.org/drawingml/2006/main">
              <a:ext uri="{FF2B5EF4-FFF2-40B4-BE49-F238E27FC236}">
                <a16:creationId xmlns:a16="http://schemas.microsoft.com/office/drawing/2014/main" id="{B8F6E852-0573-4B52-8FFA-6C7715C5757B}"/>
              </a:ext>
            </a:extLst>
          </p:cNvPr>
          <p:cNvSpPr>
            <a:spLocks xmlns:a="http://schemas.openxmlformats.org/drawingml/2006/main" noGrp="1"/>
          </p:cNvSpPr>
          <p:nvPr/>
        </p:nvSpPr>
        <p:spPr>
          <a:xfrm xmlns:a="http://schemas.openxmlformats.org/drawingml/2006/main">
            <a:off x="666750" y="1590675"/>
            <a:ext cx="628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FFFFF"/>
                </a:solidFill>
                <a:latin typeface="Yu Gothic"/>
                <a:ea typeface="Yu Gothic"/>
                <a:cs typeface="Yu Gothic"/>
              </a:defRPr>
            </a:pPr>
            <a:r>
              <a:rPr sz="1200" b="1">
                <a:solidFill>
                  <a:srgbClr val="FFFFFF"/>
                </a:solidFill>
                <a:latin typeface="Yu Gothic"/>
                <a:ea typeface="Yu Gothic"/>
                <a:cs typeface="Yu Gothic"/>
              </a:rPr>
              <a:t>レベル</a:t>
            </a:r>
          </a:p>
        </p:txBody>
      </p:sp>
      <p:sp>
        <p:nvSpPr>
          <p:cNvPr id="8" name="">
            <a:extLst xmlns:a="http://schemas.openxmlformats.org/drawingml/2006/main">
              <a:ext uri="{FF2B5EF4-FFF2-40B4-BE49-F238E27FC236}">
                <a16:creationId xmlns:a16="http://schemas.microsoft.com/office/drawing/2014/main" id="{72609D8E-4BEE-45BA-AA61-7357B63B7464}"/>
              </a:ext>
            </a:extLst>
          </p:cNvPr>
          <p:cNvSpPr>
            <a:spLocks xmlns:a="http://schemas.openxmlformats.org/drawingml/2006/main" noGrp="1"/>
          </p:cNvSpPr>
          <p:nvPr/>
        </p:nvSpPr>
        <p:spPr>
          <a:xfrm xmlns:a="http://schemas.openxmlformats.org/drawingml/2006/main">
            <a:off x="1524000" y="1590675"/>
            <a:ext cx="1104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FFFFF"/>
                </a:solidFill>
                <a:latin typeface="Yu Gothic"/>
                <a:ea typeface="Yu Gothic"/>
                <a:cs typeface="Yu Gothic"/>
              </a:defRPr>
            </a:pPr>
            <a:r>
              <a:rPr sz="1200" b="1">
                <a:solidFill>
                  <a:srgbClr val="FFFFFF"/>
                </a:solidFill>
                <a:latin typeface="Yu Gothic"/>
                <a:ea typeface="Yu Gothic"/>
                <a:cs typeface="Yu Gothic"/>
              </a:rPr>
              <a:t>デモ</a:t>
            </a:r>
          </a:p>
        </p:txBody>
      </p:sp>
      <p:sp>
        <p:nvSpPr>
          <p:cNvPr id="9" name="">
            <a:extLst xmlns:a="http://schemas.openxmlformats.org/drawingml/2006/main">
              <a:ext uri="{FF2B5EF4-FFF2-40B4-BE49-F238E27FC236}">
                <a16:creationId xmlns:a16="http://schemas.microsoft.com/office/drawing/2014/main" id="{07D37FB4-9F20-4652-BAB2-282E9F23AC4D}"/>
              </a:ext>
            </a:extLst>
          </p:cNvPr>
          <p:cNvSpPr>
            <a:spLocks xmlns:a="http://schemas.openxmlformats.org/drawingml/2006/main" noGrp="1"/>
          </p:cNvSpPr>
          <p:nvPr/>
        </p:nvSpPr>
        <p:spPr>
          <a:xfrm xmlns:a="http://schemas.openxmlformats.org/drawingml/2006/main">
            <a:off x="2857500" y="1590675"/>
            <a:ext cx="3771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FFFFF"/>
                </a:solidFill>
                <a:latin typeface="Yu Gothic"/>
                <a:ea typeface="Yu Gothic"/>
                <a:cs typeface="Yu Gothic"/>
              </a:defRPr>
            </a:pPr>
            <a:r>
              <a:rPr sz="1200" b="1">
                <a:solidFill>
                  <a:srgbClr val="FFFFFF"/>
                </a:solidFill>
                <a:latin typeface="Yu Gothic"/>
                <a:ea typeface="Yu Gothic"/>
                <a:cs typeface="Yu Gothic"/>
              </a:rPr>
              <a:t>できるようになること</a:t>
            </a:r>
          </a:p>
        </p:txBody>
      </p:sp>
      <p:sp>
        <p:nvSpPr>
          <p:cNvPr id="10" name="">
            <a:extLst xmlns:a="http://schemas.openxmlformats.org/drawingml/2006/main">
              <a:ext uri="{FF2B5EF4-FFF2-40B4-BE49-F238E27FC236}">
                <a16:creationId xmlns:a16="http://schemas.microsoft.com/office/drawing/2014/main" id="{99B388F9-0EBD-4908-9CA8-02F7B3365902}"/>
              </a:ext>
            </a:extLst>
          </p:cNvPr>
          <p:cNvSpPr>
            <a:spLocks xmlns:a="http://schemas.openxmlformats.org/drawingml/2006/main" noGrp="1"/>
          </p:cNvSpPr>
          <p:nvPr/>
        </p:nvSpPr>
        <p:spPr>
          <a:xfrm xmlns:a="http://schemas.openxmlformats.org/drawingml/2006/main">
            <a:off x="6858000" y="1590675"/>
            <a:ext cx="4667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FFFFF"/>
                </a:solidFill>
                <a:latin typeface="Yu Gothic"/>
                <a:ea typeface="Yu Gothic"/>
                <a:cs typeface="Yu Gothic"/>
              </a:defRPr>
            </a:pPr>
            <a:r>
              <a:rPr sz="1200" b="1">
                <a:solidFill>
                  <a:srgbClr val="FFFFFF"/>
                </a:solidFill>
                <a:latin typeface="Yu Gothic"/>
                <a:ea typeface="Yu Gothic"/>
                <a:cs typeface="Yu Gothic"/>
              </a:rPr>
              <a:t>まだ足りないこと</a:t>
            </a:r>
          </a:p>
        </p:txBody>
      </p:sp>
      <p:sp>
        <p:nvSpPr>
          <p:cNvPr id="11" name="">
            <a:extLst xmlns:a="http://schemas.openxmlformats.org/drawingml/2006/main">
              <a:ext uri="{FF2B5EF4-FFF2-40B4-BE49-F238E27FC236}">
                <a16:creationId xmlns:a16="http://schemas.microsoft.com/office/drawing/2014/main" id="{FBDF0DC3-5CB9-48C6-B794-744D791ABE94}"/>
              </a:ext>
            </a:extLst>
          </p:cNvPr>
          <p:cNvSpPr>
            <a:spLocks xmlns:a="http://schemas.openxmlformats.org/drawingml/2006/main" noGrp="1"/>
          </p:cNvSpPr>
          <p:nvPr/>
        </p:nvSpPr>
        <p:spPr>
          <a:xfrm xmlns:a="http://schemas.openxmlformats.org/drawingml/2006/main">
            <a:off x="552450" y="1962150"/>
            <a:ext cx="11087100" cy="457200"/>
          </a:xfrm>
          <a:prstGeom xmlns:a="http://schemas.openxmlformats.org/drawingml/2006/main" prst="rect">
            <a:avLst/>
          </a:prstGeom>
          <a:solidFill xmlns:a="http://schemas.openxmlformats.org/drawingml/2006/main">
            <a:srgbClr val="FBF8F2"/>
          </a:solidFill>
          <a:ln xmlns:a="http://schemas.openxmlformats.org/drawingml/2006/main" w="9525">
            <a:solidFill>
              <a:srgbClr val="D5CEC4"/>
            </a:solidFill>
            <a:prstDash val="solid"/>
          </a:ln>
        </p:spPr>
      </p:sp>
      <p:sp>
        <p:nvSpPr>
          <p:cNvPr id="12" name="">
            <a:extLst xmlns:a="http://schemas.openxmlformats.org/drawingml/2006/main">
              <a:ext uri="{FF2B5EF4-FFF2-40B4-BE49-F238E27FC236}">
                <a16:creationId xmlns:a16="http://schemas.microsoft.com/office/drawing/2014/main" id="{404C2283-F2E6-474F-909D-F2B0879DE841}"/>
              </a:ext>
            </a:extLst>
          </p:cNvPr>
          <p:cNvSpPr>
            <a:spLocks xmlns:a="http://schemas.openxmlformats.org/drawingml/2006/main" noGrp="1"/>
          </p:cNvSpPr>
          <p:nvPr/>
        </p:nvSpPr>
        <p:spPr>
          <a:xfrm xmlns:a="http://schemas.openxmlformats.org/drawingml/2006/main">
            <a:off x="666750" y="2047875"/>
            <a:ext cx="628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4204A"/>
                </a:solidFill>
                <a:latin typeface="Yu Gothic"/>
                <a:ea typeface="Yu Gothic"/>
                <a:cs typeface="Yu Gothic"/>
              </a:defRPr>
            </a:pPr>
            <a:r>
              <a:rPr sz="1125" b="1">
                <a:solidFill>
                  <a:srgbClr val="14204A"/>
                </a:solidFill>
                <a:latin typeface="Yu Gothic"/>
                <a:ea typeface="Yu Gothic"/>
                <a:cs typeface="Yu Gothic"/>
              </a:rPr>
              <a:t>L0</a:t>
            </a:r>
          </a:p>
        </p:txBody>
      </p:sp>
      <p:sp>
        <p:nvSpPr>
          <p:cNvPr id="13" name="">
            <a:extLst xmlns:a="http://schemas.openxmlformats.org/drawingml/2006/main">
              <a:ext uri="{FF2B5EF4-FFF2-40B4-BE49-F238E27FC236}">
                <a16:creationId xmlns:a16="http://schemas.microsoft.com/office/drawing/2014/main" id="{DC85964F-5023-42BB-88E5-EFC0FF79650A}"/>
              </a:ext>
            </a:extLst>
          </p:cNvPr>
          <p:cNvSpPr>
            <a:spLocks xmlns:a="http://schemas.openxmlformats.org/drawingml/2006/main" noGrp="1"/>
          </p:cNvSpPr>
          <p:nvPr/>
        </p:nvSpPr>
        <p:spPr>
          <a:xfrm xmlns:a="http://schemas.openxmlformats.org/drawingml/2006/main">
            <a:off x="1524000" y="2047875"/>
            <a:ext cx="1104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2607A"/>
                </a:solidFill>
                <a:latin typeface="Yu Gothic"/>
                <a:ea typeface="Yu Gothic"/>
                <a:cs typeface="Yu Gothic"/>
              </a:defRPr>
            </a:pPr>
            <a:r>
              <a:rPr sz="1125" b="0">
                <a:solidFill>
                  <a:srgbClr val="52607A"/>
                </a:solidFill>
                <a:latin typeface="Yu Gothic"/>
                <a:ea typeface="Yu Gothic"/>
                <a:cs typeface="Yu Gothic"/>
              </a:rPr>
              <a:t>開始前</a:t>
            </a:r>
          </a:p>
        </p:txBody>
      </p:sp>
      <p:sp>
        <p:nvSpPr>
          <p:cNvPr id="14" name="">
            <a:extLst xmlns:a="http://schemas.openxmlformats.org/drawingml/2006/main">
              <a:ext uri="{FF2B5EF4-FFF2-40B4-BE49-F238E27FC236}">
                <a16:creationId xmlns:a16="http://schemas.microsoft.com/office/drawing/2014/main" id="{3FB495F4-D84E-4325-9EF3-2A9424F830F6}"/>
              </a:ext>
            </a:extLst>
          </p:cNvPr>
          <p:cNvSpPr>
            <a:spLocks xmlns:a="http://schemas.openxmlformats.org/drawingml/2006/main" noGrp="1"/>
          </p:cNvSpPr>
          <p:nvPr/>
        </p:nvSpPr>
        <p:spPr>
          <a:xfrm xmlns:a="http://schemas.openxmlformats.org/drawingml/2006/main">
            <a:off x="2857500" y="2047875"/>
            <a:ext cx="3771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2607A"/>
                </a:solidFill>
                <a:latin typeface="Yu Gothic"/>
                <a:ea typeface="Yu Gothic"/>
                <a:cs typeface="Yu Gothic"/>
              </a:defRPr>
            </a:pPr>
            <a:r>
              <a:rPr sz="1125" b="0">
                <a:solidFill>
                  <a:srgbClr val="52607A"/>
                </a:solidFill>
                <a:latin typeface="Yu Gothic"/>
                <a:ea typeface="Yu Gothic"/>
                <a:cs typeface="Yu Gothic"/>
              </a:rPr>
              <a:t>AIへ依頼はできる</a:t>
            </a:r>
          </a:p>
        </p:txBody>
      </p:sp>
      <p:sp>
        <p:nvSpPr>
          <p:cNvPr id="15" name="">
            <a:extLst xmlns:a="http://schemas.openxmlformats.org/drawingml/2006/main">
              <a:ext uri="{FF2B5EF4-FFF2-40B4-BE49-F238E27FC236}">
                <a16:creationId xmlns:a16="http://schemas.microsoft.com/office/drawing/2014/main" id="{51340DA4-D663-43BD-BAE4-BB454AFC0709}"/>
              </a:ext>
            </a:extLst>
          </p:cNvPr>
          <p:cNvSpPr>
            <a:spLocks xmlns:a="http://schemas.openxmlformats.org/drawingml/2006/main" noGrp="1"/>
          </p:cNvSpPr>
          <p:nvPr/>
        </p:nvSpPr>
        <p:spPr>
          <a:xfrm xmlns:a="http://schemas.openxmlformats.org/drawingml/2006/main">
            <a:off x="6858000" y="2047875"/>
            <a:ext cx="4667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2607A"/>
                </a:solidFill>
                <a:latin typeface="Yu Gothic"/>
                <a:ea typeface="Yu Gothic"/>
                <a:cs typeface="Yu Gothic"/>
              </a:defRPr>
            </a:pPr>
            <a:r>
              <a:rPr sz="1125" b="0">
                <a:solidFill>
                  <a:srgbClr val="52607A"/>
                </a:solidFill>
                <a:latin typeface="Yu Gothic"/>
                <a:ea typeface="Yu Gothic"/>
                <a:cs typeface="Yu Gothic"/>
              </a:rPr>
              <a:t>根拠、テスト、制約、記録</a:t>
            </a:r>
          </a:p>
        </p:txBody>
      </p:sp>
      <p:sp>
        <p:nvSpPr>
          <p:cNvPr id="16" name="">
            <a:extLst xmlns:a="http://schemas.openxmlformats.org/drawingml/2006/main">
              <a:ext uri="{FF2B5EF4-FFF2-40B4-BE49-F238E27FC236}">
                <a16:creationId xmlns:a16="http://schemas.microsoft.com/office/drawing/2014/main" id="{1EF74952-2301-4363-8132-3BB8F420833F}"/>
              </a:ext>
            </a:extLst>
          </p:cNvPr>
          <p:cNvSpPr>
            <a:spLocks xmlns:a="http://schemas.openxmlformats.org/drawingml/2006/main" noGrp="1"/>
          </p:cNvSpPr>
          <p:nvPr/>
        </p:nvSpPr>
        <p:spPr>
          <a:xfrm xmlns:a="http://schemas.openxmlformats.org/drawingml/2006/main">
            <a:off x="552450" y="2419350"/>
            <a:ext cx="11087100" cy="457200"/>
          </a:xfrm>
          <a:prstGeom xmlns:a="http://schemas.openxmlformats.org/drawingml/2006/main" prst="rect">
            <a:avLst/>
          </a:prstGeom>
          <a:solidFill xmlns:a="http://schemas.openxmlformats.org/drawingml/2006/main">
            <a:srgbClr val="F3EEE7"/>
          </a:solidFill>
          <a:ln xmlns:a="http://schemas.openxmlformats.org/drawingml/2006/main" w="9525">
            <a:solidFill>
              <a:srgbClr val="D5CEC4"/>
            </a:solidFill>
            <a:prstDash val="solid"/>
          </a:ln>
        </p:spPr>
      </p:sp>
      <p:sp>
        <p:nvSpPr>
          <p:cNvPr id="17" name="">
            <a:extLst xmlns:a="http://schemas.openxmlformats.org/drawingml/2006/main">
              <a:ext uri="{FF2B5EF4-FFF2-40B4-BE49-F238E27FC236}">
                <a16:creationId xmlns:a16="http://schemas.microsoft.com/office/drawing/2014/main" id="{6D7761DB-84F1-4122-AEFD-A83921197CAF}"/>
              </a:ext>
            </a:extLst>
          </p:cNvPr>
          <p:cNvSpPr>
            <a:spLocks xmlns:a="http://schemas.openxmlformats.org/drawingml/2006/main" noGrp="1"/>
          </p:cNvSpPr>
          <p:nvPr/>
        </p:nvSpPr>
        <p:spPr>
          <a:xfrm xmlns:a="http://schemas.openxmlformats.org/drawingml/2006/main">
            <a:off x="666750" y="2505075"/>
            <a:ext cx="628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4204A"/>
                </a:solidFill>
                <a:latin typeface="Yu Gothic"/>
                <a:ea typeface="Yu Gothic"/>
                <a:cs typeface="Yu Gothic"/>
              </a:defRPr>
            </a:pPr>
            <a:r>
              <a:rPr sz="1125" b="1">
                <a:solidFill>
                  <a:srgbClr val="14204A"/>
                </a:solidFill>
                <a:latin typeface="Yu Gothic"/>
                <a:ea typeface="Yu Gothic"/>
                <a:cs typeface="Yu Gothic"/>
              </a:rPr>
              <a:t>L1</a:t>
            </a:r>
          </a:p>
        </p:txBody>
      </p:sp>
      <p:sp>
        <p:nvSpPr>
          <p:cNvPr id="18" name="">
            <a:extLst xmlns:a="http://schemas.openxmlformats.org/drawingml/2006/main">
              <a:ext uri="{FF2B5EF4-FFF2-40B4-BE49-F238E27FC236}">
                <a16:creationId xmlns:a16="http://schemas.microsoft.com/office/drawing/2014/main" id="{F4650FBD-497E-45A3-A9A4-270C69BD69D0}"/>
              </a:ext>
            </a:extLst>
          </p:cNvPr>
          <p:cNvSpPr>
            <a:spLocks xmlns:a="http://schemas.openxmlformats.org/drawingml/2006/main" noGrp="1"/>
          </p:cNvSpPr>
          <p:nvPr/>
        </p:nvSpPr>
        <p:spPr>
          <a:xfrm xmlns:a="http://schemas.openxmlformats.org/drawingml/2006/main">
            <a:off x="1524000" y="2505075"/>
            <a:ext cx="1104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2607A"/>
                </a:solidFill>
                <a:latin typeface="Yu Gothic"/>
                <a:ea typeface="Yu Gothic"/>
                <a:cs typeface="Yu Gothic"/>
              </a:defRPr>
            </a:pPr>
            <a:r>
              <a:rPr sz="1125" b="0">
                <a:solidFill>
                  <a:srgbClr val="52607A"/>
                </a:solidFill>
                <a:latin typeface="Yu Gothic"/>
                <a:ea typeface="Yu Gothic"/>
                <a:cs typeface="Yu Gothic"/>
              </a:rPr>
              <a:t>Demo 1</a:t>
            </a:r>
          </a:p>
        </p:txBody>
      </p:sp>
      <p:sp>
        <p:nvSpPr>
          <p:cNvPr id="19" name="">
            <a:extLst xmlns:a="http://schemas.openxmlformats.org/drawingml/2006/main">
              <a:ext uri="{FF2B5EF4-FFF2-40B4-BE49-F238E27FC236}">
                <a16:creationId xmlns:a16="http://schemas.microsoft.com/office/drawing/2014/main" id="{D2E4594D-374E-4AF3-B7C8-BB1934CD02D3}"/>
              </a:ext>
            </a:extLst>
          </p:cNvPr>
          <p:cNvSpPr>
            <a:spLocks xmlns:a="http://schemas.openxmlformats.org/drawingml/2006/main" noGrp="1"/>
          </p:cNvSpPr>
          <p:nvPr/>
        </p:nvSpPr>
        <p:spPr>
          <a:xfrm xmlns:a="http://schemas.openxmlformats.org/drawingml/2006/main">
            <a:off x="2857500" y="2505075"/>
            <a:ext cx="3771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2607A"/>
                </a:solidFill>
                <a:latin typeface="Yu Gothic"/>
                <a:ea typeface="Yu Gothic"/>
                <a:cs typeface="Yu Gothic"/>
              </a:defRPr>
            </a:pPr>
            <a:r>
              <a:rPr sz="1125" b="0">
                <a:solidFill>
                  <a:srgbClr val="52607A"/>
                </a:solidFill>
                <a:latin typeface="Yu Gothic"/>
                <a:ea typeface="Yu Gothic"/>
                <a:cs typeface="Yu Gothic"/>
              </a:rPr>
              <a:t>機能変更はできたかもしれない</a:t>
            </a:r>
          </a:p>
        </p:txBody>
      </p:sp>
      <p:sp>
        <p:nvSpPr>
          <p:cNvPr id="20" name="">
            <a:extLst xmlns:a="http://schemas.openxmlformats.org/drawingml/2006/main">
              <a:ext uri="{FF2B5EF4-FFF2-40B4-BE49-F238E27FC236}">
                <a16:creationId xmlns:a16="http://schemas.microsoft.com/office/drawing/2014/main" id="{203B2DE7-8687-462A-89E7-9694E6016249}"/>
              </a:ext>
            </a:extLst>
          </p:cNvPr>
          <p:cNvSpPr>
            <a:spLocks xmlns:a="http://schemas.openxmlformats.org/drawingml/2006/main" noGrp="1"/>
          </p:cNvSpPr>
          <p:nvPr/>
        </p:nvSpPr>
        <p:spPr>
          <a:xfrm xmlns:a="http://schemas.openxmlformats.org/drawingml/2006/main">
            <a:off x="6858000" y="2505075"/>
            <a:ext cx="4667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2607A"/>
                </a:solidFill>
                <a:latin typeface="Yu Gothic"/>
                <a:ea typeface="Yu Gothic"/>
                <a:cs typeface="Yu Gothic"/>
              </a:defRPr>
            </a:pPr>
            <a:r>
              <a:rPr sz="1125" b="0">
                <a:solidFill>
                  <a:srgbClr val="52607A"/>
                </a:solidFill>
                <a:latin typeface="Yu Gothic"/>
                <a:ea typeface="Yu Gothic"/>
                <a:cs typeface="Yu Gothic"/>
              </a:rPr>
              <a:t>受け入れる証拠</a:t>
            </a:r>
          </a:p>
        </p:txBody>
      </p:sp>
      <p:sp>
        <p:nvSpPr>
          <p:cNvPr id="21" name="">
            <a:extLst xmlns:a="http://schemas.openxmlformats.org/drawingml/2006/main">
              <a:ext uri="{FF2B5EF4-FFF2-40B4-BE49-F238E27FC236}">
                <a16:creationId xmlns:a16="http://schemas.microsoft.com/office/drawing/2014/main" id="{73B3284F-B189-4446-A29E-B5644121986F}"/>
              </a:ext>
            </a:extLst>
          </p:cNvPr>
          <p:cNvSpPr>
            <a:spLocks xmlns:a="http://schemas.openxmlformats.org/drawingml/2006/main" noGrp="1"/>
          </p:cNvSpPr>
          <p:nvPr/>
        </p:nvSpPr>
        <p:spPr>
          <a:xfrm xmlns:a="http://schemas.openxmlformats.org/drawingml/2006/main">
            <a:off x="552450" y="2876550"/>
            <a:ext cx="11087100" cy="457200"/>
          </a:xfrm>
          <a:prstGeom xmlns:a="http://schemas.openxmlformats.org/drawingml/2006/main" prst="rect">
            <a:avLst/>
          </a:prstGeom>
          <a:solidFill xmlns:a="http://schemas.openxmlformats.org/drawingml/2006/main">
            <a:srgbClr val="FBF8F2"/>
          </a:solidFill>
          <a:ln xmlns:a="http://schemas.openxmlformats.org/drawingml/2006/main" w="9525">
            <a:solidFill>
              <a:srgbClr val="D5CEC4"/>
            </a:solidFill>
            <a:prstDash val="solid"/>
          </a:ln>
        </p:spPr>
      </p:sp>
      <p:sp>
        <p:nvSpPr>
          <p:cNvPr id="22" name="">
            <a:extLst xmlns:a="http://schemas.openxmlformats.org/drawingml/2006/main">
              <a:ext uri="{FF2B5EF4-FFF2-40B4-BE49-F238E27FC236}">
                <a16:creationId xmlns:a16="http://schemas.microsoft.com/office/drawing/2014/main" id="{FDF95C9A-7CD8-49EF-AA5C-66BAAE8B3DE6}"/>
              </a:ext>
            </a:extLst>
          </p:cNvPr>
          <p:cNvSpPr>
            <a:spLocks xmlns:a="http://schemas.openxmlformats.org/drawingml/2006/main" noGrp="1"/>
          </p:cNvSpPr>
          <p:nvPr/>
        </p:nvSpPr>
        <p:spPr>
          <a:xfrm xmlns:a="http://schemas.openxmlformats.org/drawingml/2006/main">
            <a:off x="666750" y="2962275"/>
            <a:ext cx="628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4204A"/>
                </a:solidFill>
                <a:latin typeface="Yu Gothic"/>
                <a:ea typeface="Yu Gothic"/>
                <a:cs typeface="Yu Gothic"/>
              </a:defRPr>
            </a:pPr>
            <a:r>
              <a:rPr sz="1125" b="1">
                <a:solidFill>
                  <a:srgbClr val="14204A"/>
                </a:solidFill>
                <a:latin typeface="Yu Gothic"/>
                <a:ea typeface="Yu Gothic"/>
                <a:cs typeface="Yu Gothic"/>
              </a:rPr>
              <a:t>L2</a:t>
            </a:r>
          </a:p>
        </p:txBody>
      </p:sp>
      <p:sp>
        <p:nvSpPr>
          <p:cNvPr id="23" name="">
            <a:extLst xmlns:a="http://schemas.openxmlformats.org/drawingml/2006/main">
              <a:ext uri="{FF2B5EF4-FFF2-40B4-BE49-F238E27FC236}">
                <a16:creationId xmlns:a16="http://schemas.microsoft.com/office/drawing/2014/main" id="{0CDA71B8-050E-4488-AABE-6ADA9529C1E1}"/>
              </a:ext>
            </a:extLst>
          </p:cNvPr>
          <p:cNvSpPr>
            <a:spLocks xmlns:a="http://schemas.openxmlformats.org/drawingml/2006/main" noGrp="1"/>
          </p:cNvSpPr>
          <p:nvPr/>
        </p:nvSpPr>
        <p:spPr>
          <a:xfrm xmlns:a="http://schemas.openxmlformats.org/drawingml/2006/main">
            <a:off x="1524000" y="2962275"/>
            <a:ext cx="1104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2607A"/>
                </a:solidFill>
                <a:latin typeface="Yu Gothic"/>
                <a:ea typeface="Yu Gothic"/>
                <a:cs typeface="Yu Gothic"/>
              </a:defRPr>
            </a:pPr>
            <a:r>
              <a:rPr sz="1125" b="0">
                <a:solidFill>
                  <a:srgbClr val="52607A"/>
                </a:solidFill>
                <a:latin typeface="Yu Gothic"/>
                <a:ea typeface="Yu Gothic"/>
                <a:cs typeface="Yu Gothic"/>
              </a:rPr>
              <a:t>Demo 2</a:t>
            </a:r>
          </a:p>
        </p:txBody>
      </p:sp>
      <p:sp>
        <p:nvSpPr>
          <p:cNvPr id="24" name="">
            <a:extLst xmlns:a="http://schemas.openxmlformats.org/drawingml/2006/main">
              <a:ext uri="{FF2B5EF4-FFF2-40B4-BE49-F238E27FC236}">
                <a16:creationId xmlns:a16="http://schemas.microsoft.com/office/drawing/2014/main" id="{4BAF1E4E-5519-4528-B548-23CB11B8D0D7}"/>
              </a:ext>
            </a:extLst>
          </p:cNvPr>
          <p:cNvSpPr>
            <a:spLocks xmlns:a="http://schemas.openxmlformats.org/drawingml/2006/main" noGrp="1"/>
          </p:cNvSpPr>
          <p:nvPr/>
        </p:nvSpPr>
        <p:spPr>
          <a:xfrm xmlns:a="http://schemas.openxmlformats.org/drawingml/2006/main">
            <a:off x="2857500" y="2962275"/>
            <a:ext cx="3771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2607A"/>
                </a:solidFill>
                <a:latin typeface="Yu Gothic"/>
                <a:ea typeface="Yu Gothic"/>
                <a:cs typeface="Yu Gothic"/>
              </a:defRPr>
            </a:pPr>
            <a:r>
              <a:rPr sz="1125" b="0">
                <a:solidFill>
                  <a:srgbClr val="52607A"/>
                </a:solidFill>
                <a:latin typeface="Yu Gothic"/>
                <a:ea typeface="Yu Gothic"/>
                <a:cs typeface="Yu Gothic"/>
              </a:rPr>
              <a:t>既存挙動をテストで固定</a:t>
            </a:r>
          </a:p>
        </p:txBody>
      </p:sp>
      <p:sp>
        <p:nvSpPr>
          <p:cNvPr id="25" name="">
            <a:extLst xmlns:a="http://schemas.openxmlformats.org/drawingml/2006/main">
              <a:ext uri="{FF2B5EF4-FFF2-40B4-BE49-F238E27FC236}">
                <a16:creationId xmlns:a16="http://schemas.microsoft.com/office/drawing/2014/main" id="{40FA072F-5089-45E3-A6F3-89357E1A2C17}"/>
              </a:ext>
            </a:extLst>
          </p:cNvPr>
          <p:cNvSpPr>
            <a:spLocks xmlns:a="http://schemas.openxmlformats.org/drawingml/2006/main" noGrp="1"/>
          </p:cNvSpPr>
          <p:nvPr/>
        </p:nvSpPr>
        <p:spPr>
          <a:xfrm xmlns:a="http://schemas.openxmlformats.org/drawingml/2006/main">
            <a:off x="6858000" y="2962275"/>
            <a:ext cx="4667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2607A"/>
                </a:solidFill>
                <a:latin typeface="Yu Gothic"/>
                <a:ea typeface="Yu Gothic"/>
                <a:cs typeface="Yu Gothic"/>
              </a:defRPr>
            </a:pPr>
            <a:r>
              <a:rPr sz="1125" b="0">
                <a:solidFill>
                  <a:srgbClr val="52607A"/>
                </a:solidFill>
                <a:latin typeface="Yu Gothic"/>
                <a:ea typeface="Yu Gothic"/>
                <a:cs typeface="Yu Gothic"/>
              </a:rPr>
              <a:t>構造保証、Guides、記録</a:t>
            </a:r>
          </a:p>
        </p:txBody>
      </p:sp>
      <p:sp>
        <p:nvSpPr>
          <p:cNvPr id="26" name="">
            <a:extLst xmlns:a="http://schemas.openxmlformats.org/drawingml/2006/main">
              <a:ext uri="{FF2B5EF4-FFF2-40B4-BE49-F238E27FC236}">
                <a16:creationId xmlns:a16="http://schemas.microsoft.com/office/drawing/2014/main" id="{9016CDB0-716B-4437-9A45-9FCA926F9DC4}"/>
              </a:ext>
            </a:extLst>
          </p:cNvPr>
          <p:cNvSpPr>
            <a:spLocks xmlns:a="http://schemas.openxmlformats.org/drawingml/2006/main" noGrp="1"/>
          </p:cNvSpPr>
          <p:nvPr/>
        </p:nvSpPr>
        <p:spPr>
          <a:xfrm xmlns:a="http://schemas.openxmlformats.org/drawingml/2006/main">
            <a:off x="552450" y="3333750"/>
            <a:ext cx="11087100" cy="457200"/>
          </a:xfrm>
          <a:prstGeom xmlns:a="http://schemas.openxmlformats.org/drawingml/2006/main" prst="rect">
            <a:avLst/>
          </a:prstGeom>
          <a:solidFill xmlns:a="http://schemas.openxmlformats.org/drawingml/2006/main">
            <a:srgbClr val="F3EEE7"/>
          </a:solidFill>
          <a:ln xmlns:a="http://schemas.openxmlformats.org/drawingml/2006/main" w="9525">
            <a:solidFill>
              <a:srgbClr val="D5CEC4"/>
            </a:solidFill>
            <a:prstDash val="solid"/>
          </a:ln>
        </p:spPr>
      </p:sp>
      <p:sp>
        <p:nvSpPr>
          <p:cNvPr id="27" name="">
            <a:extLst xmlns:a="http://schemas.openxmlformats.org/drawingml/2006/main">
              <a:ext uri="{FF2B5EF4-FFF2-40B4-BE49-F238E27FC236}">
                <a16:creationId xmlns:a16="http://schemas.microsoft.com/office/drawing/2014/main" id="{F341326B-FE08-4C74-B822-B26C9D70FFB0}"/>
              </a:ext>
            </a:extLst>
          </p:cNvPr>
          <p:cNvSpPr>
            <a:spLocks xmlns:a="http://schemas.openxmlformats.org/drawingml/2006/main" noGrp="1"/>
          </p:cNvSpPr>
          <p:nvPr/>
        </p:nvSpPr>
        <p:spPr>
          <a:xfrm xmlns:a="http://schemas.openxmlformats.org/drawingml/2006/main">
            <a:off x="666750" y="3419475"/>
            <a:ext cx="628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4204A"/>
                </a:solidFill>
                <a:latin typeface="Yu Gothic"/>
                <a:ea typeface="Yu Gothic"/>
                <a:cs typeface="Yu Gothic"/>
              </a:defRPr>
            </a:pPr>
            <a:r>
              <a:rPr sz="1125" b="1">
                <a:solidFill>
                  <a:srgbClr val="14204A"/>
                </a:solidFill>
                <a:latin typeface="Yu Gothic"/>
                <a:ea typeface="Yu Gothic"/>
                <a:cs typeface="Yu Gothic"/>
              </a:rPr>
              <a:t>L3</a:t>
            </a:r>
          </a:p>
        </p:txBody>
      </p:sp>
      <p:sp>
        <p:nvSpPr>
          <p:cNvPr id="28" name="">
            <a:extLst xmlns:a="http://schemas.openxmlformats.org/drawingml/2006/main">
              <a:ext uri="{FF2B5EF4-FFF2-40B4-BE49-F238E27FC236}">
                <a16:creationId xmlns:a16="http://schemas.microsoft.com/office/drawing/2014/main" id="{3E907320-8909-4811-A6C9-6C1C82B32591}"/>
              </a:ext>
            </a:extLst>
          </p:cNvPr>
          <p:cNvSpPr>
            <a:spLocks xmlns:a="http://schemas.openxmlformats.org/drawingml/2006/main" noGrp="1"/>
          </p:cNvSpPr>
          <p:nvPr/>
        </p:nvSpPr>
        <p:spPr>
          <a:xfrm xmlns:a="http://schemas.openxmlformats.org/drawingml/2006/main">
            <a:off x="1524000" y="3419475"/>
            <a:ext cx="1104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2607A"/>
                </a:solidFill>
                <a:latin typeface="Yu Gothic"/>
                <a:ea typeface="Yu Gothic"/>
                <a:cs typeface="Yu Gothic"/>
              </a:defRPr>
            </a:pPr>
            <a:r>
              <a:rPr sz="1125" b="0">
                <a:solidFill>
                  <a:srgbClr val="52607A"/>
                </a:solidFill>
                <a:latin typeface="Yu Gothic"/>
                <a:ea typeface="Yu Gothic"/>
                <a:cs typeface="Yu Gothic"/>
              </a:rPr>
              <a:t>Demo 3</a:t>
            </a:r>
          </a:p>
        </p:txBody>
      </p:sp>
      <p:sp>
        <p:nvSpPr>
          <p:cNvPr id="29" name="">
            <a:extLst xmlns:a="http://schemas.openxmlformats.org/drawingml/2006/main">
              <a:ext uri="{FF2B5EF4-FFF2-40B4-BE49-F238E27FC236}">
                <a16:creationId xmlns:a16="http://schemas.microsoft.com/office/drawing/2014/main" id="{40AF05EF-D9E6-4936-9FA1-5CF709081B98}"/>
              </a:ext>
            </a:extLst>
          </p:cNvPr>
          <p:cNvSpPr>
            <a:spLocks xmlns:a="http://schemas.openxmlformats.org/drawingml/2006/main" noGrp="1"/>
          </p:cNvSpPr>
          <p:nvPr/>
        </p:nvSpPr>
        <p:spPr>
          <a:xfrm xmlns:a="http://schemas.openxmlformats.org/drawingml/2006/main">
            <a:off x="2857500" y="3419475"/>
            <a:ext cx="3771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2607A"/>
                </a:solidFill>
                <a:latin typeface="Yu Gothic"/>
                <a:ea typeface="Yu Gothic"/>
                <a:cs typeface="Yu Gothic"/>
              </a:defRPr>
            </a:pPr>
            <a:r>
              <a:rPr sz="1125" b="0">
                <a:solidFill>
                  <a:srgbClr val="52607A"/>
                </a:solidFill>
                <a:latin typeface="Yu Gothic"/>
                <a:ea typeface="Yu Gothic"/>
                <a:cs typeface="Yu Gothic"/>
              </a:rPr>
              <a:t>送料無料policyの責務境界を検出</a:t>
            </a:r>
          </a:p>
        </p:txBody>
      </p:sp>
      <p:sp>
        <p:nvSpPr>
          <p:cNvPr id="30" name="">
            <a:extLst xmlns:a="http://schemas.openxmlformats.org/drawingml/2006/main">
              <a:ext uri="{FF2B5EF4-FFF2-40B4-BE49-F238E27FC236}">
                <a16:creationId xmlns:a16="http://schemas.microsoft.com/office/drawing/2014/main" id="{67A39015-6F8E-4894-9B12-E0B2B0DA797D}"/>
              </a:ext>
            </a:extLst>
          </p:cNvPr>
          <p:cNvSpPr>
            <a:spLocks xmlns:a="http://schemas.openxmlformats.org/drawingml/2006/main" noGrp="1"/>
          </p:cNvSpPr>
          <p:nvPr/>
        </p:nvSpPr>
        <p:spPr>
          <a:xfrm xmlns:a="http://schemas.openxmlformats.org/drawingml/2006/main">
            <a:off x="6858000" y="3419475"/>
            <a:ext cx="4667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2607A"/>
                </a:solidFill>
                <a:latin typeface="Yu Gothic"/>
                <a:ea typeface="Yu Gothic"/>
                <a:cs typeface="Yu Gothic"/>
              </a:defRPr>
            </a:pPr>
            <a:r>
              <a:rPr sz="1125" b="0">
                <a:solidFill>
                  <a:srgbClr val="52607A"/>
                </a:solidFill>
                <a:latin typeface="Yu Gothic"/>
                <a:ea typeface="Yu Gothic"/>
                <a:cs typeface="Yu Gothic"/>
              </a:rPr>
              <a:t>CR、Steering、出口</a:t>
            </a:r>
          </a:p>
        </p:txBody>
      </p:sp>
      <p:sp>
        <p:nvSpPr>
          <p:cNvPr id="31" name="">
            <a:extLst xmlns:a="http://schemas.openxmlformats.org/drawingml/2006/main">
              <a:ext uri="{FF2B5EF4-FFF2-40B4-BE49-F238E27FC236}">
                <a16:creationId xmlns:a16="http://schemas.microsoft.com/office/drawing/2014/main" id="{287E0672-824B-48E9-AB3E-FBBEA0BAC6B7}"/>
              </a:ext>
            </a:extLst>
          </p:cNvPr>
          <p:cNvSpPr>
            <a:spLocks xmlns:a="http://schemas.openxmlformats.org/drawingml/2006/main" noGrp="1"/>
          </p:cNvSpPr>
          <p:nvPr/>
        </p:nvSpPr>
        <p:spPr>
          <a:xfrm xmlns:a="http://schemas.openxmlformats.org/drawingml/2006/main">
            <a:off x="552450" y="3790950"/>
            <a:ext cx="11087100" cy="457200"/>
          </a:xfrm>
          <a:prstGeom xmlns:a="http://schemas.openxmlformats.org/drawingml/2006/main" prst="rect">
            <a:avLst/>
          </a:prstGeom>
          <a:solidFill xmlns:a="http://schemas.openxmlformats.org/drawingml/2006/main">
            <a:srgbClr val="FBF8F2"/>
          </a:solidFill>
          <a:ln xmlns:a="http://schemas.openxmlformats.org/drawingml/2006/main" w="9525">
            <a:solidFill>
              <a:srgbClr val="D5CEC4"/>
            </a:solidFill>
            <a:prstDash val="solid"/>
          </a:ln>
        </p:spPr>
      </p:sp>
      <p:sp>
        <p:nvSpPr>
          <p:cNvPr id="32" name="">
            <a:extLst xmlns:a="http://schemas.openxmlformats.org/drawingml/2006/main">
              <a:ext uri="{FF2B5EF4-FFF2-40B4-BE49-F238E27FC236}">
                <a16:creationId xmlns:a16="http://schemas.microsoft.com/office/drawing/2014/main" id="{5DB36B72-F209-4F43-8ACC-88353705BCCB}"/>
              </a:ext>
            </a:extLst>
          </p:cNvPr>
          <p:cNvSpPr>
            <a:spLocks xmlns:a="http://schemas.openxmlformats.org/drawingml/2006/main" noGrp="1"/>
          </p:cNvSpPr>
          <p:nvPr/>
        </p:nvSpPr>
        <p:spPr>
          <a:xfrm xmlns:a="http://schemas.openxmlformats.org/drawingml/2006/main">
            <a:off x="666750" y="3876675"/>
            <a:ext cx="628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4204A"/>
                </a:solidFill>
                <a:latin typeface="Yu Gothic"/>
                <a:ea typeface="Yu Gothic"/>
                <a:cs typeface="Yu Gothic"/>
              </a:defRPr>
            </a:pPr>
            <a:r>
              <a:rPr sz="1125" b="1">
                <a:solidFill>
                  <a:srgbClr val="14204A"/>
                </a:solidFill>
                <a:latin typeface="Yu Gothic"/>
                <a:ea typeface="Yu Gothic"/>
                <a:cs typeface="Yu Gothic"/>
              </a:rPr>
              <a:t>L4</a:t>
            </a:r>
          </a:p>
        </p:txBody>
      </p:sp>
      <p:sp>
        <p:nvSpPr>
          <p:cNvPr id="33" name="">
            <a:extLst xmlns:a="http://schemas.openxmlformats.org/drawingml/2006/main">
              <a:ext uri="{FF2B5EF4-FFF2-40B4-BE49-F238E27FC236}">
                <a16:creationId xmlns:a16="http://schemas.microsoft.com/office/drawing/2014/main" id="{4FAF7563-5CE9-4B09-BE8E-3976C1508A21}"/>
              </a:ext>
            </a:extLst>
          </p:cNvPr>
          <p:cNvSpPr>
            <a:spLocks xmlns:a="http://schemas.openxmlformats.org/drawingml/2006/main" noGrp="1"/>
          </p:cNvSpPr>
          <p:nvPr/>
        </p:nvSpPr>
        <p:spPr>
          <a:xfrm xmlns:a="http://schemas.openxmlformats.org/drawingml/2006/main">
            <a:off x="1524000" y="3876675"/>
            <a:ext cx="1104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2607A"/>
                </a:solidFill>
                <a:latin typeface="Yu Gothic"/>
                <a:ea typeface="Yu Gothic"/>
                <a:cs typeface="Yu Gothic"/>
              </a:defRPr>
            </a:pPr>
            <a:r>
              <a:rPr sz="1125" b="0">
                <a:solidFill>
                  <a:srgbClr val="52607A"/>
                </a:solidFill>
                <a:latin typeface="Yu Gothic"/>
                <a:ea typeface="Yu Gothic"/>
                <a:cs typeface="Yu Gothic"/>
              </a:rPr>
              <a:t>Demo 4</a:t>
            </a:r>
          </a:p>
        </p:txBody>
      </p:sp>
      <p:sp>
        <p:nvSpPr>
          <p:cNvPr id="34" name="">
            <a:extLst xmlns:a="http://schemas.openxmlformats.org/drawingml/2006/main">
              <a:ext uri="{FF2B5EF4-FFF2-40B4-BE49-F238E27FC236}">
                <a16:creationId xmlns:a16="http://schemas.microsoft.com/office/drawing/2014/main" id="{483B8AF7-0480-4FE4-849C-EE2DF27A0229}"/>
              </a:ext>
            </a:extLst>
          </p:cNvPr>
          <p:cNvSpPr>
            <a:spLocks xmlns:a="http://schemas.openxmlformats.org/drawingml/2006/main" noGrp="1"/>
          </p:cNvSpPr>
          <p:nvPr/>
        </p:nvSpPr>
        <p:spPr>
          <a:xfrm xmlns:a="http://schemas.openxmlformats.org/drawingml/2006/main">
            <a:off x="2857500" y="3876675"/>
            <a:ext cx="3771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2607A"/>
                </a:solidFill>
                <a:latin typeface="Yu Gothic"/>
                <a:ea typeface="Yu Gothic"/>
                <a:cs typeface="Yu Gothic"/>
              </a:defRPr>
            </a:pPr>
            <a:r>
              <a:rPr sz="1125" b="0">
                <a:solidFill>
                  <a:srgbClr val="52607A"/>
                </a:solidFill>
                <a:latin typeface="Yu Gothic"/>
                <a:ea typeface="Yu Gothic"/>
                <a:cs typeface="Yu Gothic"/>
              </a:rPr>
              <a:t>リリース候補としてレビュー可能</a:t>
            </a:r>
          </a:p>
        </p:txBody>
      </p:sp>
      <p:sp>
        <p:nvSpPr>
          <p:cNvPr id="35" name="">
            <a:extLst xmlns:a="http://schemas.openxmlformats.org/drawingml/2006/main">
              <a:ext uri="{FF2B5EF4-FFF2-40B4-BE49-F238E27FC236}">
                <a16:creationId xmlns:a16="http://schemas.microsoft.com/office/drawing/2014/main" id="{78AF2D7A-CC20-43B7-93E0-E4C438AB5C2A}"/>
              </a:ext>
            </a:extLst>
          </p:cNvPr>
          <p:cNvSpPr>
            <a:spLocks xmlns:a="http://schemas.openxmlformats.org/drawingml/2006/main" noGrp="1"/>
          </p:cNvSpPr>
          <p:nvPr/>
        </p:nvSpPr>
        <p:spPr>
          <a:xfrm xmlns:a="http://schemas.openxmlformats.org/drawingml/2006/main">
            <a:off x="6858000" y="3876675"/>
            <a:ext cx="4667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2607A"/>
                </a:solidFill>
                <a:latin typeface="Yu Gothic"/>
                <a:ea typeface="Yu Gothic"/>
                <a:cs typeface="Yu Gothic"/>
              </a:defRPr>
            </a:pPr>
            <a:r>
              <a:rPr sz="1125" b="0">
                <a:solidFill>
                  <a:srgbClr val="52607A"/>
                </a:solidFill>
                <a:latin typeface="Yu Gothic"/>
                <a:ea typeface="Yu Gothic"/>
                <a:cs typeface="Yu Gothic"/>
              </a:rPr>
              <a:t>CI、本番確認、運用</a:t>
            </a:r>
          </a:p>
        </p:txBody>
      </p:sp>
      <p:sp>
        <p:nvSpPr>
          <p:cNvPr id="36" name="">
            <a:extLst xmlns:a="http://schemas.openxmlformats.org/drawingml/2006/main">
              <a:ext uri="{FF2B5EF4-FFF2-40B4-BE49-F238E27FC236}">
                <a16:creationId xmlns:a16="http://schemas.microsoft.com/office/drawing/2014/main" id="{D1107B7C-AA19-463D-A504-21270D480BFB}"/>
              </a:ext>
            </a:extLst>
          </p:cNvPr>
          <p:cNvSpPr>
            <a:spLocks xmlns:a="http://schemas.openxmlformats.org/drawingml/2006/main" noGrp="1"/>
          </p:cNvSpPr>
          <p:nvPr/>
        </p:nvSpPr>
        <p:spPr>
          <a:xfrm xmlns:a="http://schemas.openxmlformats.org/drawingml/2006/main">
            <a:off x="552450" y="4248150"/>
            <a:ext cx="11087100" cy="457200"/>
          </a:xfrm>
          <a:prstGeom xmlns:a="http://schemas.openxmlformats.org/drawingml/2006/main" prst="rect">
            <a:avLst/>
          </a:prstGeom>
          <a:solidFill xmlns:a="http://schemas.openxmlformats.org/drawingml/2006/main">
            <a:srgbClr val="F3EEE7"/>
          </a:solidFill>
          <a:ln xmlns:a="http://schemas.openxmlformats.org/drawingml/2006/main" w="9525">
            <a:solidFill>
              <a:srgbClr val="D5CEC4"/>
            </a:solidFill>
            <a:prstDash val="solid"/>
          </a:ln>
        </p:spPr>
      </p:sp>
      <p:sp>
        <p:nvSpPr>
          <p:cNvPr id="37" name="">
            <a:extLst xmlns:a="http://schemas.openxmlformats.org/drawingml/2006/main">
              <a:ext uri="{FF2B5EF4-FFF2-40B4-BE49-F238E27FC236}">
                <a16:creationId xmlns:a16="http://schemas.microsoft.com/office/drawing/2014/main" id="{F221F590-742E-4594-AF3C-A6EE450DB593}"/>
              </a:ext>
            </a:extLst>
          </p:cNvPr>
          <p:cNvSpPr>
            <a:spLocks xmlns:a="http://schemas.openxmlformats.org/drawingml/2006/main" noGrp="1"/>
          </p:cNvSpPr>
          <p:nvPr/>
        </p:nvSpPr>
        <p:spPr>
          <a:xfrm xmlns:a="http://schemas.openxmlformats.org/drawingml/2006/main">
            <a:off x="666750" y="4333875"/>
            <a:ext cx="628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4204A"/>
                </a:solidFill>
                <a:latin typeface="Yu Gothic"/>
                <a:ea typeface="Yu Gothic"/>
                <a:cs typeface="Yu Gothic"/>
              </a:defRPr>
            </a:pPr>
            <a:r>
              <a:rPr sz="1125" b="1">
                <a:solidFill>
                  <a:srgbClr val="14204A"/>
                </a:solidFill>
                <a:latin typeface="Yu Gothic"/>
                <a:ea typeface="Yu Gothic"/>
                <a:cs typeface="Yu Gothic"/>
              </a:rPr>
              <a:t>L5</a:t>
            </a:r>
          </a:p>
        </p:txBody>
      </p:sp>
      <p:sp>
        <p:nvSpPr>
          <p:cNvPr id="38" name="">
            <a:extLst xmlns:a="http://schemas.openxmlformats.org/drawingml/2006/main">
              <a:ext uri="{FF2B5EF4-FFF2-40B4-BE49-F238E27FC236}">
                <a16:creationId xmlns:a16="http://schemas.microsoft.com/office/drawing/2014/main" id="{BF747FFC-BCDE-4A16-85B8-FD4353768F1C}"/>
              </a:ext>
            </a:extLst>
          </p:cNvPr>
          <p:cNvSpPr>
            <a:spLocks xmlns:a="http://schemas.openxmlformats.org/drawingml/2006/main" noGrp="1"/>
          </p:cNvSpPr>
          <p:nvPr/>
        </p:nvSpPr>
        <p:spPr>
          <a:xfrm xmlns:a="http://schemas.openxmlformats.org/drawingml/2006/main">
            <a:off x="1524000" y="4333875"/>
            <a:ext cx="1104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2607A"/>
                </a:solidFill>
                <a:latin typeface="Yu Gothic"/>
                <a:ea typeface="Yu Gothic"/>
                <a:cs typeface="Yu Gothic"/>
              </a:defRPr>
            </a:pPr>
            <a:r>
              <a:rPr sz="1125" b="0">
                <a:solidFill>
                  <a:srgbClr val="52607A"/>
                </a:solidFill>
                <a:latin typeface="Yu Gothic"/>
                <a:ea typeface="Yu Gothic"/>
                <a:cs typeface="Yu Gothic"/>
              </a:rPr>
              <a:t>Demo 5</a:t>
            </a:r>
          </a:p>
        </p:txBody>
      </p:sp>
      <p:sp>
        <p:nvSpPr>
          <p:cNvPr id="39" name="">
            <a:extLst xmlns:a="http://schemas.openxmlformats.org/drawingml/2006/main">
              <a:ext uri="{FF2B5EF4-FFF2-40B4-BE49-F238E27FC236}">
                <a16:creationId xmlns:a16="http://schemas.microsoft.com/office/drawing/2014/main" id="{FF06686E-5D58-4AC4-8408-3F4333FE7FE6}"/>
              </a:ext>
            </a:extLst>
          </p:cNvPr>
          <p:cNvSpPr>
            <a:spLocks xmlns:a="http://schemas.openxmlformats.org/drawingml/2006/main" noGrp="1"/>
          </p:cNvSpPr>
          <p:nvPr/>
        </p:nvSpPr>
        <p:spPr>
          <a:xfrm xmlns:a="http://schemas.openxmlformats.org/drawingml/2006/main">
            <a:off x="2857500" y="4333875"/>
            <a:ext cx="3771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2607A"/>
                </a:solidFill>
                <a:latin typeface="Yu Gothic"/>
                <a:ea typeface="Yu Gothic"/>
                <a:cs typeface="Yu Gothic"/>
              </a:defRPr>
            </a:pPr>
            <a:r>
              <a:rPr sz="1125" b="0">
                <a:solidFill>
                  <a:srgbClr val="52607A"/>
                </a:solidFill>
                <a:latin typeface="Yu Gothic"/>
                <a:ea typeface="Yu Gothic"/>
                <a:cs typeface="Yu Gothic"/>
              </a:rPr>
              <a:t>途中介入を減らせる</a:t>
            </a:r>
          </a:p>
        </p:txBody>
      </p:sp>
      <p:sp>
        <p:nvSpPr>
          <p:cNvPr id="40" name="">
            <a:extLst xmlns:a="http://schemas.openxmlformats.org/drawingml/2006/main">
              <a:ext uri="{FF2B5EF4-FFF2-40B4-BE49-F238E27FC236}">
                <a16:creationId xmlns:a16="http://schemas.microsoft.com/office/drawing/2014/main" id="{0812D8EB-DCD4-4558-93AD-EB9B6B2718E8}"/>
              </a:ext>
            </a:extLst>
          </p:cNvPr>
          <p:cNvSpPr>
            <a:spLocks xmlns:a="http://schemas.openxmlformats.org/drawingml/2006/main" noGrp="1"/>
          </p:cNvSpPr>
          <p:nvPr/>
        </p:nvSpPr>
        <p:spPr>
          <a:xfrm xmlns:a="http://schemas.openxmlformats.org/drawingml/2006/main">
            <a:off x="6858000" y="4333875"/>
            <a:ext cx="4667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2607A"/>
                </a:solidFill>
                <a:latin typeface="Yu Gothic"/>
                <a:ea typeface="Yu Gothic"/>
                <a:cs typeface="Yu Gothic"/>
              </a:defRPr>
            </a:pPr>
            <a:r>
              <a:rPr sz="1125" b="0">
                <a:solidFill>
                  <a:srgbClr val="52607A"/>
                </a:solidFill>
                <a:latin typeface="Yu Gothic"/>
                <a:ea typeface="Yu Gothic"/>
                <a:cs typeface="Yu Gothic"/>
              </a:rPr>
              <a:t>センサー成熟、停止条件</a:t>
            </a:r>
          </a:p>
        </p:txBody>
      </p:sp>
    </p:spTree>
    <p:extLst>
      <p:ext uri="{BB962C8B-B14F-4D97-AF65-F5344CB8AC3E}">
        <p14:creationId xmlns:p14="http://schemas.microsoft.com/office/powerpoint/2010/main" val="1640039808"/>
      </p:ext>
    </p:extLst>
  </p:cSld>
</p:sld>
</file>

<file path=ppt/slides/slide13.xml><?xml version="1.0" encoding="utf-8"?>
<p:sld xmlns:p="http://schemas.openxmlformats.org/presentationml/2006/main">
  <p:cSld>
    <p:bg>
      <p:bgPr>
        <a:solidFill xmlns:a="http://schemas.openxmlformats.org/drawingml/2006/main">
          <a:srgbClr val="ECE7E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AC0A97F-3834-420D-AB64-08BC7070E48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245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2AA1048-7997-4D31-8AA2-41FCFF428DFD}"/>
              </a:ext>
            </a:extLst>
          </p:cNvPr>
          <p:cNvSpPr>
            <a:spLocks xmlns:a="http://schemas.openxmlformats.org/drawingml/2006/main" noGrp="1"/>
          </p:cNvSpPr>
          <p:nvPr/>
        </p:nvSpPr>
        <p:spPr>
          <a:xfrm xmlns:a="http://schemas.openxmlformats.org/drawingml/2006/main">
            <a:off x="514350" y="400050"/>
            <a:ext cx="76200" cy="266700"/>
          </a:xfrm>
          <a:prstGeom xmlns:a="http://schemas.openxmlformats.org/drawingml/2006/main" prst="rect">
            <a:avLst/>
          </a:prstGeom>
          <a:solidFill xmlns:a="http://schemas.openxmlformats.org/drawingml/2006/main">
            <a:srgbClr val="33824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D89EE94-7B06-46E4-B425-E44CB1695D6C}"/>
              </a:ext>
            </a:extLst>
          </p:cNvPr>
          <p:cNvSpPr>
            <a:spLocks xmlns:a="http://schemas.openxmlformats.org/drawingml/2006/main" noGrp="1"/>
          </p:cNvSpPr>
          <p:nvPr/>
        </p:nvSpPr>
        <p:spPr>
          <a:xfrm xmlns:a="http://schemas.openxmlformats.org/drawingml/2006/main">
            <a:off x="704850" y="381000"/>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33824A"/>
                </a:solidFill>
                <a:latin typeface="Yu Gothic"/>
                <a:ea typeface="Yu Gothic"/>
                <a:cs typeface="Yu Gothic"/>
              </a:defRPr>
            </a:pPr>
            <a:r>
              <a:rPr sz="975" b="1">
                <a:solidFill>
                  <a:srgbClr val="33824A"/>
                </a:solidFill>
                <a:latin typeface="Yu Gothic"/>
                <a:ea typeface="Yu Gothic"/>
                <a:cs typeface="Yu Gothic"/>
              </a:rPr>
              <a:t>STARTING POINT</a:t>
            </a:r>
          </a:p>
        </p:txBody>
      </p:sp>
      <p:sp>
        <p:nvSpPr>
          <p:cNvPr id="4" name="">
            <a:extLst xmlns:a="http://schemas.openxmlformats.org/drawingml/2006/main">
              <a:ext uri="{FF2B5EF4-FFF2-40B4-BE49-F238E27FC236}">
                <a16:creationId xmlns:a16="http://schemas.microsoft.com/office/drawing/2014/main" id="{DF73BCA7-F4E3-4F74-800A-34446029909C}"/>
              </a:ext>
            </a:extLst>
          </p:cNvPr>
          <p:cNvSpPr>
            <a:spLocks xmlns:a="http://schemas.openxmlformats.org/drawingml/2006/main" noGrp="1"/>
          </p:cNvSpPr>
          <p:nvPr/>
        </p:nvSpPr>
        <p:spPr>
          <a:xfrm xmlns:a="http://schemas.openxmlformats.org/drawingml/2006/main">
            <a:off x="533400" y="857250"/>
            <a:ext cx="1000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72452"/>
                </a:solidFill>
                <a:latin typeface="Yu Gothic"/>
                <a:ea typeface="Yu Gothic"/>
                <a:cs typeface="Yu Gothic"/>
              </a:defRPr>
            </a:pPr>
            <a:r>
              <a:rPr sz="2700" b="1">
                <a:solidFill>
                  <a:srgbClr val="172452"/>
                </a:solidFill>
                <a:latin typeface="Yu Gothic"/>
                <a:ea typeface="Yu Gothic"/>
                <a:cs typeface="Yu Gothic"/>
              </a:rPr>
              <a:t>デモ題材と開始時点の不足物</a:t>
            </a:r>
          </a:p>
        </p:txBody>
      </p:sp>
      <p:sp>
        <p:nvSpPr>
          <p:cNvPr id="5" name="">
            <a:extLst xmlns:a="http://schemas.openxmlformats.org/drawingml/2006/main">
              <a:ext uri="{FF2B5EF4-FFF2-40B4-BE49-F238E27FC236}">
                <a16:creationId xmlns:a16="http://schemas.microsoft.com/office/drawing/2014/main" id="{51C2E89E-4C88-4A22-8B12-649C9AA9C499}"/>
              </a:ext>
            </a:extLst>
          </p:cNvPr>
          <p:cNvSpPr>
            <a:spLocks xmlns:a="http://schemas.openxmlformats.org/drawingml/2006/main" noGrp="1"/>
          </p:cNvSpPr>
          <p:nvPr/>
        </p:nvSpPr>
        <p:spPr>
          <a:xfrm xmlns:a="http://schemas.openxmlformats.org/drawingml/2006/main">
            <a:off x="11125200" y="632460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52607A"/>
                </a:solidFill>
                <a:latin typeface="Yu Gothic"/>
                <a:ea typeface="Yu Gothic"/>
                <a:cs typeface="Yu Gothic"/>
              </a:defRPr>
            </a:pPr>
            <a:r>
              <a:rPr sz="900" b="0">
                <a:solidFill>
                  <a:srgbClr val="52607A"/>
                </a:solidFill>
                <a:latin typeface="Yu Gothic"/>
                <a:ea typeface="Yu Gothic"/>
                <a:cs typeface="Yu Gothic"/>
              </a:rPr>
              <a:t>13</a:t>
            </a:r>
          </a:p>
        </p:txBody>
      </p:sp>
      <p:sp>
        <p:nvSpPr>
          <p:cNvPr id="6" name="">
            <a:extLst xmlns:a="http://schemas.openxmlformats.org/drawingml/2006/main">
              <a:ext uri="{FF2B5EF4-FFF2-40B4-BE49-F238E27FC236}">
                <a16:creationId xmlns:a16="http://schemas.microsoft.com/office/drawing/2014/main" id="{95FA12D4-A8F0-441D-8070-6B4FFF89E4F2}"/>
              </a:ext>
            </a:extLst>
          </p:cNvPr>
          <p:cNvSpPr>
            <a:spLocks xmlns:a="http://schemas.openxmlformats.org/drawingml/2006/main" noGrp="1"/>
          </p:cNvSpPr>
          <p:nvPr/>
        </p:nvSpPr>
        <p:spPr>
          <a:xfrm xmlns:a="http://schemas.openxmlformats.org/drawingml/2006/main">
            <a:off x="723900" y="1657350"/>
            <a:ext cx="5334000" cy="2476500"/>
          </a:xfrm>
          <a:prstGeom xmlns:a="http://schemas.openxmlformats.org/drawingml/2006/main" prst="rect">
            <a:avLst/>
          </a:prstGeom>
          <a:solidFill xmlns:a="http://schemas.openxmlformats.org/drawingml/2006/main">
            <a:srgbClr val="172452"/>
          </a:solidFill>
          <a:ln xmlns:a="http://schemas.openxmlformats.org/drawingml/2006/main" w="9525">
            <a:solidFill>
              <a:srgbClr val="172452"/>
            </a:solidFill>
            <a:prstDash val="solid"/>
          </a:ln>
        </p:spPr>
      </p:sp>
      <p:sp>
        <p:nvSpPr>
          <p:cNvPr id="7" name="">
            <a:extLst xmlns:a="http://schemas.openxmlformats.org/drawingml/2006/main">
              <a:ext uri="{FF2B5EF4-FFF2-40B4-BE49-F238E27FC236}">
                <a16:creationId xmlns:a16="http://schemas.microsoft.com/office/drawing/2014/main" id="{74E860EC-88CA-45B3-AAAE-04B60D0CEB8D}"/>
              </a:ext>
            </a:extLst>
          </p:cNvPr>
          <p:cNvSpPr>
            <a:spLocks xmlns:a="http://schemas.openxmlformats.org/drawingml/2006/main" noGrp="1"/>
          </p:cNvSpPr>
          <p:nvPr/>
        </p:nvSpPr>
        <p:spPr>
          <a:xfrm xmlns:a="http://schemas.openxmlformats.org/drawingml/2006/main">
            <a:off x="933450" y="1847850"/>
            <a:ext cx="49149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8FAFC"/>
                </a:solidFill>
                <a:latin typeface="Menlo"/>
                <a:ea typeface="Menlo"/>
                <a:cs typeface="Menlo"/>
              </a:defRPr>
            </a:pPr>
            <a:r>
              <a:rPr sz="1350" b="0">
                <a:solidFill>
                  <a:srgbClr val="F8FAFC"/>
                </a:solidFill>
                <a:latin typeface="Menlo"/>
                <a:ea typeface="Menlo"/>
                <a:cs typeface="Menlo"/>
              </a:rPr>
              <a:t>project/</a:t>
            </a:r>
          </a:p>
          <a:p xmlns:a="http://schemas.openxmlformats.org/drawingml/2006/main">
            <a:pPr algn="l">
              <a:defRPr sz="1350" b="0">
                <a:solidFill>
                  <a:srgbClr val="F8FAFC"/>
                </a:solidFill>
                <a:latin typeface="Menlo"/>
                <a:ea typeface="Menlo"/>
                <a:cs typeface="Menlo"/>
              </a:defRPr>
            </a:pPr>
            <a:r>
              <a:rPr sz="1350" b="0">
                <a:solidFill>
                  <a:srgbClr val="F8FAFC"/>
                </a:solidFill>
                <a:latin typeface="Menlo"/>
                <a:ea typeface="Menlo"/>
                <a:cs typeface="Menlo"/>
              </a:rPr>
              <a:t>  src/controllers/orderController.js</a:t>
            </a:r>
          </a:p>
          <a:p xmlns:a="http://schemas.openxmlformats.org/drawingml/2006/main">
            <a:pPr algn="l">
              <a:defRPr sz="1350" b="0">
                <a:solidFill>
                  <a:srgbClr val="F8FAFC"/>
                </a:solidFill>
                <a:latin typeface="Menlo"/>
                <a:ea typeface="Menlo"/>
                <a:cs typeface="Menlo"/>
              </a:defRPr>
            </a:pPr>
            <a:r>
              <a:rPr sz="1350" b="0">
                <a:solidFill>
                  <a:srgbClr val="F8FAFC"/>
                </a:solidFill>
                <a:latin typeface="Menlo"/>
                <a:ea typeface="Menlo"/>
                <a:cs typeface="Menlo"/>
              </a:rPr>
              <a:t>  src/services/orderEstimateService.js</a:t>
            </a:r>
          </a:p>
          <a:p xmlns:a="http://schemas.openxmlformats.org/drawingml/2006/main">
            <a:pPr algn="l">
              <a:defRPr sz="1350" b="0">
                <a:solidFill>
                  <a:srgbClr val="F8FAFC"/>
                </a:solidFill>
                <a:latin typeface="Menlo"/>
                <a:ea typeface="Menlo"/>
                <a:cs typeface="Menlo"/>
              </a:defRPr>
            </a:pPr>
            <a:r>
              <a:rPr sz="1350" b="0">
                <a:solidFill>
                  <a:srgbClr val="F8FAFC"/>
                </a:solidFill>
                <a:latin typeface="Menlo"/>
                <a:ea typeface="Menlo"/>
                <a:cs typeface="Menlo"/>
              </a:rPr>
              <a:t>  src/services/promotionService.js   # threshold重複</a:t>
            </a:r>
          </a:p>
          <a:p xmlns:a="http://schemas.openxmlformats.org/drawingml/2006/main">
            <a:pPr algn="l">
              <a:defRPr sz="1350" b="0">
                <a:solidFill>
                  <a:srgbClr val="F8FAFC"/>
                </a:solidFill>
                <a:latin typeface="Menlo"/>
                <a:ea typeface="Menlo"/>
                <a:cs typeface="Menlo"/>
              </a:defRPr>
            </a:pPr>
            <a:r>
              <a:rPr sz="1350" b="0">
                <a:solidFill>
                  <a:srgbClr val="F8FAFC"/>
                </a:solidFill>
                <a:latin typeface="Menlo"/>
                <a:ea typeface="Menlo"/>
                <a:cs typeface="Menlo"/>
              </a:rPr>
              <a:t>  src/config/pricing.js              # threshold定義</a:t>
            </a:r>
          </a:p>
          <a:p xmlns:a="http://schemas.openxmlformats.org/drawingml/2006/main">
            <a:pPr algn="l">
              <a:defRPr sz="1350" b="0">
                <a:solidFill>
                  <a:srgbClr val="F8FAFC"/>
                </a:solidFill>
                <a:latin typeface="Menlo"/>
                <a:ea typeface="Menlo"/>
                <a:cs typeface="Menlo"/>
              </a:defRPr>
            </a:pPr>
            <a:r>
              <a:rPr sz="1350" b="0">
                <a:solidFill>
                  <a:srgbClr val="F8FAFC"/>
                </a:solidFill>
                <a:latin typeface="Menlo"/>
                <a:ea typeface="Menlo"/>
                <a:cs typeface="Menlo"/>
              </a:rPr>
              <a:t>  docs/specs/order-estimate.md       # 3,000円の古い記述</a:t>
            </a:r>
          </a:p>
        </p:txBody>
      </p:sp>
      <p:sp>
        <p:nvSpPr>
          <p:cNvPr id="8" name="">
            <a:extLst xmlns:a="http://schemas.openxmlformats.org/drawingml/2006/main">
              <a:ext uri="{FF2B5EF4-FFF2-40B4-BE49-F238E27FC236}">
                <a16:creationId xmlns:a16="http://schemas.microsoft.com/office/drawing/2014/main" id="{B7E293BB-9633-4191-99AD-0B9879069FF3}"/>
              </a:ext>
            </a:extLst>
          </p:cNvPr>
          <p:cNvSpPr>
            <a:spLocks xmlns:a="http://schemas.openxmlformats.org/drawingml/2006/main" noGrp="1"/>
          </p:cNvSpPr>
          <p:nvPr/>
        </p:nvSpPr>
        <p:spPr>
          <a:xfrm xmlns:a="http://schemas.openxmlformats.org/drawingml/2006/main">
            <a:off x="6515100" y="1657350"/>
            <a:ext cx="4762500" cy="400050"/>
          </a:xfrm>
          <a:prstGeom xmlns:a="http://schemas.openxmlformats.org/drawingml/2006/main" prst="rect">
            <a:avLst/>
          </a:prstGeom>
          <a:solidFill xmlns:a="http://schemas.openxmlformats.org/drawingml/2006/main">
            <a:srgbClr val="172452"/>
          </a:solidFill>
          <a:ln xmlns:a="http://schemas.openxmlformats.org/drawingml/2006/main" w="9525">
            <a:solidFill>
              <a:srgbClr val="172452"/>
            </a:solidFill>
            <a:prstDash val="solid"/>
          </a:ln>
        </p:spPr>
      </p:sp>
      <p:sp>
        <p:nvSpPr>
          <p:cNvPr id="9" name="">
            <a:extLst xmlns:a="http://schemas.openxmlformats.org/drawingml/2006/main">
              <a:ext uri="{FF2B5EF4-FFF2-40B4-BE49-F238E27FC236}">
                <a16:creationId xmlns:a16="http://schemas.microsoft.com/office/drawing/2014/main" id="{46681F97-89F9-4DD0-A723-271860233573}"/>
              </a:ext>
            </a:extLst>
          </p:cNvPr>
          <p:cNvSpPr>
            <a:spLocks xmlns:a="http://schemas.openxmlformats.org/drawingml/2006/main" noGrp="1"/>
          </p:cNvSpPr>
          <p:nvPr/>
        </p:nvSpPr>
        <p:spPr>
          <a:xfrm xmlns:a="http://schemas.openxmlformats.org/drawingml/2006/main">
            <a:off x="6629400" y="1743075"/>
            <a:ext cx="2247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FFFFF"/>
                </a:solidFill>
                <a:latin typeface="Yu Gothic"/>
                <a:ea typeface="Yu Gothic"/>
                <a:cs typeface="Yu Gothic"/>
              </a:defRPr>
            </a:pPr>
            <a:r>
              <a:rPr sz="1200" b="1">
                <a:solidFill>
                  <a:srgbClr val="FFFFFF"/>
                </a:solidFill>
                <a:latin typeface="Yu Gothic"/>
                <a:ea typeface="Yu Gothic"/>
                <a:cs typeface="Yu Gothic"/>
              </a:rPr>
              <a:t>観点</a:t>
            </a:r>
          </a:p>
        </p:txBody>
      </p:sp>
      <p:sp>
        <p:nvSpPr>
          <p:cNvPr id="10" name="">
            <a:extLst xmlns:a="http://schemas.openxmlformats.org/drawingml/2006/main">
              <a:ext uri="{FF2B5EF4-FFF2-40B4-BE49-F238E27FC236}">
                <a16:creationId xmlns:a16="http://schemas.microsoft.com/office/drawing/2014/main" id="{2388BF87-34C7-4268-8C9A-0DC21B3FF202}"/>
              </a:ext>
            </a:extLst>
          </p:cNvPr>
          <p:cNvSpPr>
            <a:spLocks xmlns:a="http://schemas.openxmlformats.org/drawingml/2006/main" noGrp="1"/>
          </p:cNvSpPr>
          <p:nvPr/>
        </p:nvSpPr>
        <p:spPr>
          <a:xfrm xmlns:a="http://schemas.openxmlformats.org/drawingml/2006/main">
            <a:off x="9105900" y="1743075"/>
            <a:ext cx="2057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FFFFF"/>
                </a:solidFill>
                <a:latin typeface="Yu Gothic"/>
                <a:ea typeface="Yu Gothic"/>
                <a:cs typeface="Yu Gothic"/>
              </a:defRPr>
            </a:pPr>
            <a:r>
              <a:rPr sz="1200" b="1">
                <a:solidFill>
                  <a:srgbClr val="FFFFFF"/>
                </a:solidFill>
                <a:latin typeface="Yu Gothic"/>
                <a:ea typeface="Yu Gothic"/>
                <a:cs typeface="Yu Gothic"/>
              </a:rPr>
              <a:t>開始時点</a:t>
            </a:r>
          </a:p>
        </p:txBody>
      </p:sp>
      <p:sp>
        <p:nvSpPr>
          <p:cNvPr id="11" name="">
            <a:extLst xmlns:a="http://schemas.openxmlformats.org/drawingml/2006/main">
              <a:ext uri="{FF2B5EF4-FFF2-40B4-BE49-F238E27FC236}">
                <a16:creationId xmlns:a16="http://schemas.microsoft.com/office/drawing/2014/main" id="{13B32681-5921-4FFE-8B78-31FB58A12A60}"/>
              </a:ext>
            </a:extLst>
          </p:cNvPr>
          <p:cNvSpPr>
            <a:spLocks xmlns:a="http://schemas.openxmlformats.org/drawingml/2006/main" noGrp="1"/>
          </p:cNvSpPr>
          <p:nvPr/>
        </p:nvSpPr>
        <p:spPr>
          <a:xfrm xmlns:a="http://schemas.openxmlformats.org/drawingml/2006/main">
            <a:off x="6515100" y="2057400"/>
            <a:ext cx="4762500" cy="400050"/>
          </a:xfrm>
          <a:prstGeom xmlns:a="http://schemas.openxmlformats.org/drawingml/2006/main" prst="rect">
            <a:avLst/>
          </a:prstGeom>
          <a:solidFill xmlns:a="http://schemas.openxmlformats.org/drawingml/2006/main">
            <a:srgbClr val="FBF8F2"/>
          </a:solidFill>
          <a:ln xmlns:a="http://schemas.openxmlformats.org/drawingml/2006/main" w="9525">
            <a:solidFill>
              <a:srgbClr val="D5CEC4"/>
            </a:solidFill>
            <a:prstDash val="solid"/>
          </a:ln>
        </p:spPr>
      </p:sp>
      <p:sp>
        <p:nvSpPr>
          <p:cNvPr id="12" name="">
            <a:extLst xmlns:a="http://schemas.openxmlformats.org/drawingml/2006/main">
              <a:ext uri="{FF2B5EF4-FFF2-40B4-BE49-F238E27FC236}">
                <a16:creationId xmlns:a16="http://schemas.microsoft.com/office/drawing/2014/main" id="{C1A93A3B-32C6-474C-BDB4-6FABB750E96C}"/>
              </a:ext>
            </a:extLst>
          </p:cNvPr>
          <p:cNvSpPr>
            <a:spLocks xmlns:a="http://schemas.openxmlformats.org/drawingml/2006/main" noGrp="1"/>
          </p:cNvSpPr>
          <p:nvPr/>
        </p:nvSpPr>
        <p:spPr>
          <a:xfrm xmlns:a="http://schemas.openxmlformats.org/drawingml/2006/main">
            <a:off x="6629400" y="2143125"/>
            <a:ext cx="2247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4204A"/>
                </a:solidFill>
                <a:latin typeface="Yu Gothic"/>
                <a:ea typeface="Yu Gothic"/>
                <a:cs typeface="Yu Gothic"/>
              </a:defRPr>
            </a:pPr>
            <a:r>
              <a:rPr sz="1200" b="1">
                <a:solidFill>
                  <a:srgbClr val="14204A"/>
                </a:solidFill>
                <a:latin typeface="Yu Gothic"/>
                <a:ea typeface="Yu Gothic"/>
                <a:cs typeface="Yu Gothic"/>
              </a:rPr>
              <a:t>既存挙動の固定</a:t>
            </a:r>
          </a:p>
        </p:txBody>
      </p:sp>
      <p:sp>
        <p:nvSpPr>
          <p:cNvPr id="13" name="">
            <a:extLst xmlns:a="http://schemas.openxmlformats.org/drawingml/2006/main">
              <a:ext uri="{FF2B5EF4-FFF2-40B4-BE49-F238E27FC236}">
                <a16:creationId xmlns:a16="http://schemas.microsoft.com/office/drawing/2014/main" id="{E3AAFF53-5549-4295-9549-3A61BFBBAFA2}"/>
              </a:ext>
            </a:extLst>
          </p:cNvPr>
          <p:cNvSpPr>
            <a:spLocks xmlns:a="http://schemas.openxmlformats.org/drawingml/2006/main" noGrp="1"/>
          </p:cNvSpPr>
          <p:nvPr/>
        </p:nvSpPr>
        <p:spPr>
          <a:xfrm xmlns:a="http://schemas.openxmlformats.org/drawingml/2006/main">
            <a:off x="9105900" y="2143125"/>
            <a:ext cx="2057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2607A"/>
                </a:solidFill>
                <a:latin typeface="Yu Gothic"/>
                <a:ea typeface="Yu Gothic"/>
                <a:cs typeface="Yu Gothic"/>
              </a:defRPr>
            </a:pPr>
            <a:r>
              <a:rPr sz="1200" b="0">
                <a:solidFill>
                  <a:srgbClr val="52607A"/>
                </a:solidFill>
                <a:latin typeface="Yu Gothic"/>
                <a:ea typeface="Yu Gothic"/>
                <a:cs typeface="Yu Gothic"/>
              </a:rPr>
              <a:t>ない</a:t>
            </a:r>
          </a:p>
        </p:txBody>
      </p:sp>
      <p:sp>
        <p:nvSpPr>
          <p:cNvPr id="14" name="">
            <a:extLst xmlns:a="http://schemas.openxmlformats.org/drawingml/2006/main">
              <a:ext uri="{FF2B5EF4-FFF2-40B4-BE49-F238E27FC236}">
                <a16:creationId xmlns:a16="http://schemas.microsoft.com/office/drawing/2014/main" id="{E32C58AD-450C-4B82-84AB-1F42FBE043D9}"/>
              </a:ext>
            </a:extLst>
          </p:cNvPr>
          <p:cNvSpPr>
            <a:spLocks xmlns:a="http://schemas.openxmlformats.org/drawingml/2006/main" noGrp="1"/>
          </p:cNvSpPr>
          <p:nvPr/>
        </p:nvSpPr>
        <p:spPr>
          <a:xfrm xmlns:a="http://schemas.openxmlformats.org/drawingml/2006/main">
            <a:off x="6515100" y="2457450"/>
            <a:ext cx="4762500" cy="400050"/>
          </a:xfrm>
          <a:prstGeom xmlns:a="http://schemas.openxmlformats.org/drawingml/2006/main" prst="rect">
            <a:avLst/>
          </a:prstGeom>
          <a:solidFill xmlns:a="http://schemas.openxmlformats.org/drawingml/2006/main">
            <a:srgbClr val="F3EEE7"/>
          </a:solidFill>
          <a:ln xmlns:a="http://schemas.openxmlformats.org/drawingml/2006/main" w="9525">
            <a:solidFill>
              <a:srgbClr val="D5CEC4"/>
            </a:solidFill>
            <a:prstDash val="solid"/>
          </a:ln>
        </p:spPr>
      </p:sp>
      <p:sp>
        <p:nvSpPr>
          <p:cNvPr id="15" name="">
            <a:extLst xmlns:a="http://schemas.openxmlformats.org/drawingml/2006/main">
              <a:ext uri="{FF2B5EF4-FFF2-40B4-BE49-F238E27FC236}">
                <a16:creationId xmlns:a16="http://schemas.microsoft.com/office/drawing/2014/main" id="{E208D73E-879F-488E-BA05-DF7FBEFB522F}"/>
              </a:ext>
            </a:extLst>
          </p:cNvPr>
          <p:cNvSpPr>
            <a:spLocks xmlns:a="http://schemas.openxmlformats.org/drawingml/2006/main" noGrp="1"/>
          </p:cNvSpPr>
          <p:nvPr/>
        </p:nvSpPr>
        <p:spPr>
          <a:xfrm xmlns:a="http://schemas.openxmlformats.org/drawingml/2006/main">
            <a:off x="6629400" y="2543175"/>
            <a:ext cx="2247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4204A"/>
                </a:solidFill>
                <a:latin typeface="Yu Gothic"/>
                <a:ea typeface="Yu Gothic"/>
                <a:cs typeface="Yu Gothic"/>
              </a:defRPr>
            </a:pPr>
            <a:r>
              <a:rPr sz="1200" b="1">
                <a:solidFill>
                  <a:srgbClr val="14204A"/>
                </a:solidFill>
                <a:latin typeface="Yu Gothic"/>
                <a:ea typeface="Yu Gothic"/>
                <a:cs typeface="Yu Gothic"/>
              </a:rPr>
              <a:t>新仕様の受け入れ条件</a:t>
            </a:r>
          </a:p>
        </p:txBody>
      </p:sp>
      <p:sp>
        <p:nvSpPr>
          <p:cNvPr id="16" name="">
            <a:extLst xmlns:a="http://schemas.openxmlformats.org/drawingml/2006/main">
              <a:ext uri="{FF2B5EF4-FFF2-40B4-BE49-F238E27FC236}">
                <a16:creationId xmlns:a16="http://schemas.microsoft.com/office/drawing/2014/main" id="{C4B2C73A-F381-492F-B973-0A590F6889F6}"/>
              </a:ext>
            </a:extLst>
          </p:cNvPr>
          <p:cNvSpPr>
            <a:spLocks xmlns:a="http://schemas.openxmlformats.org/drawingml/2006/main" noGrp="1"/>
          </p:cNvSpPr>
          <p:nvPr/>
        </p:nvSpPr>
        <p:spPr>
          <a:xfrm xmlns:a="http://schemas.openxmlformats.org/drawingml/2006/main">
            <a:off x="9105900" y="2543175"/>
            <a:ext cx="2057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2607A"/>
                </a:solidFill>
                <a:latin typeface="Yu Gothic"/>
                <a:ea typeface="Yu Gothic"/>
                <a:cs typeface="Yu Gothic"/>
              </a:defRPr>
            </a:pPr>
            <a:r>
              <a:rPr sz="1200" b="0">
                <a:solidFill>
                  <a:srgbClr val="52607A"/>
                </a:solidFill>
                <a:latin typeface="Yu Gothic"/>
                <a:ea typeface="Yu Gothic"/>
                <a:cs typeface="Yu Gothic"/>
              </a:rPr>
              <a:t>ない</a:t>
            </a:r>
          </a:p>
        </p:txBody>
      </p:sp>
      <p:sp>
        <p:nvSpPr>
          <p:cNvPr id="17" name="">
            <a:extLst xmlns:a="http://schemas.openxmlformats.org/drawingml/2006/main">
              <a:ext uri="{FF2B5EF4-FFF2-40B4-BE49-F238E27FC236}">
                <a16:creationId xmlns:a16="http://schemas.microsoft.com/office/drawing/2014/main" id="{BF476739-0D7A-40AD-A8D0-62EA849B8F73}"/>
              </a:ext>
            </a:extLst>
          </p:cNvPr>
          <p:cNvSpPr>
            <a:spLocks xmlns:a="http://schemas.openxmlformats.org/drawingml/2006/main" noGrp="1"/>
          </p:cNvSpPr>
          <p:nvPr/>
        </p:nvSpPr>
        <p:spPr>
          <a:xfrm xmlns:a="http://schemas.openxmlformats.org/drawingml/2006/main">
            <a:off x="6515100" y="2857500"/>
            <a:ext cx="4762500" cy="400050"/>
          </a:xfrm>
          <a:prstGeom xmlns:a="http://schemas.openxmlformats.org/drawingml/2006/main" prst="rect">
            <a:avLst/>
          </a:prstGeom>
          <a:solidFill xmlns:a="http://schemas.openxmlformats.org/drawingml/2006/main">
            <a:srgbClr val="FBF8F2"/>
          </a:solidFill>
          <a:ln xmlns:a="http://schemas.openxmlformats.org/drawingml/2006/main" w="9525">
            <a:solidFill>
              <a:srgbClr val="D5CEC4"/>
            </a:solidFill>
            <a:prstDash val="solid"/>
          </a:ln>
        </p:spPr>
      </p:sp>
      <p:sp>
        <p:nvSpPr>
          <p:cNvPr id="18" name="">
            <a:extLst xmlns:a="http://schemas.openxmlformats.org/drawingml/2006/main">
              <a:ext uri="{FF2B5EF4-FFF2-40B4-BE49-F238E27FC236}">
                <a16:creationId xmlns:a16="http://schemas.microsoft.com/office/drawing/2014/main" id="{E099817F-D43A-4313-AEFE-89866E5A2B82}"/>
              </a:ext>
            </a:extLst>
          </p:cNvPr>
          <p:cNvSpPr>
            <a:spLocks xmlns:a="http://schemas.openxmlformats.org/drawingml/2006/main" noGrp="1"/>
          </p:cNvSpPr>
          <p:nvPr/>
        </p:nvSpPr>
        <p:spPr>
          <a:xfrm xmlns:a="http://schemas.openxmlformats.org/drawingml/2006/main">
            <a:off x="6629400" y="2943225"/>
            <a:ext cx="2247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4204A"/>
                </a:solidFill>
                <a:latin typeface="Yu Gothic"/>
                <a:ea typeface="Yu Gothic"/>
                <a:cs typeface="Yu Gothic"/>
              </a:defRPr>
            </a:pPr>
            <a:r>
              <a:rPr sz="1200" b="1">
                <a:solidFill>
                  <a:srgbClr val="14204A"/>
                </a:solidFill>
                <a:latin typeface="Yu Gothic"/>
                <a:ea typeface="Yu Gothic"/>
                <a:cs typeface="Yu Gothic"/>
              </a:rPr>
              <a:t>構造チェック</a:t>
            </a:r>
          </a:p>
        </p:txBody>
      </p:sp>
      <p:sp>
        <p:nvSpPr>
          <p:cNvPr id="19" name="">
            <a:extLst xmlns:a="http://schemas.openxmlformats.org/drawingml/2006/main">
              <a:ext uri="{FF2B5EF4-FFF2-40B4-BE49-F238E27FC236}">
                <a16:creationId xmlns:a16="http://schemas.microsoft.com/office/drawing/2014/main" id="{F8053663-16C1-4512-8448-1A14FFCBDEE7}"/>
              </a:ext>
            </a:extLst>
          </p:cNvPr>
          <p:cNvSpPr>
            <a:spLocks xmlns:a="http://schemas.openxmlformats.org/drawingml/2006/main" noGrp="1"/>
          </p:cNvSpPr>
          <p:nvPr/>
        </p:nvSpPr>
        <p:spPr>
          <a:xfrm xmlns:a="http://schemas.openxmlformats.org/drawingml/2006/main">
            <a:off x="9105900" y="2943225"/>
            <a:ext cx="2057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2607A"/>
                </a:solidFill>
                <a:latin typeface="Yu Gothic"/>
                <a:ea typeface="Yu Gothic"/>
                <a:cs typeface="Yu Gothic"/>
              </a:defRPr>
            </a:pPr>
            <a:r>
              <a:rPr sz="1200" b="0">
                <a:solidFill>
                  <a:srgbClr val="52607A"/>
                </a:solidFill>
                <a:latin typeface="Yu Gothic"/>
                <a:ea typeface="Yu Gothic"/>
                <a:cs typeface="Yu Gothic"/>
              </a:rPr>
              <a:t>ない</a:t>
            </a:r>
          </a:p>
        </p:txBody>
      </p:sp>
      <p:sp>
        <p:nvSpPr>
          <p:cNvPr id="20" name="">
            <a:extLst xmlns:a="http://schemas.openxmlformats.org/drawingml/2006/main">
              <a:ext uri="{FF2B5EF4-FFF2-40B4-BE49-F238E27FC236}">
                <a16:creationId xmlns:a16="http://schemas.microsoft.com/office/drawing/2014/main" id="{F35C88EA-437F-46B0-8415-D8EC4B7815BD}"/>
              </a:ext>
            </a:extLst>
          </p:cNvPr>
          <p:cNvSpPr>
            <a:spLocks xmlns:a="http://schemas.openxmlformats.org/drawingml/2006/main" noGrp="1"/>
          </p:cNvSpPr>
          <p:nvPr/>
        </p:nvSpPr>
        <p:spPr>
          <a:xfrm xmlns:a="http://schemas.openxmlformats.org/drawingml/2006/main">
            <a:off x="6515100" y="3257550"/>
            <a:ext cx="4762500" cy="400050"/>
          </a:xfrm>
          <a:prstGeom xmlns:a="http://schemas.openxmlformats.org/drawingml/2006/main" prst="rect">
            <a:avLst/>
          </a:prstGeom>
          <a:solidFill xmlns:a="http://schemas.openxmlformats.org/drawingml/2006/main">
            <a:srgbClr val="F3EEE7"/>
          </a:solidFill>
          <a:ln xmlns:a="http://schemas.openxmlformats.org/drawingml/2006/main" w="9525">
            <a:solidFill>
              <a:srgbClr val="D5CEC4"/>
            </a:solidFill>
            <a:prstDash val="solid"/>
          </a:ln>
        </p:spPr>
      </p:sp>
      <p:sp>
        <p:nvSpPr>
          <p:cNvPr id="21" name="">
            <a:extLst xmlns:a="http://schemas.openxmlformats.org/drawingml/2006/main">
              <a:ext uri="{FF2B5EF4-FFF2-40B4-BE49-F238E27FC236}">
                <a16:creationId xmlns:a16="http://schemas.microsoft.com/office/drawing/2014/main" id="{A910A712-1E15-48D5-856F-0495774FEABC}"/>
              </a:ext>
            </a:extLst>
          </p:cNvPr>
          <p:cNvSpPr>
            <a:spLocks xmlns:a="http://schemas.openxmlformats.org/drawingml/2006/main" noGrp="1"/>
          </p:cNvSpPr>
          <p:nvPr/>
        </p:nvSpPr>
        <p:spPr>
          <a:xfrm xmlns:a="http://schemas.openxmlformats.org/drawingml/2006/main">
            <a:off x="6629400" y="3343275"/>
            <a:ext cx="2247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4204A"/>
                </a:solidFill>
                <a:latin typeface="Yu Gothic"/>
                <a:ea typeface="Yu Gothic"/>
                <a:cs typeface="Yu Gothic"/>
              </a:defRPr>
            </a:pPr>
            <a:r>
              <a:rPr sz="1200" b="1">
                <a:solidFill>
                  <a:srgbClr val="14204A"/>
                </a:solidFill>
                <a:latin typeface="Yu Gothic"/>
                <a:ea typeface="Yu Gothic"/>
                <a:cs typeface="Yu Gothic"/>
              </a:rPr>
              <a:t>AIへの作業規約</a:t>
            </a:r>
          </a:p>
        </p:txBody>
      </p:sp>
      <p:sp>
        <p:nvSpPr>
          <p:cNvPr id="22" name="">
            <a:extLst xmlns:a="http://schemas.openxmlformats.org/drawingml/2006/main">
              <a:ext uri="{FF2B5EF4-FFF2-40B4-BE49-F238E27FC236}">
                <a16:creationId xmlns:a16="http://schemas.microsoft.com/office/drawing/2014/main" id="{C68CCB42-768B-4646-B491-AE2A70786CC0}"/>
              </a:ext>
            </a:extLst>
          </p:cNvPr>
          <p:cNvSpPr>
            <a:spLocks xmlns:a="http://schemas.openxmlformats.org/drawingml/2006/main" noGrp="1"/>
          </p:cNvSpPr>
          <p:nvPr/>
        </p:nvSpPr>
        <p:spPr>
          <a:xfrm xmlns:a="http://schemas.openxmlformats.org/drawingml/2006/main">
            <a:off x="9105900" y="3343275"/>
            <a:ext cx="2057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2607A"/>
                </a:solidFill>
                <a:latin typeface="Yu Gothic"/>
                <a:ea typeface="Yu Gothic"/>
                <a:cs typeface="Yu Gothic"/>
              </a:defRPr>
            </a:pPr>
            <a:r>
              <a:rPr sz="1200" b="0">
                <a:solidFill>
                  <a:srgbClr val="52607A"/>
                </a:solidFill>
                <a:latin typeface="Yu Gothic"/>
                <a:ea typeface="Yu Gothic"/>
                <a:cs typeface="Yu Gothic"/>
              </a:rPr>
              <a:t>ない</a:t>
            </a:r>
          </a:p>
        </p:txBody>
      </p:sp>
      <p:sp>
        <p:nvSpPr>
          <p:cNvPr id="23" name="">
            <a:extLst xmlns:a="http://schemas.openxmlformats.org/drawingml/2006/main">
              <a:ext uri="{FF2B5EF4-FFF2-40B4-BE49-F238E27FC236}">
                <a16:creationId xmlns:a16="http://schemas.microsoft.com/office/drawing/2014/main" id="{B39ED127-2EA8-4BEE-94F0-9CA9D3F523AF}"/>
              </a:ext>
            </a:extLst>
          </p:cNvPr>
          <p:cNvSpPr>
            <a:spLocks xmlns:a="http://schemas.openxmlformats.org/drawingml/2006/main" noGrp="1"/>
          </p:cNvSpPr>
          <p:nvPr/>
        </p:nvSpPr>
        <p:spPr>
          <a:xfrm xmlns:a="http://schemas.openxmlformats.org/drawingml/2006/main">
            <a:off x="6515100" y="3657600"/>
            <a:ext cx="4762500" cy="400050"/>
          </a:xfrm>
          <a:prstGeom xmlns:a="http://schemas.openxmlformats.org/drawingml/2006/main" prst="rect">
            <a:avLst/>
          </a:prstGeom>
          <a:solidFill xmlns:a="http://schemas.openxmlformats.org/drawingml/2006/main">
            <a:srgbClr val="FBF8F2"/>
          </a:solidFill>
          <a:ln xmlns:a="http://schemas.openxmlformats.org/drawingml/2006/main" w="9525">
            <a:solidFill>
              <a:srgbClr val="D5CEC4"/>
            </a:solidFill>
            <a:prstDash val="solid"/>
          </a:ln>
        </p:spPr>
      </p:sp>
      <p:sp>
        <p:nvSpPr>
          <p:cNvPr id="24" name="">
            <a:extLst xmlns:a="http://schemas.openxmlformats.org/drawingml/2006/main">
              <a:ext uri="{FF2B5EF4-FFF2-40B4-BE49-F238E27FC236}">
                <a16:creationId xmlns:a16="http://schemas.microsoft.com/office/drawing/2014/main" id="{4A64A8F2-9747-4361-B6A1-3B68238942DE}"/>
              </a:ext>
            </a:extLst>
          </p:cNvPr>
          <p:cNvSpPr>
            <a:spLocks xmlns:a="http://schemas.openxmlformats.org/drawingml/2006/main" noGrp="1"/>
          </p:cNvSpPr>
          <p:nvPr/>
        </p:nvSpPr>
        <p:spPr>
          <a:xfrm xmlns:a="http://schemas.openxmlformats.org/drawingml/2006/main">
            <a:off x="6629400" y="3743325"/>
            <a:ext cx="2247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4204A"/>
                </a:solidFill>
                <a:latin typeface="Yu Gothic"/>
                <a:ea typeface="Yu Gothic"/>
                <a:cs typeface="Yu Gothic"/>
              </a:defRPr>
            </a:pPr>
            <a:r>
              <a:rPr sz="1200" b="1">
                <a:solidFill>
                  <a:srgbClr val="14204A"/>
                </a:solidFill>
                <a:latin typeface="Yu Gothic"/>
                <a:ea typeface="Yu Gothic"/>
                <a:cs typeface="Yu Gothic"/>
              </a:rPr>
              <a:t>判断記録</a:t>
            </a:r>
          </a:p>
        </p:txBody>
      </p:sp>
      <p:sp>
        <p:nvSpPr>
          <p:cNvPr id="25" name="">
            <a:extLst xmlns:a="http://schemas.openxmlformats.org/drawingml/2006/main">
              <a:ext uri="{FF2B5EF4-FFF2-40B4-BE49-F238E27FC236}">
                <a16:creationId xmlns:a16="http://schemas.microsoft.com/office/drawing/2014/main" id="{32615A0C-27F7-4FCD-B06A-7A4A4EC6345F}"/>
              </a:ext>
            </a:extLst>
          </p:cNvPr>
          <p:cNvSpPr>
            <a:spLocks xmlns:a="http://schemas.openxmlformats.org/drawingml/2006/main" noGrp="1"/>
          </p:cNvSpPr>
          <p:nvPr/>
        </p:nvSpPr>
        <p:spPr>
          <a:xfrm xmlns:a="http://schemas.openxmlformats.org/drawingml/2006/main">
            <a:off x="9105900" y="3743325"/>
            <a:ext cx="2057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2607A"/>
                </a:solidFill>
                <a:latin typeface="Yu Gothic"/>
                <a:ea typeface="Yu Gothic"/>
                <a:cs typeface="Yu Gothic"/>
              </a:defRPr>
            </a:pPr>
            <a:r>
              <a:rPr sz="1200" b="0">
                <a:solidFill>
                  <a:srgbClr val="52607A"/>
                </a:solidFill>
                <a:latin typeface="Yu Gothic"/>
                <a:ea typeface="Yu Gothic"/>
                <a:cs typeface="Yu Gothic"/>
              </a:rPr>
              <a:t>ない</a:t>
            </a:r>
          </a:p>
        </p:txBody>
      </p:sp>
      <p:sp>
        <p:nvSpPr>
          <p:cNvPr id="26" name="">
            <a:extLst xmlns:a="http://schemas.openxmlformats.org/drawingml/2006/main">
              <a:ext uri="{FF2B5EF4-FFF2-40B4-BE49-F238E27FC236}">
                <a16:creationId xmlns:a16="http://schemas.microsoft.com/office/drawing/2014/main" id="{F1BCF835-161C-4C6B-A8FF-456FF2178511}"/>
              </a:ext>
            </a:extLst>
          </p:cNvPr>
          <p:cNvSpPr>
            <a:spLocks xmlns:a="http://schemas.openxmlformats.org/drawingml/2006/main" noGrp="1"/>
          </p:cNvSpPr>
          <p:nvPr/>
        </p:nvSpPr>
        <p:spPr>
          <a:xfrm xmlns:a="http://schemas.openxmlformats.org/drawingml/2006/main">
            <a:off x="6515100" y="4057650"/>
            <a:ext cx="4762500" cy="400050"/>
          </a:xfrm>
          <a:prstGeom xmlns:a="http://schemas.openxmlformats.org/drawingml/2006/main" prst="rect">
            <a:avLst/>
          </a:prstGeom>
          <a:solidFill xmlns:a="http://schemas.openxmlformats.org/drawingml/2006/main">
            <a:srgbClr val="F3EEE7"/>
          </a:solidFill>
          <a:ln xmlns:a="http://schemas.openxmlformats.org/drawingml/2006/main" w="9525">
            <a:solidFill>
              <a:srgbClr val="D5CEC4"/>
            </a:solidFill>
            <a:prstDash val="solid"/>
          </a:ln>
        </p:spPr>
      </p:sp>
      <p:sp>
        <p:nvSpPr>
          <p:cNvPr id="27" name="">
            <a:extLst xmlns:a="http://schemas.openxmlformats.org/drawingml/2006/main">
              <a:ext uri="{FF2B5EF4-FFF2-40B4-BE49-F238E27FC236}">
                <a16:creationId xmlns:a16="http://schemas.microsoft.com/office/drawing/2014/main" id="{1243BA63-13FF-477E-84A9-5B30C028155A}"/>
              </a:ext>
            </a:extLst>
          </p:cNvPr>
          <p:cNvSpPr>
            <a:spLocks xmlns:a="http://schemas.openxmlformats.org/drawingml/2006/main" noGrp="1"/>
          </p:cNvSpPr>
          <p:nvPr/>
        </p:nvSpPr>
        <p:spPr>
          <a:xfrm xmlns:a="http://schemas.openxmlformats.org/drawingml/2006/main">
            <a:off x="6629400" y="4143375"/>
            <a:ext cx="2247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4204A"/>
                </a:solidFill>
                <a:latin typeface="Yu Gothic"/>
                <a:ea typeface="Yu Gothic"/>
                <a:cs typeface="Yu Gothic"/>
              </a:defRPr>
            </a:pPr>
            <a:r>
              <a:rPr sz="1200" b="1">
                <a:solidFill>
                  <a:srgbClr val="14204A"/>
                </a:solidFill>
                <a:latin typeface="Yu Gothic"/>
                <a:ea typeface="Yu Gothic"/>
                <a:cs typeface="Yu Gothic"/>
              </a:rPr>
              <a:t>人間が見る出口</a:t>
            </a:r>
          </a:p>
        </p:txBody>
      </p:sp>
      <p:sp>
        <p:nvSpPr>
          <p:cNvPr id="28" name="">
            <a:extLst xmlns:a="http://schemas.openxmlformats.org/drawingml/2006/main">
              <a:ext uri="{FF2B5EF4-FFF2-40B4-BE49-F238E27FC236}">
                <a16:creationId xmlns:a16="http://schemas.microsoft.com/office/drawing/2014/main" id="{7A71048A-5893-444E-9DFB-2A6941F1D191}"/>
              </a:ext>
            </a:extLst>
          </p:cNvPr>
          <p:cNvSpPr>
            <a:spLocks xmlns:a="http://schemas.openxmlformats.org/drawingml/2006/main" noGrp="1"/>
          </p:cNvSpPr>
          <p:nvPr/>
        </p:nvSpPr>
        <p:spPr>
          <a:xfrm xmlns:a="http://schemas.openxmlformats.org/drawingml/2006/main">
            <a:off x="9105900" y="4143375"/>
            <a:ext cx="2057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2607A"/>
                </a:solidFill>
                <a:latin typeface="Yu Gothic"/>
                <a:ea typeface="Yu Gothic"/>
                <a:cs typeface="Yu Gothic"/>
              </a:defRPr>
            </a:pPr>
            <a:r>
              <a:rPr sz="1200" b="0">
                <a:solidFill>
                  <a:srgbClr val="52607A"/>
                </a:solidFill>
                <a:latin typeface="Yu Gothic"/>
                <a:ea typeface="Yu Gothic"/>
                <a:cs typeface="Yu Gothic"/>
              </a:rPr>
              <a:t>未定</a:t>
            </a:r>
          </a:p>
        </p:txBody>
      </p:sp>
    </p:spTree>
    <p:extLst>
      <p:ext uri="{BB962C8B-B14F-4D97-AF65-F5344CB8AC3E}">
        <p14:creationId xmlns:p14="http://schemas.microsoft.com/office/powerpoint/2010/main" val="209193655"/>
      </p:ext>
    </p:extLst>
  </p:cSld>
</p:sld>
</file>

<file path=ppt/slides/slide14.xml><?xml version="1.0" encoding="utf-8"?>
<p:sld xmlns:p="http://schemas.openxmlformats.org/presentationml/2006/main">
  <p:cSld>
    <p:bg>
      <p:bgPr>
        <a:solidFill xmlns:a="http://schemas.openxmlformats.org/drawingml/2006/main">
          <a:srgbClr val="ECE7E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58E3949-4AE9-4D67-AA04-B018F682780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245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B1DB44D-8E61-4273-AB38-2968B3D8A5BD}"/>
              </a:ext>
            </a:extLst>
          </p:cNvPr>
          <p:cNvSpPr>
            <a:spLocks xmlns:a="http://schemas.openxmlformats.org/drawingml/2006/main" noGrp="1"/>
          </p:cNvSpPr>
          <p:nvPr/>
        </p:nvSpPr>
        <p:spPr>
          <a:xfrm xmlns:a="http://schemas.openxmlformats.org/drawingml/2006/main">
            <a:off x="514350" y="400050"/>
            <a:ext cx="76200" cy="266700"/>
          </a:xfrm>
          <a:prstGeom xmlns:a="http://schemas.openxmlformats.org/drawingml/2006/main" prst="rect">
            <a:avLst/>
          </a:prstGeom>
          <a:solidFill xmlns:a="http://schemas.openxmlformats.org/drawingml/2006/main">
            <a:srgbClr val="33824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B2E6FF5-EB81-413E-8E9B-DAACBF63DA7B}"/>
              </a:ext>
            </a:extLst>
          </p:cNvPr>
          <p:cNvSpPr>
            <a:spLocks xmlns:a="http://schemas.openxmlformats.org/drawingml/2006/main" noGrp="1"/>
          </p:cNvSpPr>
          <p:nvPr/>
        </p:nvSpPr>
        <p:spPr>
          <a:xfrm xmlns:a="http://schemas.openxmlformats.org/drawingml/2006/main">
            <a:off x="704850" y="381000"/>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33824A"/>
                </a:solidFill>
                <a:latin typeface="Yu Gothic"/>
                <a:ea typeface="Yu Gothic"/>
                <a:cs typeface="Yu Gothic"/>
              </a:defRPr>
            </a:pPr>
            <a:r>
              <a:rPr sz="975" b="1">
                <a:solidFill>
                  <a:srgbClr val="33824A"/>
                </a:solidFill>
                <a:latin typeface="Yu Gothic"/>
                <a:ea typeface="Yu Gothic"/>
                <a:cs typeface="Yu Gothic"/>
              </a:rPr>
              <a:t>DEMO 1</a:t>
            </a:r>
          </a:p>
        </p:txBody>
      </p:sp>
      <p:sp>
        <p:nvSpPr>
          <p:cNvPr id="4" name="">
            <a:extLst xmlns:a="http://schemas.openxmlformats.org/drawingml/2006/main">
              <a:ext uri="{FF2B5EF4-FFF2-40B4-BE49-F238E27FC236}">
                <a16:creationId xmlns:a16="http://schemas.microsoft.com/office/drawing/2014/main" id="{420C7470-72C5-4ECE-BB13-508E298CE06B}"/>
              </a:ext>
            </a:extLst>
          </p:cNvPr>
          <p:cNvSpPr>
            <a:spLocks xmlns:a="http://schemas.openxmlformats.org/drawingml/2006/main" noGrp="1"/>
          </p:cNvSpPr>
          <p:nvPr/>
        </p:nvSpPr>
        <p:spPr>
          <a:xfrm xmlns:a="http://schemas.openxmlformats.org/drawingml/2006/main">
            <a:off x="533400" y="857250"/>
            <a:ext cx="1000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72452"/>
                </a:solidFill>
                <a:latin typeface="Yu Gothic"/>
                <a:ea typeface="Yu Gothic"/>
                <a:cs typeface="Yu Gothic"/>
              </a:defRPr>
            </a:pPr>
            <a:r>
              <a:rPr sz="2700" b="1">
                <a:solidFill>
                  <a:srgbClr val="172452"/>
                </a:solidFill>
                <a:latin typeface="Yu Gothic"/>
                <a:ea typeface="Yu Gothic"/>
                <a:cs typeface="Yu Gothic"/>
              </a:rPr>
              <a:t>テストなしでAIに修正を頼む</a:t>
            </a:r>
          </a:p>
        </p:txBody>
      </p:sp>
      <p:sp>
        <p:nvSpPr>
          <p:cNvPr id="5" name="">
            <a:extLst xmlns:a="http://schemas.openxmlformats.org/drawingml/2006/main">
              <a:ext uri="{FF2B5EF4-FFF2-40B4-BE49-F238E27FC236}">
                <a16:creationId xmlns:a16="http://schemas.microsoft.com/office/drawing/2014/main" id="{DC493BCD-B9AE-42C9-A7EF-1C43016E714E}"/>
              </a:ext>
            </a:extLst>
          </p:cNvPr>
          <p:cNvSpPr>
            <a:spLocks xmlns:a="http://schemas.openxmlformats.org/drawingml/2006/main" noGrp="1"/>
          </p:cNvSpPr>
          <p:nvPr/>
        </p:nvSpPr>
        <p:spPr>
          <a:xfrm xmlns:a="http://schemas.openxmlformats.org/drawingml/2006/main">
            <a:off x="7658100" y="323850"/>
            <a:ext cx="3429000" cy="266700"/>
          </a:xfrm>
          <a:prstGeom xmlns:a="http://schemas.openxmlformats.org/drawingml/2006/main" prst="rect">
            <a:avLst/>
          </a:prstGeom>
          <a:solidFill xmlns:a="http://schemas.openxmlformats.org/drawingml/2006/main">
            <a:srgbClr val="F4F0E8"/>
          </a:solidFill>
          <a:ln xmlns:a="http://schemas.openxmlformats.org/drawingml/2006/main" w="9525">
            <a:solidFill>
              <a:srgbClr val="D5CEC4"/>
            </a:solidFill>
            <a:prstDash val="solid"/>
          </a:ln>
        </p:spPr>
      </p:sp>
      <p:sp>
        <p:nvSpPr>
          <p:cNvPr id="6" name="">
            <a:extLst xmlns:a="http://schemas.openxmlformats.org/drawingml/2006/main">
              <a:ext uri="{FF2B5EF4-FFF2-40B4-BE49-F238E27FC236}">
                <a16:creationId xmlns:a16="http://schemas.microsoft.com/office/drawing/2014/main" id="{493BC02C-E9D1-4D3A-BD43-7EA1ACBB381B}"/>
              </a:ext>
            </a:extLst>
          </p:cNvPr>
          <p:cNvSpPr>
            <a:spLocks xmlns:a="http://schemas.openxmlformats.org/drawingml/2006/main" noGrp="1"/>
          </p:cNvSpPr>
          <p:nvPr/>
        </p:nvSpPr>
        <p:spPr>
          <a:xfrm xmlns:a="http://schemas.openxmlformats.org/drawingml/2006/main">
            <a:off x="7791450" y="371475"/>
            <a:ext cx="3162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33824A"/>
                </a:solidFill>
                <a:latin typeface="Yu Gothic"/>
                <a:ea typeface="Yu Gothic"/>
                <a:cs typeface="Yu Gothic"/>
              </a:defRPr>
            </a:pPr>
            <a:r>
              <a:rPr sz="975" b="1">
                <a:solidFill>
                  <a:srgbClr val="33824A"/>
                </a:solidFill>
                <a:latin typeface="Yu Gothic"/>
                <a:ea typeface="Yu Gothic"/>
                <a:cs typeface="Yu Gothic"/>
              </a:rPr>
              <a:t>L1: 機能変更はできたかもしれない</a:t>
            </a:r>
          </a:p>
        </p:txBody>
      </p:sp>
      <p:sp>
        <p:nvSpPr>
          <p:cNvPr id="7" name="">
            <a:extLst xmlns:a="http://schemas.openxmlformats.org/drawingml/2006/main">
              <a:ext uri="{FF2B5EF4-FFF2-40B4-BE49-F238E27FC236}">
                <a16:creationId xmlns:a16="http://schemas.microsoft.com/office/drawing/2014/main" id="{17DAE9DC-FB1A-4739-B1FF-13F9EA618127}"/>
              </a:ext>
            </a:extLst>
          </p:cNvPr>
          <p:cNvSpPr>
            <a:spLocks xmlns:a="http://schemas.openxmlformats.org/drawingml/2006/main" noGrp="1"/>
          </p:cNvSpPr>
          <p:nvPr/>
        </p:nvSpPr>
        <p:spPr>
          <a:xfrm xmlns:a="http://schemas.openxmlformats.org/drawingml/2006/main">
            <a:off x="7658100" y="647700"/>
            <a:ext cx="3429000" cy="266700"/>
          </a:xfrm>
          <a:prstGeom xmlns:a="http://schemas.openxmlformats.org/drawingml/2006/main" prst="rect">
            <a:avLst/>
          </a:prstGeom>
          <a:solidFill xmlns:a="http://schemas.openxmlformats.org/drawingml/2006/main">
            <a:srgbClr val="EEF3EC"/>
          </a:solidFill>
          <a:ln xmlns:a="http://schemas.openxmlformats.org/drawingml/2006/main" w="9525">
            <a:solidFill>
              <a:srgbClr val="C7D8C5"/>
            </a:solidFill>
            <a:prstDash val="solid"/>
          </a:ln>
        </p:spPr>
      </p:sp>
      <p:sp>
        <p:nvSpPr>
          <p:cNvPr id="8" name="">
            <a:extLst xmlns:a="http://schemas.openxmlformats.org/drawingml/2006/main">
              <a:ext uri="{FF2B5EF4-FFF2-40B4-BE49-F238E27FC236}">
                <a16:creationId xmlns:a16="http://schemas.microsoft.com/office/drawing/2014/main" id="{09BBCFA4-BDDF-42BF-A44C-B92C77A58B65}"/>
              </a:ext>
            </a:extLst>
          </p:cNvPr>
          <p:cNvSpPr>
            <a:spLocks xmlns:a="http://schemas.openxmlformats.org/drawingml/2006/main" noGrp="1"/>
          </p:cNvSpPr>
          <p:nvPr/>
        </p:nvSpPr>
        <p:spPr>
          <a:xfrm xmlns:a="http://schemas.openxmlformats.org/drawingml/2006/main">
            <a:off x="7791450" y="695325"/>
            <a:ext cx="3162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72452"/>
                </a:solidFill>
                <a:latin typeface="Yu Gothic"/>
                <a:ea typeface="Yu Gothic"/>
                <a:cs typeface="Yu Gothic"/>
              </a:defRPr>
            </a:pPr>
            <a:r>
              <a:rPr sz="975" b="1">
                <a:solidFill>
                  <a:srgbClr val="172452"/>
                </a:solidFill>
                <a:latin typeface="Yu Gothic"/>
                <a:ea typeface="Yu Gothic"/>
                <a:cs typeface="Yu Gothic"/>
              </a:rPr>
              <a:t>お題: 送料無料 5,000円 -&gt; 7,000円</a:t>
            </a:r>
          </a:p>
        </p:txBody>
      </p:sp>
      <p:sp>
        <p:nvSpPr>
          <p:cNvPr id="9" name="">
            <a:extLst xmlns:a="http://schemas.openxmlformats.org/drawingml/2006/main">
              <a:ext uri="{FF2B5EF4-FFF2-40B4-BE49-F238E27FC236}">
                <a16:creationId xmlns:a16="http://schemas.microsoft.com/office/drawing/2014/main" id="{6A163099-2393-4AD4-80FC-26079A775E4F}"/>
              </a:ext>
            </a:extLst>
          </p:cNvPr>
          <p:cNvSpPr>
            <a:spLocks xmlns:a="http://schemas.openxmlformats.org/drawingml/2006/main" noGrp="1"/>
          </p:cNvSpPr>
          <p:nvPr/>
        </p:nvSpPr>
        <p:spPr>
          <a:xfrm xmlns:a="http://schemas.openxmlformats.org/drawingml/2006/main">
            <a:off x="11125200" y="632460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52607A"/>
                </a:solidFill>
                <a:latin typeface="Yu Gothic"/>
                <a:ea typeface="Yu Gothic"/>
                <a:cs typeface="Yu Gothic"/>
              </a:defRPr>
            </a:pPr>
            <a:r>
              <a:rPr sz="900" b="0">
                <a:solidFill>
                  <a:srgbClr val="52607A"/>
                </a:solidFill>
                <a:latin typeface="Yu Gothic"/>
                <a:ea typeface="Yu Gothic"/>
                <a:cs typeface="Yu Gothic"/>
              </a:rPr>
              <a:t>14</a:t>
            </a:r>
          </a:p>
        </p:txBody>
      </p:sp>
      <p:sp>
        <p:nvSpPr>
          <p:cNvPr id="10" name="">
            <a:extLst xmlns:a="http://schemas.openxmlformats.org/drawingml/2006/main">
              <a:ext uri="{FF2B5EF4-FFF2-40B4-BE49-F238E27FC236}">
                <a16:creationId xmlns:a16="http://schemas.microsoft.com/office/drawing/2014/main" id="{BB215CFF-4885-43BF-9F3A-13F95EF4FF10}"/>
              </a:ext>
            </a:extLst>
          </p:cNvPr>
          <p:cNvSpPr>
            <a:spLocks xmlns:a="http://schemas.openxmlformats.org/drawingml/2006/main" noGrp="1"/>
          </p:cNvSpPr>
          <p:nvPr/>
        </p:nvSpPr>
        <p:spPr>
          <a:xfrm xmlns:a="http://schemas.openxmlformats.org/drawingml/2006/main">
            <a:off x="781050" y="1943100"/>
            <a:ext cx="6667500" cy="2190750"/>
          </a:xfrm>
          <a:prstGeom xmlns:a="http://schemas.openxmlformats.org/drawingml/2006/main" prst="rect">
            <a:avLst/>
          </a:prstGeom>
          <a:solidFill xmlns:a="http://schemas.openxmlformats.org/drawingml/2006/main">
            <a:srgbClr val="172452"/>
          </a:solidFill>
          <a:ln xmlns:a="http://schemas.openxmlformats.org/drawingml/2006/main" w="9525">
            <a:solidFill>
              <a:srgbClr val="172452"/>
            </a:solidFill>
            <a:prstDash val="solid"/>
          </a:ln>
        </p:spPr>
      </p:sp>
      <p:sp>
        <p:nvSpPr>
          <p:cNvPr id="11" name="">
            <a:extLst xmlns:a="http://schemas.openxmlformats.org/drawingml/2006/main">
              <a:ext uri="{FF2B5EF4-FFF2-40B4-BE49-F238E27FC236}">
                <a16:creationId xmlns:a16="http://schemas.microsoft.com/office/drawing/2014/main" id="{A416E0BC-4DF7-4742-9C09-753EF1E5FF7B}"/>
              </a:ext>
            </a:extLst>
          </p:cNvPr>
          <p:cNvSpPr>
            <a:spLocks xmlns:a="http://schemas.openxmlformats.org/drawingml/2006/main" noGrp="1"/>
          </p:cNvSpPr>
          <p:nvPr/>
        </p:nvSpPr>
        <p:spPr>
          <a:xfrm xmlns:a="http://schemas.openxmlformats.org/drawingml/2006/main">
            <a:off x="990600" y="2133600"/>
            <a:ext cx="62484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8FAFC"/>
                </a:solidFill>
                <a:latin typeface="Menlo"/>
                <a:ea typeface="Menlo"/>
                <a:cs typeface="Menlo"/>
              </a:defRPr>
            </a:pPr>
            <a:r>
              <a:rPr sz="1350" b="0">
                <a:solidFill>
                  <a:srgbClr val="F8FAFC"/>
                </a:solidFill>
                <a:latin typeface="Menlo"/>
                <a:ea typeface="Menlo"/>
                <a:cs typeface="Menlo"/>
              </a:rPr>
              <a:t>$ prompt</a:t>
            </a:r>
          </a:p>
          <a:p xmlns:a="http://schemas.openxmlformats.org/drawingml/2006/main">
            <a:pPr algn="l">
              <a:defRPr sz="1350" b="0">
                <a:solidFill>
                  <a:srgbClr val="F8FAFC"/>
                </a:solidFill>
                <a:latin typeface="Menlo"/>
                <a:ea typeface="Menlo"/>
                <a:cs typeface="Menlo"/>
              </a:defRPr>
            </a:pPr>
            <a:r>
              <a:rPr sz="1350" b="0">
                <a:solidFill>
                  <a:srgbClr val="F8FAFC"/>
                </a:solidFill>
                <a:latin typeface="Menlo"/>
                <a:ea typeface="Menlo"/>
                <a:cs typeface="Menlo"/>
              </a:rPr>
              <a:t>送料無料の条件を5,000円以上から7,000円以上に変更してください。</a:t>
            </a:r>
          </a:p>
          <a:p xmlns:a="http://schemas.openxmlformats.org/drawingml/2006/main">
            <a:r>
              <a:t/>
            </a:r>
          </a:p>
          <a:p xmlns:a="http://schemas.openxmlformats.org/drawingml/2006/main">
            <a:pPr algn="l">
              <a:defRPr sz="1350" b="0">
                <a:solidFill>
                  <a:srgbClr val="F8FAFC"/>
                </a:solidFill>
                <a:latin typeface="Menlo"/>
                <a:ea typeface="Menlo"/>
                <a:cs typeface="Menlo"/>
              </a:defRPr>
            </a:pPr>
            <a:r>
              <a:rPr sz="1350" b="0">
                <a:solidFill>
                  <a:srgbClr val="F8FAFC"/>
                </a:solidFill>
                <a:latin typeface="Menlo"/>
                <a:ea typeface="Menlo"/>
                <a:cs typeface="Menlo"/>
              </a:rPr>
              <a:t>$ rg "5000|FREE_SHIPPING|threshold" src docs</a:t>
            </a:r>
          </a:p>
          <a:p xmlns:a="http://schemas.openxmlformats.org/drawingml/2006/main">
            <a:pPr algn="l">
              <a:defRPr sz="1350" b="0">
                <a:solidFill>
                  <a:srgbClr val="F8FAFC"/>
                </a:solidFill>
                <a:latin typeface="Menlo"/>
                <a:ea typeface="Menlo"/>
                <a:cs typeface="Menlo"/>
              </a:defRPr>
            </a:pPr>
            <a:r>
              <a:rPr sz="1350" b="0">
                <a:solidFill>
                  <a:srgbClr val="F8FAFC"/>
                </a:solidFill>
                <a:latin typeface="Menlo"/>
                <a:ea typeface="Menlo"/>
                <a:cs typeface="Menlo"/>
              </a:rPr>
              <a:t>src/config/pricing.js</a:t>
            </a:r>
          </a:p>
          <a:p xmlns:a="http://schemas.openxmlformats.org/drawingml/2006/main">
            <a:pPr algn="l">
              <a:defRPr sz="1350" b="0">
                <a:solidFill>
                  <a:srgbClr val="F8FAFC"/>
                </a:solidFill>
                <a:latin typeface="Menlo"/>
                <a:ea typeface="Menlo"/>
                <a:cs typeface="Menlo"/>
              </a:defRPr>
            </a:pPr>
            <a:r>
              <a:rPr sz="1350" b="0">
                <a:solidFill>
                  <a:srgbClr val="F8FAFC"/>
                </a:solidFill>
                <a:latin typeface="Menlo"/>
                <a:ea typeface="Menlo"/>
                <a:cs typeface="Menlo"/>
              </a:rPr>
              <a:t>src/services/promotionService.js</a:t>
            </a:r>
          </a:p>
          <a:p xmlns:a="http://schemas.openxmlformats.org/drawingml/2006/main">
            <a:pPr algn="l">
              <a:defRPr sz="1350" b="0">
                <a:solidFill>
                  <a:srgbClr val="F8FAFC"/>
                </a:solidFill>
                <a:latin typeface="Menlo"/>
                <a:ea typeface="Menlo"/>
                <a:cs typeface="Menlo"/>
              </a:defRPr>
            </a:pPr>
            <a:r>
              <a:rPr sz="1350" b="0">
                <a:solidFill>
                  <a:srgbClr val="F8FAFC"/>
                </a:solidFill>
                <a:latin typeface="Menlo"/>
                <a:ea typeface="Menlo"/>
                <a:cs typeface="Menlo"/>
              </a:rPr>
              <a:t>docs/specs/order-estimate.md</a:t>
            </a:r>
          </a:p>
        </p:txBody>
      </p:sp>
      <p:sp>
        <p:nvSpPr>
          <p:cNvPr id="12" name="">
            <a:extLst xmlns:a="http://schemas.openxmlformats.org/drawingml/2006/main">
              <a:ext uri="{FF2B5EF4-FFF2-40B4-BE49-F238E27FC236}">
                <a16:creationId xmlns:a16="http://schemas.microsoft.com/office/drawing/2014/main" id="{0D440251-D136-4B2B-B1CD-14FEFA0C9120}"/>
              </a:ext>
            </a:extLst>
          </p:cNvPr>
          <p:cNvSpPr>
            <a:spLocks xmlns:a="http://schemas.openxmlformats.org/drawingml/2006/main" noGrp="1"/>
          </p:cNvSpPr>
          <p:nvPr/>
        </p:nvSpPr>
        <p:spPr>
          <a:xfrm xmlns:a="http://schemas.openxmlformats.org/drawingml/2006/main">
            <a:off x="7848600" y="1943100"/>
            <a:ext cx="3028950" cy="2190750"/>
          </a:xfrm>
          <a:prstGeom xmlns:a="http://schemas.openxmlformats.org/drawingml/2006/main" prst="rect">
            <a:avLst/>
          </a:prstGeom>
          <a:solidFill xmlns:a="http://schemas.openxmlformats.org/drawingml/2006/main">
            <a:srgbClr val="FBF8F2"/>
          </a:solidFill>
          <a:ln xmlns:a="http://schemas.openxmlformats.org/drawingml/2006/main" w="9525">
            <a:solidFill>
              <a:srgbClr val="D5CEC4"/>
            </a:solidFill>
            <a:prstDash val="solid"/>
          </a:ln>
        </p:spPr>
      </p:sp>
      <p:sp>
        <p:nvSpPr>
          <p:cNvPr id="13" name="">
            <a:extLst xmlns:a="http://schemas.openxmlformats.org/drawingml/2006/main">
              <a:ext uri="{FF2B5EF4-FFF2-40B4-BE49-F238E27FC236}">
                <a16:creationId xmlns:a16="http://schemas.microsoft.com/office/drawing/2014/main" id="{F3897A48-7503-4DA3-B70C-BE170281CFDB}"/>
              </a:ext>
            </a:extLst>
          </p:cNvPr>
          <p:cNvSpPr>
            <a:spLocks xmlns:a="http://schemas.openxmlformats.org/drawingml/2006/main" noGrp="1"/>
          </p:cNvSpPr>
          <p:nvPr/>
        </p:nvSpPr>
        <p:spPr>
          <a:xfrm xmlns:a="http://schemas.openxmlformats.org/drawingml/2006/main">
            <a:off x="7848600" y="1943100"/>
            <a:ext cx="66675" cy="2190750"/>
          </a:xfrm>
          <a:prstGeom xmlns:a="http://schemas.openxmlformats.org/drawingml/2006/main" prst="rect">
            <a:avLst/>
          </a:prstGeom>
          <a:solidFill xmlns:a="http://schemas.openxmlformats.org/drawingml/2006/main">
            <a:srgbClr val="C85B1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77EF182-9AA4-45DE-A342-1C78D1DB4B1A}"/>
              </a:ext>
            </a:extLst>
          </p:cNvPr>
          <p:cNvSpPr>
            <a:spLocks xmlns:a="http://schemas.openxmlformats.org/drawingml/2006/main" noGrp="1"/>
          </p:cNvSpPr>
          <p:nvPr/>
        </p:nvSpPr>
        <p:spPr>
          <a:xfrm xmlns:a="http://schemas.openxmlformats.org/drawingml/2006/main">
            <a:off x="8077200" y="209550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C85B1A"/>
                </a:solidFill>
                <a:latin typeface="Yu Gothic"/>
                <a:ea typeface="Yu Gothic"/>
                <a:cs typeface="Yu Gothic"/>
              </a:defRPr>
            </a:pPr>
            <a:r>
              <a:rPr sz="1500" b="1">
                <a:solidFill>
                  <a:srgbClr val="C85B1A"/>
                </a:solidFill>
                <a:latin typeface="Yu Gothic"/>
                <a:ea typeface="Yu Gothic"/>
                <a:cs typeface="Yu Gothic"/>
              </a:rPr>
              <a:t>見るポイント</a:t>
            </a:r>
          </a:p>
        </p:txBody>
      </p:sp>
      <p:sp>
        <p:nvSpPr>
          <p:cNvPr id="15" name="">
            <a:extLst xmlns:a="http://schemas.openxmlformats.org/drawingml/2006/main">
              <a:ext uri="{FF2B5EF4-FFF2-40B4-BE49-F238E27FC236}">
                <a16:creationId xmlns:a16="http://schemas.microsoft.com/office/drawing/2014/main" id="{3F502CD6-5383-469B-9343-C3475387D98D}"/>
              </a:ext>
            </a:extLst>
          </p:cNvPr>
          <p:cNvSpPr>
            <a:spLocks xmlns:a="http://schemas.openxmlformats.org/drawingml/2006/main" noGrp="1"/>
          </p:cNvSpPr>
          <p:nvPr/>
        </p:nvSpPr>
        <p:spPr>
          <a:xfrm xmlns:a="http://schemas.openxmlformats.org/drawingml/2006/main">
            <a:off x="8077200" y="2476500"/>
            <a:ext cx="2571750" cy="1543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52607A"/>
                </a:solidFill>
                <a:latin typeface="Yu Gothic"/>
                <a:ea typeface="Yu Gothic"/>
                <a:cs typeface="Yu Gothic"/>
              </a:defRPr>
            </a:pPr>
            <a:r>
              <a:rPr sz="1650" b="0">
                <a:solidFill>
                  <a:srgbClr val="52607A"/>
                </a:solidFill>
                <a:latin typeface="Yu Gothic"/>
                <a:ea typeface="Yu Gothic"/>
                <a:cs typeface="Yu Gothic"/>
              </a:rPr>
              <a:t>AIが間違えるかではなく、変更後に何を根拠として受け入れるかを見る。</a:t>
            </a:r>
          </a:p>
        </p:txBody>
      </p:sp>
      <p:sp>
        <p:nvSpPr>
          <p:cNvPr id="16" name="">
            <a:extLst xmlns:a="http://schemas.openxmlformats.org/drawingml/2006/main">
              <a:ext uri="{FF2B5EF4-FFF2-40B4-BE49-F238E27FC236}">
                <a16:creationId xmlns:a16="http://schemas.microsoft.com/office/drawing/2014/main" id="{AC999383-02B8-4601-A1A7-2818174D26ED}"/>
              </a:ext>
            </a:extLst>
          </p:cNvPr>
          <p:cNvSpPr>
            <a:spLocks xmlns:a="http://schemas.openxmlformats.org/drawingml/2006/main" noGrp="1"/>
          </p:cNvSpPr>
          <p:nvPr/>
        </p:nvSpPr>
        <p:spPr>
          <a:xfrm xmlns:a="http://schemas.openxmlformats.org/drawingml/2006/main">
            <a:off x="685800" y="4229100"/>
            <a:ext cx="5048250" cy="1104900"/>
          </a:xfrm>
          <a:prstGeom xmlns:a="http://schemas.openxmlformats.org/drawingml/2006/main" prst="rect">
            <a:avLst/>
          </a:prstGeom>
          <a:solidFill xmlns:a="http://schemas.openxmlformats.org/drawingml/2006/main">
            <a:srgbClr val="F2F7EF"/>
          </a:solidFill>
          <a:ln xmlns:a="http://schemas.openxmlformats.org/drawingml/2006/main" w="9525">
            <a:solidFill>
              <a:srgbClr val="BFD3B8"/>
            </a:solidFill>
            <a:prstDash val="solid"/>
          </a:ln>
        </p:spPr>
      </p:sp>
      <p:sp>
        <p:nvSpPr>
          <p:cNvPr id="17" name="">
            <a:extLst xmlns:a="http://schemas.openxmlformats.org/drawingml/2006/main">
              <a:ext uri="{FF2B5EF4-FFF2-40B4-BE49-F238E27FC236}">
                <a16:creationId xmlns:a16="http://schemas.microsoft.com/office/drawing/2014/main" id="{89BAE884-89DB-47AC-B432-3E3180EEFACD}"/>
              </a:ext>
            </a:extLst>
          </p:cNvPr>
          <p:cNvSpPr>
            <a:spLocks xmlns:a="http://schemas.openxmlformats.org/drawingml/2006/main" noGrp="1"/>
          </p:cNvSpPr>
          <p:nvPr/>
        </p:nvSpPr>
        <p:spPr>
          <a:xfrm xmlns:a="http://schemas.openxmlformats.org/drawingml/2006/main">
            <a:off x="685800" y="4229100"/>
            <a:ext cx="66675" cy="1104900"/>
          </a:xfrm>
          <a:prstGeom xmlns:a="http://schemas.openxmlformats.org/drawingml/2006/main" prst="rect">
            <a:avLst/>
          </a:prstGeom>
          <a:solidFill xmlns:a="http://schemas.openxmlformats.org/drawingml/2006/main">
            <a:srgbClr val="33824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1599062-5936-4EB6-8831-BE033FD32CBB}"/>
              </a:ext>
            </a:extLst>
          </p:cNvPr>
          <p:cNvSpPr>
            <a:spLocks xmlns:a="http://schemas.openxmlformats.org/drawingml/2006/main" noGrp="1"/>
          </p:cNvSpPr>
          <p:nvPr/>
        </p:nvSpPr>
        <p:spPr>
          <a:xfrm xmlns:a="http://schemas.openxmlformats.org/drawingml/2006/main">
            <a:off x="914400" y="4381500"/>
            <a:ext cx="459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33824A"/>
                </a:solidFill>
                <a:latin typeface="Yu Gothic"/>
                <a:ea typeface="Yu Gothic"/>
                <a:cs typeface="Yu Gothic"/>
              </a:defRPr>
            </a:pPr>
            <a:r>
              <a:rPr sz="1500" b="1">
                <a:solidFill>
                  <a:srgbClr val="33824A"/>
                </a:solidFill>
                <a:latin typeface="Yu Gothic"/>
                <a:ea typeface="Yu Gothic"/>
                <a:cs typeface="Yu Gothic"/>
              </a:rPr>
              <a:t>達成できたこと</a:t>
            </a:r>
          </a:p>
        </p:txBody>
      </p:sp>
      <p:sp>
        <p:nvSpPr>
          <p:cNvPr id="19" name="">
            <a:extLst xmlns:a="http://schemas.openxmlformats.org/drawingml/2006/main">
              <a:ext uri="{FF2B5EF4-FFF2-40B4-BE49-F238E27FC236}">
                <a16:creationId xmlns:a16="http://schemas.microsoft.com/office/drawing/2014/main" id="{39C0B6FB-4268-4CC3-B5F1-308E75988146}"/>
              </a:ext>
            </a:extLst>
          </p:cNvPr>
          <p:cNvSpPr>
            <a:spLocks xmlns:a="http://schemas.openxmlformats.org/drawingml/2006/main" noGrp="1"/>
          </p:cNvSpPr>
          <p:nvPr/>
        </p:nvSpPr>
        <p:spPr>
          <a:xfrm xmlns:a="http://schemas.openxmlformats.org/drawingml/2006/main">
            <a:off x="914400" y="4762500"/>
            <a:ext cx="4591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2607A"/>
                </a:solidFill>
                <a:latin typeface="Yu Gothic"/>
                <a:ea typeface="Yu Gothic"/>
                <a:cs typeface="Yu Gothic"/>
              </a:defRPr>
            </a:pPr>
            <a:r>
              <a:rPr sz="1275" b="0">
                <a:solidFill>
                  <a:srgbClr val="52607A"/>
                </a:solidFill>
                <a:latin typeface="Yu Gothic"/>
                <a:ea typeface="Yu Gothic"/>
                <a:cs typeface="Yu Gothic"/>
              </a:rPr>
              <a:t>AIへ変更依頼できる</a:t>
            </a:r>
          </a:p>
        </p:txBody>
      </p:sp>
      <p:sp>
        <p:nvSpPr>
          <p:cNvPr id="20" name="">
            <a:extLst xmlns:a="http://schemas.openxmlformats.org/drawingml/2006/main">
              <a:ext uri="{FF2B5EF4-FFF2-40B4-BE49-F238E27FC236}">
                <a16:creationId xmlns:a16="http://schemas.microsoft.com/office/drawing/2014/main" id="{86E92891-EF3E-4554-A9DF-EC679AA33548}"/>
              </a:ext>
            </a:extLst>
          </p:cNvPr>
          <p:cNvSpPr>
            <a:spLocks xmlns:a="http://schemas.openxmlformats.org/drawingml/2006/main" noGrp="1"/>
          </p:cNvSpPr>
          <p:nvPr/>
        </p:nvSpPr>
        <p:spPr>
          <a:xfrm xmlns:a="http://schemas.openxmlformats.org/drawingml/2006/main">
            <a:off x="6076950" y="4229100"/>
            <a:ext cx="5048250" cy="1104900"/>
          </a:xfrm>
          <a:prstGeom xmlns:a="http://schemas.openxmlformats.org/drawingml/2006/main" prst="rect">
            <a:avLst/>
          </a:prstGeom>
          <a:solidFill xmlns:a="http://schemas.openxmlformats.org/drawingml/2006/main">
            <a:srgbClr val="FFF6EE"/>
          </a:solidFill>
          <a:ln xmlns:a="http://schemas.openxmlformats.org/drawingml/2006/main" w="9525">
            <a:solidFill>
              <a:srgbClr val="E3C6A7"/>
            </a:solidFill>
            <a:prstDash val="solid"/>
          </a:ln>
        </p:spPr>
      </p:sp>
      <p:sp>
        <p:nvSpPr>
          <p:cNvPr id="21" name="">
            <a:extLst xmlns:a="http://schemas.openxmlformats.org/drawingml/2006/main">
              <a:ext uri="{FF2B5EF4-FFF2-40B4-BE49-F238E27FC236}">
                <a16:creationId xmlns:a16="http://schemas.microsoft.com/office/drawing/2014/main" id="{1FB8828C-0DFC-47C4-8A0E-CFFC7D09CF5D}"/>
              </a:ext>
            </a:extLst>
          </p:cNvPr>
          <p:cNvSpPr>
            <a:spLocks xmlns:a="http://schemas.openxmlformats.org/drawingml/2006/main" noGrp="1"/>
          </p:cNvSpPr>
          <p:nvPr/>
        </p:nvSpPr>
        <p:spPr>
          <a:xfrm xmlns:a="http://schemas.openxmlformats.org/drawingml/2006/main">
            <a:off x="6076950" y="4229100"/>
            <a:ext cx="66675" cy="1104900"/>
          </a:xfrm>
          <a:prstGeom xmlns:a="http://schemas.openxmlformats.org/drawingml/2006/main" prst="rect">
            <a:avLst/>
          </a:prstGeom>
          <a:solidFill xmlns:a="http://schemas.openxmlformats.org/drawingml/2006/main">
            <a:srgbClr val="C85B1A"/>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45002293-9F50-40BD-999E-E70AF5501D65}"/>
              </a:ext>
            </a:extLst>
          </p:cNvPr>
          <p:cNvSpPr>
            <a:spLocks xmlns:a="http://schemas.openxmlformats.org/drawingml/2006/main" noGrp="1"/>
          </p:cNvSpPr>
          <p:nvPr/>
        </p:nvSpPr>
        <p:spPr>
          <a:xfrm xmlns:a="http://schemas.openxmlformats.org/drawingml/2006/main">
            <a:off x="6305550" y="4381500"/>
            <a:ext cx="459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C85B1A"/>
                </a:solidFill>
                <a:latin typeface="Yu Gothic"/>
                <a:ea typeface="Yu Gothic"/>
                <a:cs typeface="Yu Gothic"/>
              </a:defRPr>
            </a:pPr>
            <a:r>
              <a:rPr sz="1500" b="1">
                <a:solidFill>
                  <a:srgbClr val="C85B1A"/>
                </a:solidFill>
                <a:latin typeface="Yu Gothic"/>
                <a:ea typeface="Yu Gothic"/>
                <a:cs typeface="Yu Gothic"/>
              </a:rPr>
              <a:t>まだ足りないこと</a:t>
            </a:r>
          </a:p>
        </p:txBody>
      </p:sp>
      <p:sp>
        <p:nvSpPr>
          <p:cNvPr id="23" name="">
            <a:extLst xmlns:a="http://schemas.openxmlformats.org/drawingml/2006/main">
              <a:ext uri="{FF2B5EF4-FFF2-40B4-BE49-F238E27FC236}">
                <a16:creationId xmlns:a16="http://schemas.microsoft.com/office/drawing/2014/main" id="{A1DED866-C97E-4EE4-BE68-E9FB38C93559}"/>
              </a:ext>
            </a:extLst>
          </p:cNvPr>
          <p:cNvSpPr>
            <a:spLocks xmlns:a="http://schemas.openxmlformats.org/drawingml/2006/main" noGrp="1"/>
          </p:cNvSpPr>
          <p:nvPr/>
        </p:nvSpPr>
        <p:spPr>
          <a:xfrm xmlns:a="http://schemas.openxmlformats.org/drawingml/2006/main">
            <a:off x="6305550" y="4762500"/>
            <a:ext cx="4591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2607A"/>
                </a:solidFill>
                <a:latin typeface="Yu Gothic"/>
                <a:ea typeface="Yu Gothic"/>
                <a:cs typeface="Yu Gothic"/>
              </a:defRPr>
            </a:pPr>
            <a:r>
              <a:rPr sz="1275" b="0">
                <a:solidFill>
                  <a:srgbClr val="52607A"/>
                </a:solidFill>
                <a:latin typeface="Yu Gothic"/>
                <a:ea typeface="Yu Gothic"/>
                <a:cs typeface="Yu Gothic"/>
              </a:rPr>
              <a:t>証明と記録がない</a:t>
            </a:r>
          </a:p>
        </p:txBody>
      </p:sp>
      <p:sp>
        <p:nvSpPr>
          <p:cNvPr id="24" name="">
            <a:extLst xmlns:a="http://schemas.openxmlformats.org/drawingml/2006/main">
              <a:ext uri="{FF2B5EF4-FFF2-40B4-BE49-F238E27FC236}">
                <a16:creationId xmlns:a16="http://schemas.microsoft.com/office/drawing/2014/main" id="{AA2D4991-FD2F-45AB-9537-456BA1315606}"/>
              </a:ext>
            </a:extLst>
          </p:cNvPr>
          <p:cNvSpPr>
            <a:spLocks xmlns:a="http://schemas.openxmlformats.org/drawingml/2006/main" noGrp="1"/>
          </p:cNvSpPr>
          <p:nvPr/>
        </p:nvSpPr>
        <p:spPr>
          <a:xfrm xmlns:a="http://schemas.openxmlformats.org/drawingml/2006/main">
            <a:off x="685800" y="5734050"/>
            <a:ext cx="1657350" cy="476250"/>
          </a:xfrm>
          <a:prstGeom xmlns:a="http://schemas.openxmlformats.org/drawingml/2006/main" prst="rect">
            <a:avLst/>
          </a:prstGeom>
          <a:solidFill xmlns:a="http://schemas.openxmlformats.org/drawingml/2006/main">
            <a:srgbClr val="E4DED4"/>
          </a:solidFill>
          <a:ln xmlns:a="http://schemas.openxmlformats.org/drawingml/2006/main" w="9525">
            <a:solidFill>
              <a:srgbClr val="E4DED4"/>
            </a:solidFill>
            <a:prstDash val="solid"/>
          </a:ln>
        </p:spPr>
      </p:sp>
      <p:sp>
        <p:nvSpPr>
          <p:cNvPr id="25" name="">
            <a:extLst xmlns:a="http://schemas.openxmlformats.org/drawingml/2006/main">
              <a:ext uri="{FF2B5EF4-FFF2-40B4-BE49-F238E27FC236}">
                <a16:creationId xmlns:a16="http://schemas.microsoft.com/office/drawing/2014/main" id="{1AE0715A-B82C-43A0-8773-0F894046974E}"/>
              </a:ext>
            </a:extLst>
          </p:cNvPr>
          <p:cNvSpPr>
            <a:spLocks xmlns:a="http://schemas.openxmlformats.org/drawingml/2006/main" noGrp="1"/>
          </p:cNvSpPr>
          <p:nvPr/>
        </p:nvSpPr>
        <p:spPr>
          <a:xfrm xmlns:a="http://schemas.openxmlformats.org/drawingml/2006/main">
            <a:off x="8001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L0</a:t>
            </a:r>
          </a:p>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開始前</a:t>
            </a:r>
          </a:p>
        </p:txBody>
      </p:sp>
      <p:sp>
        <p:nvSpPr>
          <p:cNvPr id="26" name="">
            <a:extLst xmlns:a="http://schemas.openxmlformats.org/drawingml/2006/main">
              <a:ext uri="{FF2B5EF4-FFF2-40B4-BE49-F238E27FC236}">
                <a16:creationId xmlns:a16="http://schemas.microsoft.com/office/drawing/2014/main" id="{35AB9C2B-51C5-4518-9580-C1EF923FD264}"/>
              </a:ext>
            </a:extLst>
          </p:cNvPr>
          <p:cNvSpPr>
            <a:spLocks xmlns:a="http://schemas.openxmlformats.org/drawingml/2006/main" noGrp="1"/>
          </p:cNvSpPr>
          <p:nvPr/>
        </p:nvSpPr>
        <p:spPr>
          <a:xfrm xmlns:a="http://schemas.openxmlformats.org/drawingml/2006/main">
            <a:off x="2438400" y="5734050"/>
            <a:ext cx="1657350" cy="476250"/>
          </a:xfrm>
          <a:prstGeom xmlns:a="http://schemas.openxmlformats.org/drawingml/2006/main" prst="rect">
            <a:avLst/>
          </a:prstGeom>
          <a:solidFill xmlns:a="http://schemas.openxmlformats.org/drawingml/2006/main">
            <a:srgbClr val="33824A"/>
          </a:solidFill>
          <a:ln xmlns:a="http://schemas.openxmlformats.org/drawingml/2006/main" w="9525">
            <a:solidFill>
              <a:srgbClr val="33824A"/>
            </a:solidFill>
            <a:prstDash val="solid"/>
          </a:ln>
        </p:spPr>
      </p:sp>
      <p:sp>
        <p:nvSpPr>
          <p:cNvPr id="27" name="">
            <a:extLst xmlns:a="http://schemas.openxmlformats.org/drawingml/2006/main">
              <a:ext uri="{FF2B5EF4-FFF2-40B4-BE49-F238E27FC236}">
                <a16:creationId xmlns:a16="http://schemas.microsoft.com/office/drawing/2014/main" id="{630C73C2-151A-4B08-9B52-AFA00FBEC831}"/>
              </a:ext>
            </a:extLst>
          </p:cNvPr>
          <p:cNvSpPr>
            <a:spLocks xmlns:a="http://schemas.openxmlformats.org/drawingml/2006/main" noGrp="1"/>
          </p:cNvSpPr>
          <p:nvPr/>
        </p:nvSpPr>
        <p:spPr>
          <a:xfrm xmlns:a="http://schemas.openxmlformats.org/drawingml/2006/main">
            <a:off x="25527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Yu Gothic"/>
                <a:ea typeface="Yu Gothic"/>
                <a:cs typeface="Yu Gothic"/>
              </a:defRPr>
            </a:pPr>
            <a:r>
              <a:rPr sz="1050" b="1">
                <a:solidFill>
                  <a:srgbClr val="FFFFFF"/>
                </a:solidFill>
                <a:latin typeface="Yu Gothic"/>
                <a:ea typeface="Yu Gothic"/>
                <a:cs typeface="Yu Gothic"/>
              </a:rPr>
              <a:t>L1</a:t>
            </a:r>
          </a:p>
          <a:p xmlns:a="http://schemas.openxmlformats.org/drawingml/2006/main">
            <a:pPr algn="ctr">
              <a:defRPr sz="1050" b="1">
                <a:solidFill>
                  <a:srgbClr val="FFFFFF"/>
                </a:solidFill>
                <a:latin typeface="Yu Gothic"/>
                <a:ea typeface="Yu Gothic"/>
                <a:cs typeface="Yu Gothic"/>
              </a:defRPr>
            </a:pPr>
            <a:r>
              <a:rPr sz="1050" b="1">
                <a:solidFill>
                  <a:srgbClr val="FFFFFF"/>
                </a:solidFill>
                <a:latin typeface="Yu Gothic"/>
                <a:ea typeface="Yu Gothic"/>
                <a:cs typeface="Yu Gothic"/>
              </a:rPr>
              <a:t>変更</a:t>
            </a:r>
          </a:p>
        </p:txBody>
      </p:sp>
      <p:sp>
        <p:nvSpPr>
          <p:cNvPr id="28" name="">
            <a:extLst xmlns:a="http://schemas.openxmlformats.org/drawingml/2006/main">
              <a:ext uri="{FF2B5EF4-FFF2-40B4-BE49-F238E27FC236}">
                <a16:creationId xmlns:a16="http://schemas.microsoft.com/office/drawing/2014/main" id="{CF57064E-08EA-49FA-918D-0B23212F90AA}"/>
              </a:ext>
            </a:extLst>
          </p:cNvPr>
          <p:cNvSpPr>
            <a:spLocks xmlns:a="http://schemas.openxmlformats.org/drawingml/2006/main" noGrp="1"/>
          </p:cNvSpPr>
          <p:nvPr/>
        </p:nvSpPr>
        <p:spPr>
          <a:xfrm xmlns:a="http://schemas.openxmlformats.org/drawingml/2006/main">
            <a:off x="4191000" y="5734050"/>
            <a:ext cx="1657350" cy="476250"/>
          </a:xfrm>
          <a:prstGeom xmlns:a="http://schemas.openxmlformats.org/drawingml/2006/main" prst="rect">
            <a:avLst/>
          </a:prstGeom>
          <a:solidFill xmlns:a="http://schemas.openxmlformats.org/drawingml/2006/main">
            <a:srgbClr val="E4DED4"/>
          </a:solidFill>
          <a:ln xmlns:a="http://schemas.openxmlformats.org/drawingml/2006/main" w="9525">
            <a:solidFill>
              <a:srgbClr val="E4DED4"/>
            </a:solidFill>
            <a:prstDash val="solid"/>
          </a:ln>
        </p:spPr>
      </p:sp>
      <p:sp>
        <p:nvSpPr>
          <p:cNvPr id="29" name="">
            <a:extLst xmlns:a="http://schemas.openxmlformats.org/drawingml/2006/main">
              <a:ext uri="{FF2B5EF4-FFF2-40B4-BE49-F238E27FC236}">
                <a16:creationId xmlns:a16="http://schemas.microsoft.com/office/drawing/2014/main" id="{18662D60-1BA9-43C0-BD0B-C99E4B862B59}"/>
              </a:ext>
            </a:extLst>
          </p:cNvPr>
          <p:cNvSpPr>
            <a:spLocks xmlns:a="http://schemas.openxmlformats.org/drawingml/2006/main" noGrp="1"/>
          </p:cNvSpPr>
          <p:nvPr/>
        </p:nvSpPr>
        <p:spPr>
          <a:xfrm xmlns:a="http://schemas.openxmlformats.org/drawingml/2006/main">
            <a:off x="43053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L2</a:t>
            </a:r>
          </a:p>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挙動</a:t>
            </a:r>
          </a:p>
        </p:txBody>
      </p:sp>
      <p:sp>
        <p:nvSpPr>
          <p:cNvPr id="30" name="">
            <a:extLst xmlns:a="http://schemas.openxmlformats.org/drawingml/2006/main">
              <a:ext uri="{FF2B5EF4-FFF2-40B4-BE49-F238E27FC236}">
                <a16:creationId xmlns:a16="http://schemas.microsoft.com/office/drawing/2014/main" id="{04FA3598-D2DB-4808-A4F8-3C6B555F1FC4}"/>
              </a:ext>
            </a:extLst>
          </p:cNvPr>
          <p:cNvSpPr>
            <a:spLocks xmlns:a="http://schemas.openxmlformats.org/drawingml/2006/main" noGrp="1"/>
          </p:cNvSpPr>
          <p:nvPr/>
        </p:nvSpPr>
        <p:spPr>
          <a:xfrm xmlns:a="http://schemas.openxmlformats.org/drawingml/2006/main">
            <a:off x="5943600" y="5734050"/>
            <a:ext cx="1657350" cy="476250"/>
          </a:xfrm>
          <a:prstGeom xmlns:a="http://schemas.openxmlformats.org/drawingml/2006/main" prst="rect">
            <a:avLst/>
          </a:prstGeom>
          <a:solidFill xmlns:a="http://schemas.openxmlformats.org/drawingml/2006/main">
            <a:srgbClr val="E4DED4"/>
          </a:solidFill>
          <a:ln xmlns:a="http://schemas.openxmlformats.org/drawingml/2006/main" w="9525">
            <a:solidFill>
              <a:srgbClr val="E4DED4"/>
            </a:solidFill>
            <a:prstDash val="solid"/>
          </a:ln>
        </p:spPr>
      </p:sp>
      <p:sp>
        <p:nvSpPr>
          <p:cNvPr id="31" name="">
            <a:extLst xmlns:a="http://schemas.openxmlformats.org/drawingml/2006/main">
              <a:ext uri="{FF2B5EF4-FFF2-40B4-BE49-F238E27FC236}">
                <a16:creationId xmlns:a16="http://schemas.microsoft.com/office/drawing/2014/main" id="{7EC5DA33-74A9-478C-B401-DBBEAAC998F6}"/>
              </a:ext>
            </a:extLst>
          </p:cNvPr>
          <p:cNvSpPr>
            <a:spLocks xmlns:a="http://schemas.openxmlformats.org/drawingml/2006/main" noGrp="1"/>
          </p:cNvSpPr>
          <p:nvPr/>
        </p:nvSpPr>
        <p:spPr>
          <a:xfrm xmlns:a="http://schemas.openxmlformats.org/drawingml/2006/main">
            <a:off x="60579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L3</a:t>
            </a:r>
          </a:p>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構造</a:t>
            </a:r>
          </a:p>
        </p:txBody>
      </p:sp>
      <p:sp>
        <p:nvSpPr>
          <p:cNvPr id="32" name="">
            <a:extLst xmlns:a="http://schemas.openxmlformats.org/drawingml/2006/main">
              <a:ext uri="{FF2B5EF4-FFF2-40B4-BE49-F238E27FC236}">
                <a16:creationId xmlns:a16="http://schemas.microsoft.com/office/drawing/2014/main" id="{89D6B4CD-5806-4806-B0CA-FE0B4C5C344E}"/>
              </a:ext>
            </a:extLst>
          </p:cNvPr>
          <p:cNvSpPr>
            <a:spLocks xmlns:a="http://schemas.openxmlformats.org/drawingml/2006/main" noGrp="1"/>
          </p:cNvSpPr>
          <p:nvPr/>
        </p:nvSpPr>
        <p:spPr>
          <a:xfrm xmlns:a="http://schemas.openxmlformats.org/drawingml/2006/main">
            <a:off x="7696200" y="5734050"/>
            <a:ext cx="1657350" cy="476250"/>
          </a:xfrm>
          <a:prstGeom xmlns:a="http://schemas.openxmlformats.org/drawingml/2006/main" prst="rect">
            <a:avLst/>
          </a:prstGeom>
          <a:solidFill xmlns:a="http://schemas.openxmlformats.org/drawingml/2006/main">
            <a:srgbClr val="E4DED4"/>
          </a:solidFill>
          <a:ln xmlns:a="http://schemas.openxmlformats.org/drawingml/2006/main" w="9525">
            <a:solidFill>
              <a:srgbClr val="E4DED4"/>
            </a:solidFill>
            <a:prstDash val="solid"/>
          </a:ln>
        </p:spPr>
      </p:sp>
      <p:sp>
        <p:nvSpPr>
          <p:cNvPr id="33" name="">
            <a:extLst xmlns:a="http://schemas.openxmlformats.org/drawingml/2006/main">
              <a:ext uri="{FF2B5EF4-FFF2-40B4-BE49-F238E27FC236}">
                <a16:creationId xmlns:a16="http://schemas.microsoft.com/office/drawing/2014/main" id="{5100148F-1B09-45A0-AA47-6DD78E831D5E}"/>
              </a:ext>
            </a:extLst>
          </p:cNvPr>
          <p:cNvSpPr>
            <a:spLocks xmlns:a="http://schemas.openxmlformats.org/drawingml/2006/main" noGrp="1"/>
          </p:cNvSpPr>
          <p:nvPr/>
        </p:nvSpPr>
        <p:spPr>
          <a:xfrm xmlns:a="http://schemas.openxmlformats.org/drawingml/2006/main">
            <a:off x="78105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L4</a:t>
            </a:r>
          </a:p>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候補</a:t>
            </a:r>
          </a:p>
        </p:txBody>
      </p:sp>
      <p:sp>
        <p:nvSpPr>
          <p:cNvPr id="34" name="">
            <a:extLst xmlns:a="http://schemas.openxmlformats.org/drawingml/2006/main">
              <a:ext uri="{FF2B5EF4-FFF2-40B4-BE49-F238E27FC236}">
                <a16:creationId xmlns:a16="http://schemas.microsoft.com/office/drawing/2014/main" id="{84AAFC6A-7DF4-4C53-8567-AC0505BC6099}"/>
              </a:ext>
            </a:extLst>
          </p:cNvPr>
          <p:cNvSpPr>
            <a:spLocks xmlns:a="http://schemas.openxmlformats.org/drawingml/2006/main" noGrp="1"/>
          </p:cNvSpPr>
          <p:nvPr/>
        </p:nvSpPr>
        <p:spPr>
          <a:xfrm xmlns:a="http://schemas.openxmlformats.org/drawingml/2006/main">
            <a:off x="9448800" y="5734050"/>
            <a:ext cx="1657350" cy="476250"/>
          </a:xfrm>
          <a:prstGeom xmlns:a="http://schemas.openxmlformats.org/drawingml/2006/main" prst="rect">
            <a:avLst/>
          </a:prstGeom>
          <a:solidFill xmlns:a="http://schemas.openxmlformats.org/drawingml/2006/main">
            <a:srgbClr val="E4DED4"/>
          </a:solidFill>
          <a:ln xmlns:a="http://schemas.openxmlformats.org/drawingml/2006/main" w="9525">
            <a:solidFill>
              <a:srgbClr val="E4DED4"/>
            </a:solidFill>
            <a:prstDash val="solid"/>
          </a:ln>
        </p:spPr>
      </p:sp>
      <p:sp>
        <p:nvSpPr>
          <p:cNvPr id="35" name="">
            <a:extLst xmlns:a="http://schemas.openxmlformats.org/drawingml/2006/main">
              <a:ext uri="{FF2B5EF4-FFF2-40B4-BE49-F238E27FC236}">
                <a16:creationId xmlns:a16="http://schemas.microsoft.com/office/drawing/2014/main" id="{BBDA9862-70CF-4EC0-A5C5-9D8FAA58CE3B}"/>
              </a:ext>
            </a:extLst>
          </p:cNvPr>
          <p:cNvSpPr>
            <a:spLocks xmlns:a="http://schemas.openxmlformats.org/drawingml/2006/main" noGrp="1"/>
          </p:cNvSpPr>
          <p:nvPr/>
        </p:nvSpPr>
        <p:spPr>
          <a:xfrm xmlns:a="http://schemas.openxmlformats.org/drawingml/2006/main">
            <a:off x="95631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L5</a:t>
            </a:r>
          </a:p>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介入圧縮</a:t>
            </a:r>
          </a:p>
        </p:txBody>
      </p:sp>
    </p:spTree>
    <p:extLst>
      <p:ext uri="{BB962C8B-B14F-4D97-AF65-F5344CB8AC3E}">
        <p14:creationId xmlns:p14="http://schemas.microsoft.com/office/powerpoint/2010/main" val="1436369263"/>
      </p:ext>
    </p:extLst>
  </p:cSld>
</p:sld>
</file>

<file path=ppt/slides/slide15.xml><?xml version="1.0" encoding="utf-8"?>
<p:sld xmlns:p="http://schemas.openxmlformats.org/presentationml/2006/main">
  <p:cSld>
    <p:bg>
      <p:bgPr>
        <a:solidFill xmlns:a="http://schemas.openxmlformats.org/drawingml/2006/main">
          <a:srgbClr val="ECE7E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5883D13-261F-49F5-9ABC-A26FCA9F4A6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245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E02D338-4609-4451-8EF6-574FC43D5D49}"/>
              </a:ext>
            </a:extLst>
          </p:cNvPr>
          <p:cNvSpPr>
            <a:spLocks xmlns:a="http://schemas.openxmlformats.org/drawingml/2006/main" noGrp="1"/>
          </p:cNvSpPr>
          <p:nvPr/>
        </p:nvSpPr>
        <p:spPr>
          <a:xfrm xmlns:a="http://schemas.openxmlformats.org/drawingml/2006/main">
            <a:off x="514350" y="400050"/>
            <a:ext cx="76200" cy="266700"/>
          </a:xfrm>
          <a:prstGeom xmlns:a="http://schemas.openxmlformats.org/drawingml/2006/main" prst="rect">
            <a:avLst/>
          </a:prstGeom>
          <a:solidFill xmlns:a="http://schemas.openxmlformats.org/drawingml/2006/main">
            <a:srgbClr val="33824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414AEDE-B386-44AF-BBCA-AA9A132ADC93}"/>
              </a:ext>
            </a:extLst>
          </p:cNvPr>
          <p:cNvSpPr>
            <a:spLocks xmlns:a="http://schemas.openxmlformats.org/drawingml/2006/main" noGrp="1"/>
          </p:cNvSpPr>
          <p:nvPr/>
        </p:nvSpPr>
        <p:spPr>
          <a:xfrm xmlns:a="http://schemas.openxmlformats.org/drawingml/2006/main">
            <a:off x="704850" y="381000"/>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33824A"/>
                </a:solidFill>
                <a:latin typeface="Yu Gothic"/>
                <a:ea typeface="Yu Gothic"/>
                <a:cs typeface="Yu Gothic"/>
              </a:defRPr>
            </a:pPr>
            <a:r>
              <a:rPr sz="975" b="1">
                <a:solidFill>
                  <a:srgbClr val="33824A"/>
                </a:solidFill>
                <a:latin typeface="Yu Gothic"/>
                <a:ea typeface="Yu Gothic"/>
                <a:cs typeface="Yu Gothic"/>
              </a:rPr>
              <a:t>DEMO 1 RESULT</a:t>
            </a:r>
          </a:p>
        </p:txBody>
      </p:sp>
      <p:sp>
        <p:nvSpPr>
          <p:cNvPr id="4" name="">
            <a:extLst xmlns:a="http://schemas.openxmlformats.org/drawingml/2006/main">
              <a:ext uri="{FF2B5EF4-FFF2-40B4-BE49-F238E27FC236}">
                <a16:creationId xmlns:a16="http://schemas.microsoft.com/office/drawing/2014/main" id="{CE19DEA9-EDF8-4BC6-9AB5-3638318963CE}"/>
              </a:ext>
            </a:extLst>
          </p:cNvPr>
          <p:cNvSpPr>
            <a:spLocks xmlns:a="http://schemas.openxmlformats.org/drawingml/2006/main" noGrp="1"/>
          </p:cNvSpPr>
          <p:nvPr/>
        </p:nvSpPr>
        <p:spPr>
          <a:xfrm xmlns:a="http://schemas.openxmlformats.org/drawingml/2006/main">
            <a:off x="533400" y="857250"/>
            <a:ext cx="1000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72452"/>
                </a:solidFill>
                <a:latin typeface="Yu Gothic"/>
                <a:ea typeface="Yu Gothic"/>
                <a:cs typeface="Yu Gothic"/>
              </a:defRPr>
            </a:pPr>
            <a:r>
              <a:rPr sz="2700" b="1">
                <a:solidFill>
                  <a:srgbClr val="172452"/>
                </a:solidFill>
                <a:latin typeface="Yu Gothic"/>
                <a:ea typeface="Yu Gothic"/>
                <a:cs typeface="Yu Gothic"/>
              </a:rPr>
              <a:t>正しく直っても、テストなしでは証明できない</a:t>
            </a:r>
          </a:p>
        </p:txBody>
      </p:sp>
      <p:sp>
        <p:nvSpPr>
          <p:cNvPr id="5" name="">
            <a:extLst xmlns:a="http://schemas.openxmlformats.org/drawingml/2006/main">
              <a:ext uri="{FF2B5EF4-FFF2-40B4-BE49-F238E27FC236}">
                <a16:creationId xmlns:a16="http://schemas.microsoft.com/office/drawing/2014/main" id="{6A1D6A57-6066-4AB4-BFAF-3273773B4534}"/>
              </a:ext>
            </a:extLst>
          </p:cNvPr>
          <p:cNvSpPr>
            <a:spLocks xmlns:a="http://schemas.openxmlformats.org/drawingml/2006/main" noGrp="1"/>
          </p:cNvSpPr>
          <p:nvPr/>
        </p:nvSpPr>
        <p:spPr>
          <a:xfrm xmlns:a="http://schemas.openxmlformats.org/drawingml/2006/main">
            <a:off x="11125200" y="632460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52607A"/>
                </a:solidFill>
                <a:latin typeface="Yu Gothic"/>
                <a:ea typeface="Yu Gothic"/>
                <a:cs typeface="Yu Gothic"/>
              </a:defRPr>
            </a:pPr>
            <a:r>
              <a:rPr sz="900" b="0">
                <a:solidFill>
                  <a:srgbClr val="52607A"/>
                </a:solidFill>
                <a:latin typeface="Yu Gothic"/>
                <a:ea typeface="Yu Gothic"/>
                <a:cs typeface="Yu Gothic"/>
              </a:rPr>
              <a:t>15</a:t>
            </a:r>
          </a:p>
        </p:txBody>
      </p:sp>
      <p:sp>
        <p:nvSpPr>
          <p:cNvPr id="6" name="">
            <a:extLst xmlns:a="http://schemas.openxmlformats.org/drawingml/2006/main">
              <a:ext uri="{FF2B5EF4-FFF2-40B4-BE49-F238E27FC236}">
                <a16:creationId xmlns:a16="http://schemas.microsoft.com/office/drawing/2014/main" id="{C62B2A97-0F9E-4721-B334-B18DBF2EDED9}"/>
              </a:ext>
            </a:extLst>
          </p:cNvPr>
          <p:cNvSpPr>
            <a:spLocks xmlns:a="http://schemas.openxmlformats.org/drawingml/2006/main" noGrp="1"/>
          </p:cNvSpPr>
          <p:nvPr/>
        </p:nvSpPr>
        <p:spPr>
          <a:xfrm xmlns:a="http://schemas.openxmlformats.org/drawingml/2006/main">
            <a:off x="742950" y="1809750"/>
            <a:ext cx="5905500" cy="2095500"/>
          </a:xfrm>
          <a:prstGeom xmlns:a="http://schemas.openxmlformats.org/drawingml/2006/main" prst="rect">
            <a:avLst/>
          </a:prstGeom>
          <a:solidFill xmlns:a="http://schemas.openxmlformats.org/drawingml/2006/main">
            <a:srgbClr val="172452"/>
          </a:solidFill>
          <a:ln xmlns:a="http://schemas.openxmlformats.org/drawingml/2006/main" w="9525">
            <a:solidFill>
              <a:srgbClr val="172452"/>
            </a:solidFill>
            <a:prstDash val="solid"/>
          </a:ln>
        </p:spPr>
      </p:sp>
      <p:sp>
        <p:nvSpPr>
          <p:cNvPr id="7" name="">
            <a:extLst xmlns:a="http://schemas.openxmlformats.org/drawingml/2006/main">
              <a:ext uri="{FF2B5EF4-FFF2-40B4-BE49-F238E27FC236}">
                <a16:creationId xmlns:a16="http://schemas.microsoft.com/office/drawing/2014/main" id="{E2747302-2115-4096-8888-4A1FD7E0693D}"/>
              </a:ext>
            </a:extLst>
          </p:cNvPr>
          <p:cNvSpPr>
            <a:spLocks xmlns:a="http://schemas.openxmlformats.org/drawingml/2006/main" noGrp="1"/>
          </p:cNvSpPr>
          <p:nvPr/>
        </p:nvSpPr>
        <p:spPr>
          <a:xfrm xmlns:a="http://schemas.openxmlformats.org/drawingml/2006/main">
            <a:off x="952500" y="2000250"/>
            <a:ext cx="54864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F8FAFC"/>
                </a:solidFill>
                <a:latin typeface="Menlo"/>
                <a:ea typeface="Menlo"/>
                <a:cs typeface="Menlo"/>
              </a:defRPr>
            </a:pPr>
            <a:r>
              <a:rPr sz="1425" b="0">
                <a:solidFill>
                  <a:srgbClr val="F8FAFC"/>
                </a:solidFill>
                <a:latin typeface="Menlo"/>
                <a:ea typeface="Menlo"/>
                <a:cs typeface="Menlo"/>
              </a:rPr>
              <a:t>$ curl subtotal=6000</a:t>
            </a:r>
          </a:p>
          <a:p xmlns:a="http://schemas.openxmlformats.org/drawingml/2006/main">
            <a:pPr algn="l">
              <a:defRPr sz="1425" b="0">
                <a:solidFill>
                  <a:srgbClr val="F8FAFC"/>
                </a:solidFill>
                <a:latin typeface="Menlo"/>
                <a:ea typeface="Menlo"/>
                <a:cs typeface="Menlo"/>
              </a:defRPr>
            </a:pPr>
            <a:r>
              <a:rPr sz="1425" b="0">
                <a:solidFill>
                  <a:srgbClr val="F8FAFC"/>
                </a:solidFill>
                <a:latin typeface="Menlo"/>
                <a:ea typeface="Menlo"/>
                <a:cs typeface="Menlo"/>
              </a:rPr>
              <a:t>{"subtotal":6000,"shippingFee":500,</a:t>
            </a:r>
          </a:p>
          <a:p xmlns:a="http://schemas.openxmlformats.org/drawingml/2006/main">
            <a:pPr algn="l">
              <a:defRPr sz="1425" b="0">
                <a:solidFill>
                  <a:srgbClr val="F8FAFC"/>
                </a:solidFill>
                <a:latin typeface="Menlo"/>
                <a:ea typeface="Menlo"/>
                <a:cs typeface="Menlo"/>
              </a:defRPr>
            </a:pPr>
            <a:r>
              <a:rPr sz="1425" b="0">
                <a:solidFill>
                  <a:srgbClr val="F8FAFC"/>
                </a:solidFill>
                <a:latin typeface="Menlo"/>
                <a:ea typeface="Menlo"/>
                <a:cs typeface="Menlo"/>
              </a:rPr>
              <a:t>"freeShippingThreshold":7000,</a:t>
            </a:r>
          </a:p>
          <a:p xmlns:a="http://schemas.openxmlformats.org/drawingml/2006/main">
            <a:pPr algn="l">
              <a:defRPr sz="1425" b="0">
                <a:solidFill>
                  <a:srgbClr val="F8FAFC"/>
                </a:solidFill>
                <a:latin typeface="Menlo"/>
                <a:ea typeface="Menlo"/>
                <a:cs typeface="Menlo"/>
              </a:defRPr>
            </a:pPr>
            <a:r>
              <a:rPr sz="1425" b="0">
                <a:solidFill>
                  <a:srgbClr val="F8FAFC"/>
                </a:solidFill>
                <a:latin typeface="Menlo"/>
                <a:ea typeface="Menlo"/>
                <a:cs typeface="Menlo"/>
              </a:rPr>
              <a:t>"freeShippingRemaining":0,</a:t>
            </a:r>
          </a:p>
          <a:p xmlns:a="http://schemas.openxmlformats.org/drawingml/2006/main">
            <a:pPr algn="l">
              <a:defRPr sz="1425" b="0">
                <a:solidFill>
                  <a:srgbClr val="F8FAFC"/>
                </a:solidFill>
                <a:latin typeface="Menlo"/>
                <a:ea typeface="Menlo"/>
                <a:cs typeface="Menlo"/>
              </a:defRPr>
            </a:pPr>
            <a:r>
              <a:rPr sz="1425" b="0">
                <a:solidFill>
                  <a:srgbClr val="F8FAFC"/>
                </a:solidFill>
                <a:latin typeface="Menlo"/>
                <a:ea typeface="Menlo"/>
                <a:cs typeface="Menlo"/>
              </a:rPr>
              <a:t>"message":"送料無料"}</a:t>
            </a:r>
          </a:p>
        </p:txBody>
      </p:sp>
      <p:sp>
        <p:nvSpPr>
          <p:cNvPr id="8" name="">
            <a:extLst xmlns:a="http://schemas.openxmlformats.org/drawingml/2006/main">
              <a:ext uri="{FF2B5EF4-FFF2-40B4-BE49-F238E27FC236}">
                <a16:creationId xmlns:a16="http://schemas.microsoft.com/office/drawing/2014/main" id="{32F09FB1-BDE5-4103-95F5-745E73C5670F}"/>
              </a:ext>
            </a:extLst>
          </p:cNvPr>
          <p:cNvSpPr>
            <a:spLocks xmlns:a="http://schemas.openxmlformats.org/drawingml/2006/main" noGrp="1"/>
          </p:cNvSpPr>
          <p:nvPr/>
        </p:nvSpPr>
        <p:spPr>
          <a:xfrm xmlns:a="http://schemas.openxmlformats.org/drawingml/2006/main">
            <a:off x="7086600" y="1809750"/>
            <a:ext cx="3905250" cy="2095500"/>
          </a:xfrm>
          <a:prstGeom xmlns:a="http://schemas.openxmlformats.org/drawingml/2006/main" prst="rect">
            <a:avLst/>
          </a:prstGeom>
          <a:solidFill xmlns:a="http://schemas.openxmlformats.org/drawingml/2006/main">
            <a:srgbClr val="FBF8F2"/>
          </a:solidFill>
          <a:ln xmlns:a="http://schemas.openxmlformats.org/drawingml/2006/main" w="9525">
            <a:solidFill>
              <a:srgbClr val="D5CEC4"/>
            </a:solidFill>
            <a:prstDash val="solid"/>
          </a:ln>
        </p:spPr>
      </p:sp>
      <p:sp>
        <p:nvSpPr>
          <p:cNvPr id="9" name="">
            <a:extLst xmlns:a="http://schemas.openxmlformats.org/drawingml/2006/main">
              <a:ext uri="{FF2B5EF4-FFF2-40B4-BE49-F238E27FC236}">
                <a16:creationId xmlns:a16="http://schemas.microsoft.com/office/drawing/2014/main" id="{6BFE7020-3E1E-47C1-8A3E-54D7D19AE219}"/>
              </a:ext>
            </a:extLst>
          </p:cNvPr>
          <p:cNvSpPr>
            <a:spLocks xmlns:a="http://schemas.openxmlformats.org/drawingml/2006/main" noGrp="1"/>
          </p:cNvSpPr>
          <p:nvPr/>
        </p:nvSpPr>
        <p:spPr>
          <a:xfrm xmlns:a="http://schemas.openxmlformats.org/drawingml/2006/main">
            <a:off x="7086600" y="1809750"/>
            <a:ext cx="66675" cy="2095500"/>
          </a:xfrm>
          <a:prstGeom xmlns:a="http://schemas.openxmlformats.org/drawingml/2006/main" prst="rect">
            <a:avLst/>
          </a:prstGeom>
          <a:solidFill xmlns:a="http://schemas.openxmlformats.org/drawingml/2006/main">
            <a:srgbClr val="1A4F8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E10FA61-C4CC-45F4-86E5-966CCF025692}"/>
              </a:ext>
            </a:extLst>
          </p:cNvPr>
          <p:cNvSpPr>
            <a:spLocks xmlns:a="http://schemas.openxmlformats.org/drawingml/2006/main" noGrp="1"/>
          </p:cNvSpPr>
          <p:nvPr/>
        </p:nvSpPr>
        <p:spPr>
          <a:xfrm xmlns:a="http://schemas.openxmlformats.org/drawingml/2006/main">
            <a:off x="7315200" y="1962150"/>
            <a:ext cx="3448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A4F8F"/>
                </a:solidFill>
                <a:latin typeface="Yu Gothic"/>
                <a:ea typeface="Yu Gothic"/>
                <a:cs typeface="Yu Gothic"/>
              </a:defRPr>
            </a:pPr>
            <a:r>
              <a:rPr sz="1500" b="1">
                <a:solidFill>
                  <a:srgbClr val="1A4F8F"/>
                </a:solidFill>
                <a:latin typeface="Yu Gothic"/>
                <a:ea typeface="Yu Gothic"/>
                <a:cs typeface="Yu Gothic"/>
              </a:rPr>
              <a:t>AIが両方直した場合でも</a:t>
            </a:r>
          </a:p>
        </p:txBody>
      </p:sp>
      <p:sp>
        <p:nvSpPr>
          <p:cNvPr id="11" name="">
            <a:extLst xmlns:a="http://schemas.openxmlformats.org/drawingml/2006/main">
              <a:ext uri="{FF2B5EF4-FFF2-40B4-BE49-F238E27FC236}">
                <a16:creationId xmlns:a16="http://schemas.microsoft.com/office/drawing/2014/main" id="{70F48E68-FD7D-4B98-B2BC-FBBCB9982868}"/>
              </a:ext>
            </a:extLst>
          </p:cNvPr>
          <p:cNvSpPr>
            <a:spLocks xmlns:a="http://schemas.openxmlformats.org/drawingml/2006/main" noGrp="1"/>
          </p:cNvSpPr>
          <p:nvPr/>
        </p:nvSpPr>
        <p:spPr>
          <a:xfrm xmlns:a="http://schemas.openxmlformats.org/drawingml/2006/main">
            <a:off x="7315200" y="2343150"/>
            <a:ext cx="344805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52607A"/>
                </a:solidFill>
                <a:latin typeface="Yu Gothic"/>
                <a:ea typeface="Yu Gothic"/>
                <a:cs typeface="Yu Gothic"/>
              </a:defRPr>
            </a:pPr>
            <a:r>
              <a:rPr sz="1500" b="0">
                <a:solidFill>
                  <a:srgbClr val="52607A"/>
                </a:solidFill>
                <a:latin typeface="Yu Gothic"/>
                <a:ea typeface="Yu Gothic"/>
                <a:cs typeface="Yu Gothic"/>
              </a:rPr>
              <a:t>testsなし / APIレスポンス形式チェックなし / 構造チェックなし / 判断記録なし。</a:t>
            </a:r>
          </a:p>
          <a:p xmlns:a="http://schemas.openxmlformats.org/drawingml/2006/main">
            <a:pPr algn="l">
              <a:defRPr sz="1500" b="0">
                <a:solidFill>
                  <a:srgbClr val="52607A"/>
                </a:solidFill>
                <a:latin typeface="Yu Gothic"/>
                <a:ea typeface="Yu Gothic"/>
                <a:cs typeface="Yu Gothic"/>
              </a:defRPr>
            </a:pPr>
            <a:r>
              <a:rPr sz="1500" b="0">
                <a:solidFill>
                  <a:srgbClr val="52607A"/>
                </a:solidFill>
                <a:latin typeface="Yu Gothic"/>
                <a:ea typeface="Yu Gothic"/>
                <a:cs typeface="Yu Gothic"/>
              </a:rPr>
              <a:t>今回の成功を次回も守る根拠がない。</a:t>
            </a:r>
          </a:p>
        </p:txBody>
      </p:sp>
      <p:sp>
        <p:nvSpPr>
          <p:cNvPr id="12" name="">
            <a:extLst xmlns:a="http://schemas.openxmlformats.org/drawingml/2006/main">
              <a:ext uri="{FF2B5EF4-FFF2-40B4-BE49-F238E27FC236}">
                <a16:creationId xmlns:a16="http://schemas.microsoft.com/office/drawing/2014/main" id="{B3E4F3F1-E558-4E74-BFDD-D7F6E5F9D535}"/>
              </a:ext>
            </a:extLst>
          </p:cNvPr>
          <p:cNvSpPr>
            <a:spLocks xmlns:a="http://schemas.openxmlformats.org/drawingml/2006/main" noGrp="1"/>
          </p:cNvSpPr>
          <p:nvPr/>
        </p:nvSpPr>
        <p:spPr>
          <a:xfrm xmlns:a="http://schemas.openxmlformats.org/drawingml/2006/main">
            <a:off x="685800" y="4229100"/>
            <a:ext cx="5048250" cy="1104900"/>
          </a:xfrm>
          <a:prstGeom xmlns:a="http://schemas.openxmlformats.org/drawingml/2006/main" prst="rect">
            <a:avLst/>
          </a:prstGeom>
          <a:solidFill xmlns:a="http://schemas.openxmlformats.org/drawingml/2006/main">
            <a:srgbClr val="F2F7EF"/>
          </a:solidFill>
          <a:ln xmlns:a="http://schemas.openxmlformats.org/drawingml/2006/main" w="9525">
            <a:solidFill>
              <a:srgbClr val="BFD3B8"/>
            </a:solidFill>
            <a:prstDash val="solid"/>
          </a:ln>
        </p:spPr>
      </p:sp>
      <p:sp>
        <p:nvSpPr>
          <p:cNvPr id="13" name="">
            <a:extLst xmlns:a="http://schemas.openxmlformats.org/drawingml/2006/main">
              <a:ext uri="{FF2B5EF4-FFF2-40B4-BE49-F238E27FC236}">
                <a16:creationId xmlns:a16="http://schemas.microsoft.com/office/drawing/2014/main" id="{1670C30C-D7FC-49A9-A0A7-69B4FE7CDB4F}"/>
              </a:ext>
            </a:extLst>
          </p:cNvPr>
          <p:cNvSpPr>
            <a:spLocks xmlns:a="http://schemas.openxmlformats.org/drawingml/2006/main" noGrp="1"/>
          </p:cNvSpPr>
          <p:nvPr/>
        </p:nvSpPr>
        <p:spPr>
          <a:xfrm xmlns:a="http://schemas.openxmlformats.org/drawingml/2006/main">
            <a:off x="685800" y="4229100"/>
            <a:ext cx="66675" cy="1104900"/>
          </a:xfrm>
          <a:prstGeom xmlns:a="http://schemas.openxmlformats.org/drawingml/2006/main" prst="rect">
            <a:avLst/>
          </a:prstGeom>
          <a:solidFill xmlns:a="http://schemas.openxmlformats.org/drawingml/2006/main">
            <a:srgbClr val="33824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4F86109-C130-4B5E-AB7A-482D5FD9B696}"/>
              </a:ext>
            </a:extLst>
          </p:cNvPr>
          <p:cNvSpPr>
            <a:spLocks xmlns:a="http://schemas.openxmlformats.org/drawingml/2006/main" noGrp="1"/>
          </p:cNvSpPr>
          <p:nvPr/>
        </p:nvSpPr>
        <p:spPr>
          <a:xfrm xmlns:a="http://schemas.openxmlformats.org/drawingml/2006/main">
            <a:off x="914400" y="4381500"/>
            <a:ext cx="459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33824A"/>
                </a:solidFill>
                <a:latin typeface="Yu Gothic"/>
                <a:ea typeface="Yu Gothic"/>
                <a:cs typeface="Yu Gothic"/>
              </a:defRPr>
            </a:pPr>
            <a:r>
              <a:rPr sz="1500" b="1">
                <a:solidFill>
                  <a:srgbClr val="33824A"/>
                </a:solidFill>
                <a:latin typeface="Yu Gothic"/>
                <a:ea typeface="Yu Gothic"/>
                <a:cs typeface="Yu Gothic"/>
              </a:rPr>
              <a:t>達成できたこと</a:t>
            </a:r>
          </a:p>
        </p:txBody>
      </p:sp>
      <p:sp>
        <p:nvSpPr>
          <p:cNvPr id="15" name="">
            <a:extLst xmlns:a="http://schemas.openxmlformats.org/drawingml/2006/main">
              <a:ext uri="{FF2B5EF4-FFF2-40B4-BE49-F238E27FC236}">
                <a16:creationId xmlns:a16="http://schemas.microsoft.com/office/drawing/2014/main" id="{25B58169-6E51-433D-A3A7-B5768FEFA494}"/>
              </a:ext>
            </a:extLst>
          </p:cNvPr>
          <p:cNvSpPr>
            <a:spLocks xmlns:a="http://schemas.openxmlformats.org/drawingml/2006/main" noGrp="1"/>
          </p:cNvSpPr>
          <p:nvPr/>
        </p:nvSpPr>
        <p:spPr>
          <a:xfrm xmlns:a="http://schemas.openxmlformats.org/drawingml/2006/main">
            <a:off x="914400" y="4762500"/>
            <a:ext cx="4591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2607A"/>
                </a:solidFill>
                <a:latin typeface="Yu Gothic"/>
                <a:ea typeface="Yu Gothic"/>
                <a:cs typeface="Yu Gothic"/>
              </a:defRPr>
            </a:pPr>
            <a:r>
              <a:rPr sz="1275" b="0">
                <a:solidFill>
                  <a:srgbClr val="52607A"/>
                </a:solidFill>
                <a:latin typeface="Yu Gothic"/>
                <a:ea typeface="Yu Gothic"/>
                <a:cs typeface="Yu Gothic"/>
              </a:rPr>
              <a:t>手動確認は一部できた</a:t>
            </a:r>
          </a:p>
        </p:txBody>
      </p:sp>
      <p:sp>
        <p:nvSpPr>
          <p:cNvPr id="16" name="">
            <a:extLst xmlns:a="http://schemas.openxmlformats.org/drawingml/2006/main">
              <a:ext uri="{FF2B5EF4-FFF2-40B4-BE49-F238E27FC236}">
                <a16:creationId xmlns:a16="http://schemas.microsoft.com/office/drawing/2014/main" id="{25294597-359D-42D9-B9FD-C8B161559CA9}"/>
              </a:ext>
            </a:extLst>
          </p:cNvPr>
          <p:cNvSpPr>
            <a:spLocks xmlns:a="http://schemas.openxmlformats.org/drawingml/2006/main" noGrp="1"/>
          </p:cNvSpPr>
          <p:nvPr/>
        </p:nvSpPr>
        <p:spPr>
          <a:xfrm xmlns:a="http://schemas.openxmlformats.org/drawingml/2006/main">
            <a:off x="6076950" y="4229100"/>
            <a:ext cx="5048250" cy="1104900"/>
          </a:xfrm>
          <a:prstGeom xmlns:a="http://schemas.openxmlformats.org/drawingml/2006/main" prst="rect">
            <a:avLst/>
          </a:prstGeom>
          <a:solidFill xmlns:a="http://schemas.openxmlformats.org/drawingml/2006/main">
            <a:srgbClr val="FFF6EE"/>
          </a:solidFill>
          <a:ln xmlns:a="http://schemas.openxmlformats.org/drawingml/2006/main" w="9525">
            <a:solidFill>
              <a:srgbClr val="E3C6A7"/>
            </a:solidFill>
            <a:prstDash val="solid"/>
          </a:ln>
        </p:spPr>
      </p:sp>
      <p:sp>
        <p:nvSpPr>
          <p:cNvPr id="17" name="">
            <a:extLst xmlns:a="http://schemas.openxmlformats.org/drawingml/2006/main">
              <a:ext uri="{FF2B5EF4-FFF2-40B4-BE49-F238E27FC236}">
                <a16:creationId xmlns:a16="http://schemas.microsoft.com/office/drawing/2014/main" id="{B5B6DB54-A288-4F76-9E54-9A86E8393975}"/>
              </a:ext>
            </a:extLst>
          </p:cNvPr>
          <p:cNvSpPr>
            <a:spLocks xmlns:a="http://schemas.openxmlformats.org/drawingml/2006/main" noGrp="1"/>
          </p:cNvSpPr>
          <p:nvPr/>
        </p:nvSpPr>
        <p:spPr>
          <a:xfrm xmlns:a="http://schemas.openxmlformats.org/drawingml/2006/main">
            <a:off x="6076950" y="4229100"/>
            <a:ext cx="66675" cy="1104900"/>
          </a:xfrm>
          <a:prstGeom xmlns:a="http://schemas.openxmlformats.org/drawingml/2006/main" prst="rect">
            <a:avLst/>
          </a:prstGeom>
          <a:solidFill xmlns:a="http://schemas.openxmlformats.org/drawingml/2006/main">
            <a:srgbClr val="C85B1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E242D0F-57BA-4A94-AEA3-605D8E6523AA}"/>
              </a:ext>
            </a:extLst>
          </p:cNvPr>
          <p:cNvSpPr>
            <a:spLocks xmlns:a="http://schemas.openxmlformats.org/drawingml/2006/main" noGrp="1"/>
          </p:cNvSpPr>
          <p:nvPr/>
        </p:nvSpPr>
        <p:spPr>
          <a:xfrm xmlns:a="http://schemas.openxmlformats.org/drawingml/2006/main">
            <a:off x="6305550" y="4381500"/>
            <a:ext cx="459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C85B1A"/>
                </a:solidFill>
                <a:latin typeface="Yu Gothic"/>
                <a:ea typeface="Yu Gothic"/>
                <a:cs typeface="Yu Gothic"/>
              </a:defRPr>
            </a:pPr>
            <a:r>
              <a:rPr sz="1500" b="1">
                <a:solidFill>
                  <a:srgbClr val="C85B1A"/>
                </a:solidFill>
                <a:latin typeface="Yu Gothic"/>
                <a:ea typeface="Yu Gothic"/>
                <a:cs typeface="Yu Gothic"/>
              </a:rPr>
              <a:t>まだ足りないこと</a:t>
            </a:r>
          </a:p>
        </p:txBody>
      </p:sp>
      <p:sp>
        <p:nvSpPr>
          <p:cNvPr id="19" name="">
            <a:extLst xmlns:a="http://schemas.openxmlformats.org/drawingml/2006/main">
              <a:ext uri="{FF2B5EF4-FFF2-40B4-BE49-F238E27FC236}">
                <a16:creationId xmlns:a16="http://schemas.microsoft.com/office/drawing/2014/main" id="{D07CDF3C-948E-40A1-93C1-F7DFE033E872}"/>
              </a:ext>
            </a:extLst>
          </p:cNvPr>
          <p:cNvSpPr>
            <a:spLocks xmlns:a="http://schemas.openxmlformats.org/drawingml/2006/main" noGrp="1"/>
          </p:cNvSpPr>
          <p:nvPr/>
        </p:nvSpPr>
        <p:spPr>
          <a:xfrm xmlns:a="http://schemas.openxmlformats.org/drawingml/2006/main">
            <a:off x="6305550" y="4762500"/>
            <a:ext cx="4591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2607A"/>
                </a:solidFill>
                <a:latin typeface="Yu Gothic"/>
                <a:ea typeface="Yu Gothic"/>
                <a:cs typeface="Yu Gothic"/>
              </a:defRPr>
            </a:pPr>
            <a:r>
              <a:rPr sz="1275" b="0">
                <a:solidFill>
                  <a:srgbClr val="52607A"/>
                </a:solidFill>
                <a:latin typeface="Yu Gothic"/>
                <a:ea typeface="Yu Gothic"/>
                <a:cs typeface="Yu Gothic"/>
              </a:rPr>
              <a:t>リリース判断はまだできない</a:t>
            </a:r>
          </a:p>
        </p:txBody>
      </p:sp>
      <p:sp>
        <p:nvSpPr>
          <p:cNvPr id="20" name="">
            <a:extLst xmlns:a="http://schemas.openxmlformats.org/drawingml/2006/main">
              <a:ext uri="{FF2B5EF4-FFF2-40B4-BE49-F238E27FC236}">
                <a16:creationId xmlns:a16="http://schemas.microsoft.com/office/drawing/2014/main" id="{24E7B54B-FFA3-46B4-84EA-10EE6A717294}"/>
              </a:ext>
            </a:extLst>
          </p:cNvPr>
          <p:cNvSpPr>
            <a:spLocks xmlns:a="http://schemas.openxmlformats.org/drawingml/2006/main" noGrp="1"/>
          </p:cNvSpPr>
          <p:nvPr/>
        </p:nvSpPr>
        <p:spPr>
          <a:xfrm xmlns:a="http://schemas.openxmlformats.org/drawingml/2006/main">
            <a:off x="685800" y="5734050"/>
            <a:ext cx="1657350" cy="476250"/>
          </a:xfrm>
          <a:prstGeom xmlns:a="http://schemas.openxmlformats.org/drawingml/2006/main" prst="rect">
            <a:avLst/>
          </a:prstGeom>
          <a:solidFill xmlns:a="http://schemas.openxmlformats.org/drawingml/2006/main">
            <a:srgbClr val="E4DED4"/>
          </a:solidFill>
          <a:ln xmlns:a="http://schemas.openxmlformats.org/drawingml/2006/main" w="9525">
            <a:solidFill>
              <a:srgbClr val="E4DED4"/>
            </a:solidFill>
            <a:prstDash val="solid"/>
          </a:ln>
        </p:spPr>
      </p:sp>
      <p:sp>
        <p:nvSpPr>
          <p:cNvPr id="21" name="">
            <a:extLst xmlns:a="http://schemas.openxmlformats.org/drawingml/2006/main">
              <a:ext uri="{FF2B5EF4-FFF2-40B4-BE49-F238E27FC236}">
                <a16:creationId xmlns:a16="http://schemas.microsoft.com/office/drawing/2014/main" id="{CA47013E-C378-49E1-9933-412BB41EC47B}"/>
              </a:ext>
            </a:extLst>
          </p:cNvPr>
          <p:cNvSpPr>
            <a:spLocks xmlns:a="http://schemas.openxmlformats.org/drawingml/2006/main" noGrp="1"/>
          </p:cNvSpPr>
          <p:nvPr/>
        </p:nvSpPr>
        <p:spPr>
          <a:xfrm xmlns:a="http://schemas.openxmlformats.org/drawingml/2006/main">
            <a:off x="8001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L0</a:t>
            </a:r>
          </a:p>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開始前</a:t>
            </a:r>
          </a:p>
        </p:txBody>
      </p:sp>
      <p:sp>
        <p:nvSpPr>
          <p:cNvPr id="22" name="">
            <a:extLst xmlns:a="http://schemas.openxmlformats.org/drawingml/2006/main">
              <a:ext uri="{FF2B5EF4-FFF2-40B4-BE49-F238E27FC236}">
                <a16:creationId xmlns:a16="http://schemas.microsoft.com/office/drawing/2014/main" id="{0ED39C2E-E432-411F-9DFA-7A1F86FEDDFF}"/>
              </a:ext>
            </a:extLst>
          </p:cNvPr>
          <p:cNvSpPr>
            <a:spLocks xmlns:a="http://schemas.openxmlformats.org/drawingml/2006/main" noGrp="1"/>
          </p:cNvSpPr>
          <p:nvPr/>
        </p:nvSpPr>
        <p:spPr>
          <a:xfrm xmlns:a="http://schemas.openxmlformats.org/drawingml/2006/main">
            <a:off x="2438400" y="5734050"/>
            <a:ext cx="1657350" cy="476250"/>
          </a:xfrm>
          <a:prstGeom xmlns:a="http://schemas.openxmlformats.org/drawingml/2006/main" prst="rect">
            <a:avLst/>
          </a:prstGeom>
          <a:solidFill xmlns:a="http://schemas.openxmlformats.org/drawingml/2006/main">
            <a:srgbClr val="33824A"/>
          </a:solidFill>
          <a:ln xmlns:a="http://schemas.openxmlformats.org/drawingml/2006/main" w="9525">
            <a:solidFill>
              <a:srgbClr val="33824A"/>
            </a:solidFill>
            <a:prstDash val="solid"/>
          </a:ln>
        </p:spPr>
      </p:sp>
      <p:sp>
        <p:nvSpPr>
          <p:cNvPr id="23" name="">
            <a:extLst xmlns:a="http://schemas.openxmlformats.org/drawingml/2006/main">
              <a:ext uri="{FF2B5EF4-FFF2-40B4-BE49-F238E27FC236}">
                <a16:creationId xmlns:a16="http://schemas.microsoft.com/office/drawing/2014/main" id="{B2A08003-6D0D-47D0-B197-30CC368A8318}"/>
              </a:ext>
            </a:extLst>
          </p:cNvPr>
          <p:cNvSpPr>
            <a:spLocks xmlns:a="http://schemas.openxmlformats.org/drawingml/2006/main" noGrp="1"/>
          </p:cNvSpPr>
          <p:nvPr/>
        </p:nvSpPr>
        <p:spPr>
          <a:xfrm xmlns:a="http://schemas.openxmlformats.org/drawingml/2006/main">
            <a:off x="25527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Yu Gothic"/>
                <a:ea typeface="Yu Gothic"/>
                <a:cs typeface="Yu Gothic"/>
              </a:defRPr>
            </a:pPr>
            <a:r>
              <a:rPr sz="1050" b="1">
                <a:solidFill>
                  <a:srgbClr val="FFFFFF"/>
                </a:solidFill>
                <a:latin typeface="Yu Gothic"/>
                <a:ea typeface="Yu Gothic"/>
                <a:cs typeface="Yu Gothic"/>
              </a:rPr>
              <a:t>L1</a:t>
            </a:r>
          </a:p>
          <a:p xmlns:a="http://schemas.openxmlformats.org/drawingml/2006/main">
            <a:pPr algn="ctr">
              <a:defRPr sz="1050" b="1">
                <a:solidFill>
                  <a:srgbClr val="FFFFFF"/>
                </a:solidFill>
                <a:latin typeface="Yu Gothic"/>
                <a:ea typeface="Yu Gothic"/>
                <a:cs typeface="Yu Gothic"/>
              </a:defRPr>
            </a:pPr>
            <a:r>
              <a:rPr sz="1050" b="1">
                <a:solidFill>
                  <a:srgbClr val="FFFFFF"/>
                </a:solidFill>
                <a:latin typeface="Yu Gothic"/>
                <a:ea typeface="Yu Gothic"/>
                <a:cs typeface="Yu Gothic"/>
              </a:rPr>
              <a:t>変更</a:t>
            </a:r>
          </a:p>
        </p:txBody>
      </p:sp>
      <p:sp>
        <p:nvSpPr>
          <p:cNvPr id="24" name="">
            <a:extLst xmlns:a="http://schemas.openxmlformats.org/drawingml/2006/main">
              <a:ext uri="{FF2B5EF4-FFF2-40B4-BE49-F238E27FC236}">
                <a16:creationId xmlns:a16="http://schemas.microsoft.com/office/drawing/2014/main" id="{A78344D7-F9F8-4E18-A62B-AC2A9C423635}"/>
              </a:ext>
            </a:extLst>
          </p:cNvPr>
          <p:cNvSpPr>
            <a:spLocks xmlns:a="http://schemas.openxmlformats.org/drawingml/2006/main" noGrp="1"/>
          </p:cNvSpPr>
          <p:nvPr/>
        </p:nvSpPr>
        <p:spPr>
          <a:xfrm xmlns:a="http://schemas.openxmlformats.org/drawingml/2006/main">
            <a:off x="4191000" y="5734050"/>
            <a:ext cx="1657350" cy="476250"/>
          </a:xfrm>
          <a:prstGeom xmlns:a="http://schemas.openxmlformats.org/drawingml/2006/main" prst="rect">
            <a:avLst/>
          </a:prstGeom>
          <a:solidFill xmlns:a="http://schemas.openxmlformats.org/drawingml/2006/main">
            <a:srgbClr val="E4DED4"/>
          </a:solidFill>
          <a:ln xmlns:a="http://schemas.openxmlformats.org/drawingml/2006/main" w="9525">
            <a:solidFill>
              <a:srgbClr val="E4DED4"/>
            </a:solidFill>
            <a:prstDash val="solid"/>
          </a:ln>
        </p:spPr>
      </p:sp>
      <p:sp>
        <p:nvSpPr>
          <p:cNvPr id="25" name="">
            <a:extLst xmlns:a="http://schemas.openxmlformats.org/drawingml/2006/main">
              <a:ext uri="{FF2B5EF4-FFF2-40B4-BE49-F238E27FC236}">
                <a16:creationId xmlns:a16="http://schemas.microsoft.com/office/drawing/2014/main" id="{C6E2D081-5A90-4329-8099-F1A570AEC8AA}"/>
              </a:ext>
            </a:extLst>
          </p:cNvPr>
          <p:cNvSpPr>
            <a:spLocks xmlns:a="http://schemas.openxmlformats.org/drawingml/2006/main" noGrp="1"/>
          </p:cNvSpPr>
          <p:nvPr/>
        </p:nvSpPr>
        <p:spPr>
          <a:xfrm xmlns:a="http://schemas.openxmlformats.org/drawingml/2006/main">
            <a:off x="43053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L2</a:t>
            </a:r>
          </a:p>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挙動</a:t>
            </a:r>
          </a:p>
        </p:txBody>
      </p:sp>
      <p:sp>
        <p:nvSpPr>
          <p:cNvPr id="26" name="">
            <a:extLst xmlns:a="http://schemas.openxmlformats.org/drawingml/2006/main">
              <a:ext uri="{FF2B5EF4-FFF2-40B4-BE49-F238E27FC236}">
                <a16:creationId xmlns:a16="http://schemas.microsoft.com/office/drawing/2014/main" id="{4CFF2F6E-ED2F-404D-94ED-84FC094499CF}"/>
              </a:ext>
            </a:extLst>
          </p:cNvPr>
          <p:cNvSpPr>
            <a:spLocks xmlns:a="http://schemas.openxmlformats.org/drawingml/2006/main" noGrp="1"/>
          </p:cNvSpPr>
          <p:nvPr/>
        </p:nvSpPr>
        <p:spPr>
          <a:xfrm xmlns:a="http://schemas.openxmlformats.org/drawingml/2006/main">
            <a:off x="5943600" y="5734050"/>
            <a:ext cx="1657350" cy="476250"/>
          </a:xfrm>
          <a:prstGeom xmlns:a="http://schemas.openxmlformats.org/drawingml/2006/main" prst="rect">
            <a:avLst/>
          </a:prstGeom>
          <a:solidFill xmlns:a="http://schemas.openxmlformats.org/drawingml/2006/main">
            <a:srgbClr val="E4DED4"/>
          </a:solidFill>
          <a:ln xmlns:a="http://schemas.openxmlformats.org/drawingml/2006/main" w="9525">
            <a:solidFill>
              <a:srgbClr val="E4DED4"/>
            </a:solidFill>
            <a:prstDash val="solid"/>
          </a:ln>
        </p:spPr>
      </p:sp>
      <p:sp>
        <p:nvSpPr>
          <p:cNvPr id="27" name="">
            <a:extLst xmlns:a="http://schemas.openxmlformats.org/drawingml/2006/main">
              <a:ext uri="{FF2B5EF4-FFF2-40B4-BE49-F238E27FC236}">
                <a16:creationId xmlns:a16="http://schemas.microsoft.com/office/drawing/2014/main" id="{A594C50E-5B1D-4F25-AAE6-F4A47F9C333D}"/>
              </a:ext>
            </a:extLst>
          </p:cNvPr>
          <p:cNvSpPr>
            <a:spLocks xmlns:a="http://schemas.openxmlformats.org/drawingml/2006/main" noGrp="1"/>
          </p:cNvSpPr>
          <p:nvPr/>
        </p:nvSpPr>
        <p:spPr>
          <a:xfrm xmlns:a="http://schemas.openxmlformats.org/drawingml/2006/main">
            <a:off x="60579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L3</a:t>
            </a:r>
          </a:p>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構造</a:t>
            </a:r>
          </a:p>
        </p:txBody>
      </p:sp>
      <p:sp>
        <p:nvSpPr>
          <p:cNvPr id="28" name="">
            <a:extLst xmlns:a="http://schemas.openxmlformats.org/drawingml/2006/main">
              <a:ext uri="{FF2B5EF4-FFF2-40B4-BE49-F238E27FC236}">
                <a16:creationId xmlns:a16="http://schemas.microsoft.com/office/drawing/2014/main" id="{26F97FF1-E11C-4A91-9F14-ABCCC323E7D7}"/>
              </a:ext>
            </a:extLst>
          </p:cNvPr>
          <p:cNvSpPr>
            <a:spLocks xmlns:a="http://schemas.openxmlformats.org/drawingml/2006/main" noGrp="1"/>
          </p:cNvSpPr>
          <p:nvPr/>
        </p:nvSpPr>
        <p:spPr>
          <a:xfrm xmlns:a="http://schemas.openxmlformats.org/drawingml/2006/main">
            <a:off x="7696200" y="5734050"/>
            <a:ext cx="1657350" cy="476250"/>
          </a:xfrm>
          <a:prstGeom xmlns:a="http://schemas.openxmlformats.org/drawingml/2006/main" prst="rect">
            <a:avLst/>
          </a:prstGeom>
          <a:solidFill xmlns:a="http://schemas.openxmlformats.org/drawingml/2006/main">
            <a:srgbClr val="E4DED4"/>
          </a:solidFill>
          <a:ln xmlns:a="http://schemas.openxmlformats.org/drawingml/2006/main" w="9525">
            <a:solidFill>
              <a:srgbClr val="E4DED4"/>
            </a:solidFill>
            <a:prstDash val="solid"/>
          </a:ln>
        </p:spPr>
      </p:sp>
      <p:sp>
        <p:nvSpPr>
          <p:cNvPr id="29" name="">
            <a:extLst xmlns:a="http://schemas.openxmlformats.org/drawingml/2006/main">
              <a:ext uri="{FF2B5EF4-FFF2-40B4-BE49-F238E27FC236}">
                <a16:creationId xmlns:a16="http://schemas.microsoft.com/office/drawing/2014/main" id="{10E11421-805A-4674-A764-8738D17BB7CD}"/>
              </a:ext>
            </a:extLst>
          </p:cNvPr>
          <p:cNvSpPr>
            <a:spLocks xmlns:a="http://schemas.openxmlformats.org/drawingml/2006/main" noGrp="1"/>
          </p:cNvSpPr>
          <p:nvPr/>
        </p:nvSpPr>
        <p:spPr>
          <a:xfrm xmlns:a="http://schemas.openxmlformats.org/drawingml/2006/main">
            <a:off x="78105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L4</a:t>
            </a:r>
          </a:p>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候補</a:t>
            </a:r>
          </a:p>
        </p:txBody>
      </p:sp>
      <p:sp>
        <p:nvSpPr>
          <p:cNvPr id="30" name="">
            <a:extLst xmlns:a="http://schemas.openxmlformats.org/drawingml/2006/main">
              <a:ext uri="{FF2B5EF4-FFF2-40B4-BE49-F238E27FC236}">
                <a16:creationId xmlns:a16="http://schemas.microsoft.com/office/drawing/2014/main" id="{F5A26184-1BC1-482E-A914-565C60FAE579}"/>
              </a:ext>
            </a:extLst>
          </p:cNvPr>
          <p:cNvSpPr>
            <a:spLocks xmlns:a="http://schemas.openxmlformats.org/drawingml/2006/main" noGrp="1"/>
          </p:cNvSpPr>
          <p:nvPr/>
        </p:nvSpPr>
        <p:spPr>
          <a:xfrm xmlns:a="http://schemas.openxmlformats.org/drawingml/2006/main">
            <a:off x="9448800" y="5734050"/>
            <a:ext cx="1657350" cy="476250"/>
          </a:xfrm>
          <a:prstGeom xmlns:a="http://schemas.openxmlformats.org/drawingml/2006/main" prst="rect">
            <a:avLst/>
          </a:prstGeom>
          <a:solidFill xmlns:a="http://schemas.openxmlformats.org/drawingml/2006/main">
            <a:srgbClr val="E4DED4"/>
          </a:solidFill>
          <a:ln xmlns:a="http://schemas.openxmlformats.org/drawingml/2006/main" w="9525">
            <a:solidFill>
              <a:srgbClr val="E4DED4"/>
            </a:solidFill>
            <a:prstDash val="solid"/>
          </a:ln>
        </p:spPr>
      </p:sp>
      <p:sp>
        <p:nvSpPr>
          <p:cNvPr id="31" name="">
            <a:extLst xmlns:a="http://schemas.openxmlformats.org/drawingml/2006/main">
              <a:ext uri="{FF2B5EF4-FFF2-40B4-BE49-F238E27FC236}">
                <a16:creationId xmlns:a16="http://schemas.microsoft.com/office/drawing/2014/main" id="{0F42BE76-B6E2-42BE-B83D-D3C4C8CBFCC4}"/>
              </a:ext>
            </a:extLst>
          </p:cNvPr>
          <p:cNvSpPr>
            <a:spLocks xmlns:a="http://schemas.openxmlformats.org/drawingml/2006/main" noGrp="1"/>
          </p:cNvSpPr>
          <p:nvPr/>
        </p:nvSpPr>
        <p:spPr>
          <a:xfrm xmlns:a="http://schemas.openxmlformats.org/drawingml/2006/main">
            <a:off x="95631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L5</a:t>
            </a:r>
          </a:p>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介入圧縮</a:t>
            </a:r>
          </a:p>
        </p:txBody>
      </p:sp>
    </p:spTree>
    <p:extLst>
      <p:ext uri="{BB962C8B-B14F-4D97-AF65-F5344CB8AC3E}">
        <p14:creationId xmlns:p14="http://schemas.microsoft.com/office/powerpoint/2010/main" val="476526218"/>
      </p:ext>
    </p:extLst>
  </p:cSld>
</p:sld>
</file>

<file path=ppt/slides/slide16.xml><?xml version="1.0" encoding="utf-8"?>
<p:sld xmlns:p="http://schemas.openxmlformats.org/presentationml/2006/main">
  <p:cSld>
    <p:bg>
      <p:bgPr>
        <a:solidFill xmlns:a="http://schemas.openxmlformats.org/drawingml/2006/main">
          <a:srgbClr val="ECE7E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3CFB892-FA29-476D-8517-CA2816223F0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245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97EC440-9C4D-410F-B0F9-BACFCB20BA14}"/>
              </a:ext>
            </a:extLst>
          </p:cNvPr>
          <p:cNvSpPr>
            <a:spLocks xmlns:a="http://schemas.openxmlformats.org/drawingml/2006/main" noGrp="1"/>
          </p:cNvSpPr>
          <p:nvPr/>
        </p:nvSpPr>
        <p:spPr>
          <a:xfrm xmlns:a="http://schemas.openxmlformats.org/drawingml/2006/main">
            <a:off x="514350" y="400050"/>
            <a:ext cx="76200" cy="266700"/>
          </a:xfrm>
          <a:prstGeom xmlns:a="http://schemas.openxmlformats.org/drawingml/2006/main" prst="rect">
            <a:avLst/>
          </a:prstGeom>
          <a:solidFill xmlns:a="http://schemas.openxmlformats.org/drawingml/2006/main">
            <a:srgbClr val="33824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E2C97FF-A50F-447A-86E3-4B9B29F5B563}"/>
              </a:ext>
            </a:extLst>
          </p:cNvPr>
          <p:cNvSpPr>
            <a:spLocks xmlns:a="http://schemas.openxmlformats.org/drawingml/2006/main" noGrp="1"/>
          </p:cNvSpPr>
          <p:nvPr/>
        </p:nvSpPr>
        <p:spPr>
          <a:xfrm xmlns:a="http://schemas.openxmlformats.org/drawingml/2006/main">
            <a:off x="704850" y="381000"/>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33824A"/>
                </a:solidFill>
                <a:latin typeface="Yu Gothic"/>
                <a:ea typeface="Yu Gothic"/>
                <a:cs typeface="Yu Gothic"/>
              </a:defRPr>
            </a:pPr>
            <a:r>
              <a:rPr sz="975" b="1">
                <a:solidFill>
                  <a:srgbClr val="33824A"/>
                </a:solidFill>
                <a:latin typeface="Yu Gothic"/>
                <a:ea typeface="Yu Gothic"/>
                <a:cs typeface="Yu Gothic"/>
              </a:rPr>
              <a:t>DEMO 2</a:t>
            </a:r>
          </a:p>
        </p:txBody>
      </p:sp>
      <p:sp>
        <p:nvSpPr>
          <p:cNvPr id="4" name="">
            <a:extLst xmlns:a="http://schemas.openxmlformats.org/drawingml/2006/main">
              <a:ext uri="{FF2B5EF4-FFF2-40B4-BE49-F238E27FC236}">
                <a16:creationId xmlns:a16="http://schemas.microsoft.com/office/drawing/2014/main" id="{B47317EA-BF63-4A7C-9E6E-A4103025EA24}"/>
              </a:ext>
            </a:extLst>
          </p:cNvPr>
          <p:cNvSpPr>
            <a:spLocks xmlns:a="http://schemas.openxmlformats.org/drawingml/2006/main" noGrp="1"/>
          </p:cNvSpPr>
          <p:nvPr/>
        </p:nvSpPr>
        <p:spPr>
          <a:xfrm xmlns:a="http://schemas.openxmlformats.org/drawingml/2006/main">
            <a:off x="533400" y="857250"/>
            <a:ext cx="1000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72452"/>
                </a:solidFill>
                <a:latin typeface="Yu Gothic"/>
                <a:ea typeface="Yu Gothic"/>
                <a:cs typeface="Yu Gothic"/>
              </a:defRPr>
            </a:pPr>
            <a:r>
              <a:rPr sz="2700" b="1">
                <a:solidFill>
                  <a:srgbClr val="172452"/>
                </a:solidFill>
                <a:latin typeface="Yu Gothic"/>
                <a:ea typeface="Yu Gothic"/>
                <a:cs typeface="Yu Gothic"/>
              </a:rPr>
              <a:t>まず観点を出し、既存挙動を固定する</a:t>
            </a:r>
          </a:p>
        </p:txBody>
      </p:sp>
      <p:sp>
        <p:nvSpPr>
          <p:cNvPr id="5" name="">
            <a:extLst xmlns:a="http://schemas.openxmlformats.org/drawingml/2006/main">
              <a:ext uri="{FF2B5EF4-FFF2-40B4-BE49-F238E27FC236}">
                <a16:creationId xmlns:a16="http://schemas.microsoft.com/office/drawing/2014/main" id="{2A8FC866-9BD5-4232-B411-E747177CB138}"/>
              </a:ext>
            </a:extLst>
          </p:cNvPr>
          <p:cNvSpPr>
            <a:spLocks xmlns:a="http://schemas.openxmlformats.org/drawingml/2006/main" noGrp="1"/>
          </p:cNvSpPr>
          <p:nvPr/>
        </p:nvSpPr>
        <p:spPr>
          <a:xfrm xmlns:a="http://schemas.openxmlformats.org/drawingml/2006/main">
            <a:off x="7658100" y="323850"/>
            <a:ext cx="3429000" cy="266700"/>
          </a:xfrm>
          <a:prstGeom xmlns:a="http://schemas.openxmlformats.org/drawingml/2006/main" prst="rect">
            <a:avLst/>
          </a:prstGeom>
          <a:solidFill xmlns:a="http://schemas.openxmlformats.org/drawingml/2006/main">
            <a:srgbClr val="F4F0E8"/>
          </a:solidFill>
          <a:ln xmlns:a="http://schemas.openxmlformats.org/drawingml/2006/main" w="9525">
            <a:solidFill>
              <a:srgbClr val="D5CEC4"/>
            </a:solidFill>
            <a:prstDash val="solid"/>
          </a:ln>
        </p:spPr>
      </p:sp>
      <p:sp>
        <p:nvSpPr>
          <p:cNvPr id="6" name="">
            <a:extLst xmlns:a="http://schemas.openxmlformats.org/drawingml/2006/main">
              <a:ext uri="{FF2B5EF4-FFF2-40B4-BE49-F238E27FC236}">
                <a16:creationId xmlns:a16="http://schemas.microsoft.com/office/drawing/2014/main" id="{99C22E7A-3B7F-4832-8995-2312EA9C25A6}"/>
              </a:ext>
            </a:extLst>
          </p:cNvPr>
          <p:cNvSpPr>
            <a:spLocks xmlns:a="http://schemas.openxmlformats.org/drawingml/2006/main" noGrp="1"/>
          </p:cNvSpPr>
          <p:nvPr/>
        </p:nvSpPr>
        <p:spPr>
          <a:xfrm xmlns:a="http://schemas.openxmlformats.org/drawingml/2006/main">
            <a:off x="7791450" y="371475"/>
            <a:ext cx="3162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33824A"/>
                </a:solidFill>
                <a:latin typeface="Yu Gothic"/>
                <a:ea typeface="Yu Gothic"/>
                <a:cs typeface="Yu Gothic"/>
              </a:defRPr>
            </a:pPr>
            <a:r>
              <a:rPr sz="975" b="1">
                <a:solidFill>
                  <a:srgbClr val="33824A"/>
                </a:solidFill>
                <a:latin typeface="Yu Gothic"/>
                <a:ea typeface="Yu Gothic"/>
                <a:cs typeface="Yu Gothic"/>
              </a:rPr>
              <a:t>L2: 現在地をテストに変える</a:t>
            </a:r>
          </a:p>
        </p:txBody>
      </p:sp>
      <p:sp>
        <p:nvSpPr>
          <p:cNvPr id="7" name="">
            <a:extLst xmlns:a="http://schemas.openxmlformats.org/drawingml/2006/main">
              <a:ext uri="{FF2B5EF4-FFF2-40B4-BE49-F238E27FC236}">
                <a16:creationId xmlns:a16="http://schemas.microsoft.com/office/drawing/2014/main" id="{21961230-1127-4B9E-9F77-D0D643718E07}"/>
              </a:ext>
            </a:extLst>
          </p:cNvPr>
          <p:cNvSpPr>
            <a:spLocks xmlns:a="http://schemas.openxmlformats.org/drawingml/2006/main" noGrp="1"/>
          </p:cNvSpPr>
          <p:nvPr/>
        </p:nvSpPr>
        <p:spPr>
          <a:xfrm xmlns:a="http://schemas.openxmlformats.org/drawingml/2006/main">
            <a:off x="7658100" y="647700"/>
            <a:ext cx="3429000" cy="266700"/>
          </a:xfrm>
          <a:prstGeom xmlns:a="http://schemas.openxmlformats.org/drawingml/2006/main" prst="rect">
            <a:avLst/>
          </a:prstGeom>
          <a:solidFill xmlns:a="http://schemas.openxmlformats.org/drawingml/2006/main">
            <a:srgbClr val="EEF3EC"/>
          </a:solidFill>
          <a:ln xmlns:a="http://schemas.openxmlformats.org/drawingml/2006/main" w="9525">
            <a:solidFill>
              <a:srgbClr val="C7D8C5"/>
            </a:solidFill>
            <a:prstDash val="solid"/>
          </a:ln>
        </p:spPr>
      </p:sp>
      <p:sp>
        <p:nvSpPr>
          <p:cNvPr id="8" name="">
            <a:extLst xmlns:a="http://schemas.openxmlformats.org/drawingml/2006/main">
              <a:ext uri="{FF2B5EF4-FFF2-40B4-BE49-F238E27FC236}">
                <a16:creationId xmlns:a16="http://schemas.microsoft.com/office/drawing/2014/main" id="{BFFAB4B5-9227-4C1F-861C-C5CF402FE18F}"/>
              </a:ext>
            </a:extLst>
          </p:cNvPr>
          <p:cNvSpPr>
            <a:spLocks xmlns:a="http://schemas.openxmlformats.org/drawingml/2006/main" noGrp="1"/>
          </p:cNvSpPr>
          <p:nvPr/>
        </p:nvSpPr>
        <p:spPr>
          <a:xfrm xmlns:a="http://schemas.openxmlformats.org/drawingml/2006/main">
            <a:off x="7791450" y="695325"/>
            <a:ext cx="3162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72452"/>
                </a:solidFill>
                <a:latin typeface="Yu Gothic"/>
                <a:ea typeface="Yu Gothic"/>
                <a:cs typeface="Yu Gothic"/>
              </a:defRPr>
            </a:pPr>
            <a:r>
              <a:rPr sz="975" b="1">
                <a:solidFill>
                  <a:srgbClr val="172452"/>
                </a:solidFill>
                <a:latin typeface="Yu Gothic"/>
                <a:ea typeface="Yu Gothic"/>
                <a:cs typeface="Yu Gothic"/>
              </a:rPr>
              <a:t>お題: 送料無料 5,000円 -&gt; 7,000円</a:t>
            </a:r>
          </a:p>
        </p:txBody>
      </p:sp>
      <p:sp>
        <p:nvSpPr>
          <p:cNvPr id="9" name="">
            <a:extLst xmlns:a="http://schemas.openxmlformats.org/drawingml/2006/main">
              <a:ext uri="{FF2B5EF4-FFF2-40B4-BE49-F238E27FC236}">
                <a16:creationId xmlns:a16="http://schemas.microsoft.com/office/drawing/2014/main" id="{ED0DE7FF-70F4-4F0D-BF10-876F4EE9A40F}"/>
              </a:ext>
            </a:extLst>
          </p:cNvPr>
          <p:cNvSpPr>
            <a:spLocks xmlns:a="http://schemas.openxmlformats.org/drawingml/2006/main" noGrp="1"/>
          </p:cNvSpPr>
          <p:nvPr/>
        </p:nvSpPr>
        <p:spPr>
          <a:xfrm xmlns:a="http://schemas.openxmlformats.org/drawingml/2006/main">
            <a:off x="11125200" y="632460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52607A"/>
                </a:solidFill>
                <a:latin typeface="Yu Gothic"/>
                <a:ea typeface="Yu Gothic"/>
                <a:cs typeface="Yu Gothic"/>
              </a:defRPr>
            </a:pPr>
            <a:r>
              <a:rPr sz="900" b="0">
                <a:solidFill>
                  <a:srgbClr val="52607A"/>
                </a:solidFill>
                <a:latin typeface="Yu Gothic"/>
                <a:ea typeface="Yu Gothic"/>
                <a:cs typeface="Yu Gothic"/>
              </a:rPr>
              <a:t>16</a:t>
            </a:r>
          </a:p>
        </p:txBody>
      </p:sp>
      <p:sp>
        <p:nvSpPr>
          <p:cNvPr id="10" name="">
            <a:extLst xmlns:a="http://schemas.openxmlformats.org/drawingml/2006/main">
              <a:ext uri="{FF2B5EF4-FFF2-40B4-BE49-F238E27FC236}">
                <a16:creationId xmlns:a16="http://schemas.microsoft.com/office/drawing/2014/main" id="{ACEDC43A-F31F-465C-AB05-51FE8EB35E08}"/>
              </a:ext>
            </a:extLst>
          </p:cNvPr>
          <p:cNvSpPr>
            <a:spLocks xmlns:a="http://schemas.openxmlformats.org/drawingml/2006/main" noGrp="1"/>
          </p:cNvSpPr>
          <p:nvPr/>
        </p:nvSpPr>
        <p:spPr>
          <a:xfrm xmlns:a="http://schemas.openxmlformats.org/drawingml/2006/main">
            <a:off x="685800" y="1657350"/>
            <a:ext cx="6286500" cy="2381250"/>
          </a:xfrm>
          <a:prstGeom xmlns:a="http://schemas.openxmlformats.org/drawingml/2006/main" prst="rect">
            <a:avLst/>
          </a:prstGeom>
          <a:solidFill xmlns:a="http://schemas.openxmlformats.org/drawingml/2006/main">
            <a:srgbClr val="172452"/>
          </a:solidFill>
          <a:ln xmlns:a="http://schemas.openxmlformats.org/drawingml/2006/main" w="9525">
            <a:solidFill>
              <a:srgbClr val="172452"/>
            </a:solidFill>
            <a:prstDash val="solid"/>
          </a:ln>
        </p:spPr>
      </p:sp>
      <p:sp>
        <p:nvSpPr>
          <p:cNvPr id="11" name="">
            <a:extLst xmlns:a="http://schemas.openxmlformats.org/drawingml/2006/main">
              <a:ext uri="{FF2B5EF4-FFF2-40B4-BE49-F238E27FC236}">
                <a16:creationId xmlns:a16="http://schemas.microsoft.com/office/drawing/2014/main" id="{83B5D09D-B42B-46E5-87B3-057D5FC00907}"/>
              </a:ext>
            </a:extLst>
          </p:cNvPr>
          <p:cNvSpPr>
            <a:spLocks xmlns:a="http://schemas.openxmlformats.org/drawingml/2006/main" noGrp="1"/>
          </p:cNvSpPr>
          <p:nvPr/>
        </p:nvSpPr>
        <p:spPr>
          <a:xfrm xmlns:a="http://schemas.openxmlformats.org/drawingml/2006/main">
            <a:off x="895350" y="1847850"/>
            <a:ext cx="58674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F8FAFC"/>
                </a:solidFill>
                <a:latin typeface="Menlo"/>
                <a:ea typeface="Menlo"/>
                <a:cs typeface="Menlo"/>
              </a:defRPr>
            </a:pPr>
            <a:r>
              <a:rPr sz="975" b="0">
                <a:solidFill>
                  <a:srgbClr val="F8FAFC"/>
                </a:solidFill>
                <a:latin typeface="Menlo"/>
                <a:ea typeface="Menlo"/>
                <a:cs typeface="Menlo"/>
              </a:rPr>
              <a:t>そのまま貼るプロンプト</a:t>
            </a:r>
          </a:p>
          <a:p xmlns:a="http://schemas.openxmlformats.org/drawingml/2006/main">
            <a:pPr algn="l">
              <a:defRPr sz="975" b="0">
                <a:solidFill>
                  <a:srgbClr val="F8FAFC"/>
                </a:solidFill>
                <a:latin typeface="Menlo"/>
                <a:ea typeface="Menlo"/>
                <a:cs typeface="Menlo"/>
              </a:defRPr>
            </a:pPr>
            <a:r>
              <a:rPr sz="975" b="0">
                <a:solidFill>
                  <a:srgbClr val="F8FAFC"/>
                </a:solidFill>
                <a:latin typeface="Menlo"/>
                <a:ea typeface="Menlo"/>
                <a:cs typeface="Menlo"/>
              </a:rPr>
              <a:t>現在の注文見積もりAPIの挙動を調査し、</a:t>
            </a:r>
          </a:p>
          <a:p xmlns:a="http://schemas.openxmlformats.org/drawingml/2006/main">
            <a:pPr algn="l">
              <a:defRPr sz="975" b="0">
                <a:solidFill>
                  <a:srgbClr val="F8FAFC"/>
                </a:solidFill>
                <a:latin typeface="Menlo"/>
                <a:ea typeface="Menlo"/>
                <a:cs typeface="Menlo"/>
              </a:defRPr>
            </a:pPr>
            <a:r>
              <a:rPr sz="975" b="0">
                <a:solidFill>
                  <a:srgbClr val="F8FAFC"/>
                </a:solidFill>
                <a:latin typeface="Menlo"/>
                <a:ea typeface="Menlo"/>
                <a:cs typeface="Menlo"/>
              </a:rPr>
              <a:t>既存挙動を固定するcharacterization testを作成してください。</a:t>
            </a:r>
          </a:p>
          <a:p xmlns:a="http://schemas.openxmlformats.org/drawingml/2006/main">
            <a:r>
              <a:t/>
            </a:r>
          </a:p>
          <a:p xmlns:a="http://schemas.openxmlformats.org/drawingml/2006/main">
            <a:pPr algn="l">
              <a:defRPr sz="975" b="0">
                <a:solidFill>
                  <a:srgbClr val="F8FAFC"/>
                </a:solidFill>
                <a:latin typeface="Menlo"/>
                <a:ea typeface="Menlo"/>
                <a:cs typeface="Menlo"/>
              </a:defRPr>
            </a:pPr>
            <a:r>
              <a:rPr sz="975" b="0">
                <a:solidFill>
                  <a:srgbClr val="F8FAFC"/>
                </a:solidFill>
                <a:latin typeface="Menlo"/>
                <a:ea typeface="Menlo"/>
                <a:cs typeface="Menlo"/>
              </a:rPr>
              <a:t>いきなりテストを書かず、先に観点表を出してください。</a:t>
            </a:r>
          </a:p>
          <a:p xmlns:a="http://schemas.openxmlformats.org/drawingml/2006/main">
            <a:pPr algn="l">
              <a:defRPr sz="975" b="0">
                <a:solidFill>
                  <a:srgbClr val="F8FAFC"/>
                </a:solidFill>
                <a:latin typeface="Menlo"/>
                <a:ea typeface="Menlo"/>
                <a:cs typeface="Menlo"/>
              </a:defRPr>
            </a:pPr>
            <a:r>
              <a:rPr sz="975" b="0">
                <a:solidFill>
                  <a:srgbClr val="F8FAFC"/>
                </a:solidFill>
                <a:latin typeface="Menlo"/>
                <a:ea typeface="Menlo"/>
                <a:cs typeface="Menlo"/>
              </a:rPr>
              <a:t>観点: 公開API / 境界値 / 不変条件 / エラーケース / docs差分</a:t>
            </a:r>
          </a:p>
          <a:p xmlns:a="http://schemas.openxmlformats.org/drawingml/2006/main">
            <a:pPr algn="l">
              <a:defRPr sz="975" b="0">
                <a:solidFill>
                  <a:srgbClr val="F8FAFC"/>
                </a:solidFill>
                <a:latin typeface="Menlo"/>
                <a:ea typeface="Menlo"/>
                <a:cs typeface="Menlo"/>
              </a:defRPr>
            </a:pPr>
            <a:r>
              <a:rPr sz="975" b="0">
                <a:solidFill>
                  <a:srgbClr val="F8FAFC"/>
                </a:solidFill>
                <a:latin typeface="Menlo"/>
                <a:ea typeface="Menlo"/>
                <a:cs typeface="Menlo"/>
              </a:rPr>
              <a:t>各観点について、テスト化する/しない、理由、確認方法を表にし、</a:t>
            </a:r>
          </a:p>
          <a:p xmlns:a="http://schemas.openxmlformats.org/drawingml/2006/main">
            <a:pPr algn="l">
              <a:defRPr sz="975" b="0">
                <a:solidFill>
                  <a:srgbClr val="F8FAFC"/>
                </a:solidFill>
                <a:latin typeface="Menlo"/>
                <a:ea typeface="Menlo"/>
                <a:cs typeface="Menlo"/>
              </a:defRPr>
            </a:pPr>
            <a:r>
              <a:rPr sz="975" b="0">
                <a:solidFill>
                  <a:srgbClr val="F8FAFC"/>
                </a:solidFill>
                <a:latin typeface="Menlo"/>
                <a:ea typeface="Menlo"/>
                <a:cs typeface="Menlo"/>
              </a:rPr>
              <a:t>採用した観点だけをテストにしてください。</a:t>
            </a:r>
          </a:p>
        </p:txBody>
      </p:sp>
      <p:sp>
        <p:nvSpPr>
          <p:cNvPr id="12" name="">
            <a:extLst xmlns:a="http://schemas.openxmlformats.org/drawingml/2006/main">
              <a:ext uri="{FF2B5EF4-FFF2-40B4-BE49-F238E27FC236}">
                <a16:creationId xmlns:a16="http://schemas.microsoft.com/office/drawing/2014/main" id="{03CEA94A-EFD5-427D-B6EA-1C8496E16B67}"/>
              </a:ext>
            </a:extLst>
          </p:cNvPr>
          <p:cNvSpPr>
            <a:spLocks xmlns:a="http://schemas.openxmlformats.org/drawingml/2006/main" noGrp="1"/>
          </p:cNvSpPr>
          <p:nvPr/>
        </p:nvSpPr>
        <p:spPr>
          <a:xfrm xmlns:a="http://schemas.openxmlformats.org/drawingml/2006/main">
            <a:off x="7334250" y="1657350"/>
            <a:ext cx="3714750" cy="1123950"/>
          </a:xfrm>
          <a:prstGeom xmlns:a="http://schemas.openxmlformats.org/drawingml/2006/main" prst="rect">
            <a:avLst/>
          </a:prstGeom>
          <a:solidFill xmlns:a="http://schemas.openxmlformats.org/drawingml/2006/main">
            <a:srgbClr val="FBF8F2"/>
          </a:solidFill>
          <a:ln xmlns:a="http://schemas.openxmlformats.org/drawingml/2006/main" w="9525">
            <a:solidFill>
              <a:srgbClr val="D5CEC4"/>
            </a:solidFill>
            <a:prstDash val="solid"/>
          </a:ln>
        </p:spPr>
      </p:sp>
      <p:sp>
        <p:nvSpPr>
          <p:cNvPr id="13" name="">
            <a:extLst xmlns:a="http://schemas.openxmlformats.org/drawingml/2006/main">
              <a:ext uri="{FF2B5EF4-FFF2-40B4-BE49-F238E27FC236}">
                <a16:creationId xmlns:a16="http://schemas.microsoft.com/office/drawing/2014/main" id="{FF2C6237-C338-4881-9F49-5816F58C570F}"/>
              </a:ext>
            </a:extLst>
          </p:cNvPr>
          <p:cNvSpPr>
            <a:spLocks xmlns:a="http://schemas.openxmlformats.org/drawingml/2006/main" noGrp="1"/>
          </p:cNvSpPr>
          <p:nvPr/>
        </p:nvSpPr>
        <p:spPr>
          <a:xfrm xmlns:a="http://schemas.openxmlformats.org/drawingml/2006/main">
            <a:off x="7334250" y="1657350"/>
            <a:ext cx="66675" cy="1123950"/>
          </a:xfrm>
          <a:prstGeom xmlns:a="http://schemas.openxmlformats.org/drawingml/2006/main" prst="rect">
            <a:avLst/>
          </a:prstGeom>
          <a:solidFill xmlns:a="http://schemas.openxmlformats.org/drawingml/2006/main">
            <a:srgbClr val="1A4F8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0860F19-A851-4594-9DD4-2E04EB78155D}"/>
              </a:ext>
            </a:extLst>
          </p:cNvPr>
          <p:cNvSpPr>
            <a:spLocks xmlns:a="http://schemas.openxmlformats.org/drawingml/2006/main" noGrp="1"/>
          </p:cNvSpPr>
          <p:nvPr/>
        </p:nvSpPr>
        <p:spPr>
          <a:xfrm xmlns:a="http://schemas.openxmlformats.org/drawingml/2006/main">
            <a:off x="7562850" y="1809750"/>
            <a:ext cx="3257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A4F8F"/>
                </a:solidFill>
                <a:latin typeface="Yu Gothic"/>
                <a:ea typeface="Yu Gothic"/>
                <a:cs typeface="Yu Gothic"/>
              </a:defRPr>
            </a:pPr>
            <a:r>
              <a:rPr sz="1500" b="1">
                <a:solidFill>
                  <a:srgbClr val="1A4F8F"/>
                </a:solidFill>
                <a:latin typeface="Yu Gothic"/>
                <a:ea typeface="Yu Gothic"/>
                <a:cs typeface="Yu Gothic"/>
              </a:rPr>
              <a:t>AIが先に返すもの</a:t>
            </a:r>
          </a:p>
        </p:txBody>
      </p:sp>
      <p:sp>
        <p:nvSpPr>
          <p:cNvPr id="15" name="">
            <a:extLst xmlns:a="http://schemas.openxmlformats.org/drawingml/2006/main">
              <a:ext uri="{FF2B5EF4-FFF2-40B4-BE49-F238E27FC236}">
                <a16:creationId xmlns:a16="http://schemas.microsoft.com/office/drawing/2014/main" id="{8391EEC0-4E21-4E1C-8F3F-5B791A395C39}"/>
              </a:ext>
            </a:extLst>
          </p:cNvPr>
          <p:cNvSpPr>
            <a:spLocks xmlns:a="http://schemas.openxmlformats.org/drawingml/2006/main" noGrp="1"/>
          </p:cNvSpPr>
          <p:nvPr/>
        </p:nvSpPr>
        <p:spPr>
          <a:xfrm xmlns:a="http://schemas.openxmlformats.org/drawingml/2006/main">
            <a:off x="7562850" y="2190750"/>
            <a:ext cx="3257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52607A"/>
                </a:solidFill>
                <a:latin typeface="Yu Gothic"/>
                <a:ea typeface="Yu Gothic"/>
                <a:cs typeface="Yu Gothic"/>
              </a:defRPr>
            </a:pPr>
            <a:r>
              <a:rPr sz="1425" b="0">
                <a:solidFill>
                  <a:srgbClr val="52607A"/>
                </a:solidFill>
                <a:latin typeface="Yu Gothic"/>
                <a:ea typeface="Yu Gothic"/>
                <a:cs typeface="Yu Gothic"/>
              </a:rPr>
              <a:t>観点表: 何をテスト化し、何を記録に回すか。</a:t>
            </a:r>
          </a:p>
        </p:txBody>
      </p:sp>
      <p:sp>
        <p:nvSpPr>
          <p:cNvPr id="16" name="">
            <a:extLst xmlns:a="http://schemas.openxmlformats.org/drawingml/2006/main">
              <a:ext uri="{FF2B5EF4-FFF2-40B4-BE49-F238E27FC236}">
                <a16:creationId xmlns:a16="http://schemas.microsoft.com/office/drawing/2014/main" id="{BBF8673F-1903-4837-8A0E-CA3FB4ED6A14}"/>
              </a:ext>
            </a:extLst>
          </p:cNvPr>
          <p:cNvSpPr>
            <a:spLocks xmlns:a="http://schemas.openxmlformats.org/drawingml/2006/main" noGrp="1"/>
          </p:cNvSpPr>
          <p:nvPr/>
        </p:nvSpPr>
        <p:spPr>
          <a:xfrm xmlns:a="http://schemas.openxmlformats.org/drawingml/2006/main">
            <a:off x="7334250" y="2895600"/>
            <a:ext cx="3714750" cy="1219200"/>
          </a:xfrm>
          <a:prstGeom xmlns:a="http://schemas.openxmlformats.org/drawingml/2006/main" prst="rect">
            <a:avLst/>
          </a:prstGeom>
          <a:solidFill xmlns:a="http://schemas.openxmlformats.org/drawingml/2006/main">
            <a:srgbClr val="FBF8F2"/>
          </a:solidFill>
          <a:ln xmlns:a="http://schemas.openxmlformats.org/drawingml/2006/main" w="9525">
            <a:solidFill>
              <a:srgbClr val="D5CEC4"/>
            </a:solidFill>
            <a:prstDash val="solid"/>
          </a:ln>
        </p:spPr>
      </p:sp>
      <p:sp>
        <p:nvSpPr>
          <p:cNvPr id="17" name="">
            <a:extLst xmlns:a="http://schemas.openxmlformats.org/drawingml/2006/main">
              <a:ext uri="{FF2B5EF4-FFF2-40B4-BE49-F238E27FC236}">
                <a16:creationId xmlns:a16="http://schemas.microsoft.com/office/drawing/2014/main" id="{6346FB6C-1161-4EF7-A7C0-619978F155FA}"/>
              </a:ext>
            </a:extLst>
          </p:cNvPr>
          <p:cNvSpPr>
            <a:spLocks xmlns:a="http://schemas.openxmlformats.org/drawingml/2006/main" noGrp="1"/>
          </p:cNvSpPr>
          <p:nvPr/>
        </p:nvSpPr>
        <p:spPr>
          <a:xfrm xmlns:a="http://schemas.openxmlformats.org/drawingml/2006/main">
            <a:off x="7334250" y="2895600"/>
            <a:ext cx="66675" cy="1219200"/>
          </a:xfrm>
          <a:prstGeom xmlns:a="http://schemas.openxmlformats.org/drawingml/2006/main" prst="rect">
            <a:avLst/>
          </a:prstGeom>
          <a:solidFill xmlns:a="http://schemas.openxmlformats.org/drawingml/2006/main">
            <a:srgbClr val="33824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13D8F95-5066-4DB2-A989-BEE33D54BDD2}"/>
              </a:ext>
            </a:extLst>
          </p:cNvPr>
          <p:cNvSpPr>
            <a:spLocks xmlns:a="http://schemas.openxmlformats.org/drawingml/2006/main" noGrp="1"/>
          </p:cNvSpPr>
          <p:nvPr/>
        </p:nvSpPr>
        <p:spPr>
          <a:xfrm xmlns:a="http://schemas.openxmlformats.org/drawingml/2006/main">
            <a:off x="7562850" y="3048000"/>
            <a:ext cx="3257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33824A"/>
                </a:solidFill>
                <a:latin typeface="Yu Gothic"/>
                <a:ea typeface="Yu Gothic"/>
                <a:cs typeface="Yu Gothic"/>
              </a:defRPr>
            </a:pPr>
            <a:r>
              <a:rPr sz="1500" b="1">
                <a:solidFill>
                  <a:srgbClr val="33824A"/>
                </a:solidFill>
                <a:latin typeface="Yu Gothic"/>
                <a:ea typeface="Yu Gothic"/>
                <a:cs typeface="Yu Gothic"/>
              </a:rPr>
              <a:t>AIが生成するもの</a:t>
            </a:r>
          </a:p>
        </p:txBody>
      </p:sp>
      <p:sp>
        <p:nvSpPr>
          <p:cNvPr id="19" name="">
            <a:extLst xmlns:a="http://schemas.openxmlformats.org/drawingml/2006/main">
              <a:ext uri="{FF2B5EF4-FFF2-40B4-BE49-F238E27FC236}">
                <a16:creationId xmlns:a16="http://schemas.microsoft.com/office/drawing/2014/main" id="{77DAB2E2-9E9A-4609-B12A-7B77C36B0B46}"/>
              </a:ext>
            </a:extLst>
          </p:cNvPr>
          <p:cNvSpPr>
            <a:spLocks xmlns:a="http://schemas.openxmlformats.org/drawingml/2006/main" noGrp="1"/>
          </p:cNvSpPr>
          <p:nvPr/>
        </p:nvSpPr>
        <p:spPr>
          <a:xfrm xmlns:a="http://schemas.openxmlformats.org/drawingml/2006/main">
            <a:off x="7562850" y="3429000"/>
            <a:ext cx="3257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2607A"/>
                </a:solidFill>
                <a:latin typeface="Yu Gothic"/>
                <a:ea typeface="Yu Gothic"/>
                <a:cs typeface="Yu Gothic"/>
              </a:defRPr>
            </a:pPr>
            <a:r>
              <a:rPr sz="1350" b="0">
                <a:solidFill>
                  <a:srgbClr val="52607A"/>
                </a:solidFill>
                <a:latin typeface="Yu Gothic"/>
                <a:ea typeface="Yu Gothic"/>
                <a:cs typeface="Yu Gothic"/>
              </a:rPr>
              <a:t>tests/*.test.js / tests/testHelper.js</a:t>
            </a:r>
          </a:p>
          <a:p xmlns:a="http://schemas.openxmlformats.org/drawingml/2006/main">
            <a:pPr algn="l">
              <a:defRPr sz="1350" b="0">
                <a:solidFill>
                  <a:srgbClr val="52607A"/>
                </a:solidFill>
                <a:latin typeface="Yu Gothic"/>
                <a:ea typeface="Yu Gothic"/>
                <a:cs typeface="Yu Gothic"/>
              </a:defRPr>
            </a:pPr>
            <a:r>
              <a:rPr sz="1350" b="0">
                <a:solidFill>
                  <a:srgbClr val="52607A"/>
                </a:solidFill>
                <a:latin typeface="Yu Gothic"/>
                <a:ea typeface="Yu Gothic"/>
                <a:cs typeface="Yu Gothic"/>
              </a:rPr>
              <a:t>境界値、不変条件、API response shape、不正入力。</a:t>
            </a:r>
          </a:p>
        </p:txBody>
      </p:sp>
      <p:sp>
        <p:nvSpPr>
          <p:cNvPr id="20" name="">
            <a:extLst xmlns:a="http://schemas.openxmlformats.org/drawingml/2006/main">
              <a:ext uri="{FF2B5EF4-FFF2-40B4-BE49-F238E27FC236}">
                <a16:creationId xmlns:a16="http://schemas.microsoft.com/office/drawing/2014/main" id="{BF863F08-5C07-4E9F-AB34-B04DD14490E5}"/>
              </a:ext>
            </a:extLst>
          </p:cNvPr>
          <p:cNvSpPr>
            <a:spLocks xmlns:a="http://schemas.openxmlformats.org/drawingml/2006/main" noGrp="1"/>
          </p:cNvSpPr>
          <p:nvPr/>
        </p:nvSpPr>
        <p:spPr>
          <a:xfrm xmlns:a="http://schemas.openxmlformats.org/drawingml/2006/main">
            <a:off x="685800" y="4229100"/>
            <a:ext cx="5048250" cy="1104900"/>
          </a:xfrm>
          <a:prstGeom xmlns:a="http://schemas.openxmlformats.org/drawingml/2006/main" prst="rect">
            <a:avLst/>
          </a:prstGeom>
          <a:solidFill xmlns:a="http://schemas.openxmlformats.org/drawingml/2006/main">
            <a:srgbClr val="F2F7EF"/>
          </a:solidFill>
          <a:ln xmlns:a="http://schemas.openxmlformats.org/drawingml/2006/main" w="9525">
            <a:solidFill>
              <a:srgbClr val="BFD3B8"/>
            </a:solidFill>
            <a:prstDash val="solid"/>
          </a:ln>
        </p:spPr>
      </p:sp>
      <p:sp>
        <p:nvSpPr>
          <p:cNvPr id="21" name="">
            <a:extLst xmlns:a="http://schemas.openxmlformats.org/drawingml/2006/main">
              <a:ext uri="{FF2B5EF4-FFF2-40B4-BE49-F238E27FC236}">
                <a16:creationId xmlns:a16="http://schemas.microsoft.com/office/drawing/2014/main" id="{23198BCD-183C-4FD3-A6B3-FACAA16A377F}"/>
              </a:ext>
            </a:extLst>
          </p:cNvPr>
          <p:cNvSpPr>
            <a:spLocks xmlns:a="http://schemas.openxmlformats.org/drawingml/2006/main" noGrp="1"/>
          </p:cNvSpPr>
          <p:nvPr/>
        </p:nvSpPr>
        <p:spPr>
          <a:xfrm xmlns:a="http://schemas.openxmlformats.org/drawingml/2006/main">
            <a:off x="685800" y="4229100"/>
            <a:ext cx="66675" cy="1104900"/>
          </a:xfrm>
          <a:prstGeom xmlns:a="http://schemas.openxmlformats.org/drawingml/2006/main" prst="rect">
            <a:avLst/>
          </a:prstGeom>
          <a:solidFill xmlns:a="http://schemas.openxmlformats.org/drawingml/2006/main">
            <a:srgbClr val="33824A"/>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07C29F90-8260-4623-A343-B9C36C66B6BD}"/>
              </a:ext>
            </a:extLst>
          </p:cNvPr>
          <p:cNvSpPr>
            <a:spLocks xmlns:a="http://schemas.openxmlformats.org/drawingml/2006/main" noGrp="1"/>
          </p:cNvSpPr>
          <p:nvPr/>
        </p:nvSpPr>
        <p:spPr>
          <a:xfrm xmlns:a="http://schemas.openxmlformats.org/drawingml/2006/main">
            <a:off x="914400" y="4381500"/>
            <a:ext cx="459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33824A"/>
                </a:solidFill>
                <a:latin typeface="Yu Gothic"/>
                <a:ea typeface="Yu Gothic"/>
                <a:cs typeface="Yu Gothic"/>
              </a:defRPr>
            </a:pPr>
            <a:r>
              <a:rPr sz="1500" b="1">
                <a:solidFill>
                  <a:srgbClr val="33824A"/>
                </a:solidFill>
                <a:latin typeface="Yu Gothic"/>
                <a:ea typeface="Yu Gothic"/>
                <a:cs typeface="Yu Gothic"/>
              </a:rPr>
              <a:t>達成できたこと</a:t>
            </a:r>
          </a:p>
        </p:txBody>
      </p:sp>
      <p:sp>
        <p:nvSpPr>
          <p:cNvPr id="23" name="">
            <a:extLst xmlns:a="http://schemas.openxmlformats.org/drawingml/2006/main">
              <a:ext uri="{FF2B5EF4-FFF2-40B4-BE49-F238E27FC236}">
                <a16:creationId xmlns:a16="http://schemas.microsoft.com/office/drawing/2014/main" id="{9C96DC8D-F3F5-4BF8-A814-DF2A5EA62C05}"/>
              </a:ext>
            </a:extLst>
          </p:cNvPr>
          <p:cNvSpPr>
            <a:spLocks xmlns:a="http://schemas.openxmlformats.org/drawingml/2006/main" noGrp="1"/>
          </p:cNvSpPr>
          <p:nvPr/>
        </p:nvSpPr>
        <p:spPr>
          <a:xfrm xmlns:a="http://schemas.openxmlformats.org/drawingml/2006/main">
            <a:off x="914400" y="4762500"/>
            <a:ext cx="4591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2607A"/>
                </a:solidFill>
                <a:latin typeface="Yu Gothic"/>
                <a:ea typeface="Yu Gothic"/>
                <a:cs typeface="Yu Gothic"/>
              </a:defRPr>
            </a:pPr>
            <a:r>
              <a:rPr sz="1275" b="0">
                <a:solidFill>
                  <a:srgbClr val="52607A"/>
                </a:solidFill>
                <a:latin typeface="Yu Gothic"/>
                <a:ea typeface="Yu Gothic"/>
                <a:cs typeface="Yu Gothic"/>
              </a:rPr>
              <a:t>既存挙動を再確認できる</a:t>
            </a:r>
          </a:p>
        </p:txBody>
      </p:sp>
      <p:sp>
        <p:nvSpPr>
          <p:cNvPr id="24" name="">
            <a:extLst xmlns:a="http://schemas.openxmlformats.org/drawingml/2006/main">
              <a:ext uri="{FF2B5EF4-FFF2-40B4-BE49-F238E27FC236}">
                <a16:creationId xmlns:a16="http://schemas.microsoft.com/office/drawing/2014/main" id="{E4763812-F3DE-46F8-A3BD-7B326A3A8A0B}"/>
              </a:ext>
            </a:extLst>
          </p:cNvPr>
          <p:cNvSpPr>
            <a:spLocks xmlns:a="http://schemas.openxmlformats.org/drawingml/2006/main" noGrp="1"/>
          </p:cNvSpPr>
          <p:nvPr/>
        </p:nvSpPr>
        <p:spPr>
          <a:xfrm xmlns:a="http://schemas.openxmlformats.org/drawingml/2006/main">
            <a:off x="6076950" y="4229100"/>
            <a:ext cx="5048250" cy="1104900"/>
          </a:xfrm>
          <a:prstGeom xmlns:a="http://schemas.openxmlformats.org/drawingml/2006/main" prst="rect">
            <a:avLst/>
          </a:prstGeom>
          <a:solidFill xmlns:a="http://schemas.openxmlformats.org/drawingml/2006/main">
            <a:srgbClr val="FFF6EE"/>
          </a:solidFill>
          <a:ln xmlns:a="http://schemas.openxmlformats.org/drawingml/2006/main" w="9525">
            <a:solidFill>
              <a:srgbClr val="E3C6A7"/>
            </a:solidFill>
            <a:prstDash val="solid"/>
          </a:ln>
        </p:spPr>
      </p:sp>
      <p:sp>
        <p:nvSpPr>
          <p:cNvPr id="25" name="">
            <a:extLst xmlns:a="http://schemas.openxmlformats.org/drawingml/2006/main">
              <a:ext uri="{FF2B5EF4-FFF2-40B4-BE49-F238E27FC236}">
                <a16:creationId xmlns:a16="http://schemas.microsoft.com/office/drawing/2014/main" id="{1C245E68-6DE2-4E2B-950A-4FB8D1F73ED5}"/>
              </a:ext>
            </a:extLst>
          </p:cNvPr>
          <p:cNvSpPr>
            <a:spLocks xmlns:a="http://schemas.openxmlformats.org/drawingml/2006/main" noGrp="1"/>
          </p:cNvSpPr>
          <p:nvPr/>
        </p:nvSpPr>
        <p:spPr>
          <a:xfrm xmlns:a="http://schemas.openxmlformats.org/drawingml/2006/main">
            <a:off x="6076950" y="4229100"/>
            <a:ext cx="66675" cy="1104900"/>
          </a:xfrm>
          <a:prstGeom xmlns:a="http://schemas.openxmlformats.org/drawingml/2006/main" prst="rect">
            <a:avLst/>
          </a:prstGeom>
          <a:solidFill xmlns:a="http://schemas.openxmlformats.org/drawingml/2006/main">
            <a:srgbClr val="C85B1A"/>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27880A19-2B47-41EB-A553-BC1CF17592F7}"/>
              </a:ext>
            </a:extLst>
          </p:cNvPr>
          <p:cNvSpPr>
            <a:spLocks xmlns:a="http://schemas.openxmlformats.org/drawingml/2006/main" noGrp="1"/>
          </p:cNvSpPr>
          <p:nvPr/>
        </p:nvSpPr>
        <p:spPr>
          <a:xfrm xmlns:a="http://schemas.openxmlformats.org/drawingml/2006/main">
            <a:off x="6305550" y="4381500"/>
            <a:ext cx="459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C85B1A"/>
                </a:solidFill>
                <a:latin typeface="Yu Gothic"/>
                <a:ea typeface="Yu Gothic"/>
                <a:cs typeface="Yu Gothic"/>
              </a:defRPr>
            </a:pPr>
            <a:r>
              <a:rPr sz="1500" b="1">
                <a:solidFill>
                  <a:srgbClr val="C85B1A"/>
                </a:solidFill>
                <a:latin typeface="Yu Gothic"/>
                <a:ea typeface="Yu Gothic"/>
                <a:cs typeface="Yu Gothic"/>
              </a:rPr>
              <a:t>まだ足りないこと</a:t>
            </a:r>
          </a:p>
        </p:txBody>
      </p:sp>
      <p:sp>
        <p:nvSpPr>
          <p:cNvPr id="27" name="">
            <a:extLst xmlns:a="http://schemas.openxmlformats.org/drawingml/2006/main">
              <a:ext uri="{FF2B5EF4-FFF2-40B4-BE49-F238E27FC236}">
                <a16:creationId xmlns:a16="http://schemas.microsoft.com/office/drawing/2014/main" id="{C8A4C9D6-24EA-44D3-8879-2BB8085EBBAB}"/>
              </a:ext>
            </a:extLst>
          </p:cNvPr>
          <p:cNvSpPr>
            <a:spLocks xmlns:a="http://schemas.openxmlformats.org/drawingml/2006/main" noGrp="1"/>
          </p:cNvSpPr>
          <p:nvPr/>
        </p:nvSpPr>
        <p:spPr>
          <a:xfrm xmlns:a="http://schemas.openxmlformats.org/drawingml/2006/main">
            <a:off x="6305550" y="4762500"/>
            <a:ext cx="4591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2607A"/>
                </a:solidFill>
                <a:latin typeface="Yu Gothic"/>
                <a:ea typeface="Yu Gothic"/>
                <a:cs typeface="Yu Gothic"/>
              </a:defRPr>
            </a:pPr>
            <a:r>
              <a:rPr sz="1275" b="0">
                <a:solidFill>
                  <a:srgbClr val="52607A"/>
                </a:solidFill>
                <a:latin typeface="Yu Gothic"/>
                <a:ea typeface="Yu Gothic"/>
                <a:cs typeface="Yu Gothic"/>
              </a:rPr>
              <a:t>新仕様と構造保証はまだない</a:t>
            </a:r>
          </a:p>
        </p:txBody>
      </p:sp>
      <p:sp>
        <p:nvSpPr>
          <p:cNvPr id="28" name="">
            <a:extLst xmlns:a="http://schemas.openxmlformats.org/drawingml/2006/main">
              <a:ext uri="{FF2B5EF4-FFF2-40B4-BE49-F238E27FC236}">
                <a16:creationId xmlns:a16="http://schemas.microsoft.com/office/drawing/2014/main" id="{B2B8FD7F-66FA-4151-8A16-B49E27A93E42}"/>
              </a:ext>
            </a:extLst>
          </p:cNvPr>
          <p:cNvSpPr>
            <a:spLocks xmlns:a="http://schemas.openxmlformats.org/drawingml/2006/main" noGrp="1"/>
          </p:cNvSpPr>
          <p:nvPr/>
        </p:nvSpPr>
        <p:spPr>
          <a:xfrm xmlns:a="http://schemas.openxmlformats.org/drawingml/2006/main">
            <a:off x="685800" y="5734050"/>
            <a:ext cx="1657350" cy="476250"/>
          </a:xfrm>
          <a:prstGeom xmlns:a="http://schemas.openxmlformats.org/drawingml/2006/main" prst="rect">
            <a:avLst/>
          </a:prstGeom>
          <a:solidFill xmlns:a="http://schemas.openxmlformats.org/drawingml/2006/main">
            <a:srgbClr val="E4DED4"/>
          </a:solidFill>
          <a:ln xmlns:a="http://schemas.openxmlformats.org/drawingml/2006/main" w="9525">
            <a:solidFill>
              <a:srgbClr val="E4DED4"/>
            </a:solidFill>
            <a:prstDash val="solid"/>
          </a:ln>
        </p:spPr>
      </p:sp>
      <p:sp>
        <p:nvSpPr>
          <p:cNvPr id="29" name="">
            <a:extLst xmlns:a="http://schemas.openxmlformats.org/drawingml/2006/main">
              <a:ext uri="{FF2B5EF4-FFF2-40B4-BE49-F238E27FC236}">
                <a16:creationId xmlns:a16="http://schemas.microsoft.com/office/drawing/2014/main" id="{BE6B7E5A-AB92-4C4F-8D5C-3D1E5A3F3628}"/>
              </a:ext>
            </a:extLst>
          </p:cNvPr>
          <p:cNvSpPr>
            <a:spLocks xmlns:a="http://schemas.openxmlformats.org/drawingml/2006/main" noGrp="1"/>
          </p:cNvSpPr>
          <p:nvPr/>
        </p:nvSpPr>
        <p:spPr>
          <a:xfrm xmlns:a="http://schemas.openxmlformats.org/drawingml/2006/main">
            <a:off x="8001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L0</a:t>
            </a:r>
          </a:p>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開始前</a:t>
            </a:r>
          </a:p>
        </p:txBody>
      </p:sp>
      <p:sp>
        <p:nvSpPr>
          <p:cNvPr id="30" name="">
            <a:extLst xmlns:a="http://schemas.openxmlformats.org/drawingml/2006/main">
              <a:ext uri="{FF2B5EF4-FFF2-40B4-BE49-F238E27FC236}">
                <a16:creationId xmlns:a16="http://schemas.microsoft.com/office/drawing/2014/main" id="{6B42F598-D0BA-4CE7-B552-E3A2AB11931E}"/>
              </a:ext>
            </a:extLst>
          </p:cNvPr>
          <p:cNvSpPr>
            <a:spLocks xmlns:a="http://schemas.openxmlformats.org/drawingml/2006/main" noGrp="1"/>
          </p:cNvSpPr>
          <p:nvPr/>
        </p:nvSpPr>
        <p:spPr>
          <a:xfrm xmlns:a="http://schemas.openxmlformats.org/drawingml/2006/main">
            <a:off x="2438400" y="5734050"/>
            <a:ext cx="1657350" cy="476250"/>
          </a:xfrm>
          <a:prstGeom xmlns:a="http://schemas.openxmlformats.org/drawingml/2006/main" prst="rect">
            <a:avLst/>
          </a:prstGeom>
          <a:solidFill xmlns:a="http://schemas.openxmlformats.org/drawingml/2006/main">
            <a:srgbClr val="E4DED4"/>
          </a:solidFill>
          <a:ln xmlns:a="http://schemas.openxmlformats.org/drawingml/2006/main" w="9525">
            <a:solidFill>
              <a:srgbClr val="E4DED4"/>
            </a:solidFill>
            <a:prstDash val="solid"/>
          </a:ln>
        </p:spPr>
      </p:sp>
      <p:sp>
        <p:nvSpPr>
          <p:cNvPr id="31" name="">
            <a:extLst xmlns:a="http://schemas.openxmlformats.org/drawingml/2006/main">
              <a:ext uri="{FF2B5EF4-FFF2-40B4-BE49-F238E27FC236}">
                <a16:creationId xmlns:a16="http://schemas.microsoft.com/office/drawing/2014/main" id="{816021AC-AF03-4453-875E-555160FC0085}"/>
              </a:ext>
            </a:extLst>
          </p:cNvPr>
          <p:cNvSpPr>
            <a:spLocks xmlns:a="http://schemas.openxmlformats.org/drawingml/2006/main" noGrp="1"/>
          </p:cNvSpPr>
          <p:nvPr/>
        </p:nvSpPr>
        <p:spPr>
          <a:xfrm xmlns:a="http://schemas.openxmlformats.org/drawingml/2006/main">
            <a:off x="25527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L1</a:t>
            </a:r>
          </a:p>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変更</a:t>
            </a:r>
          </a:p>
        </p:txBody>
      </p:sp>
      <p:sp>
        <p:nvSpPr>
          <p:cNvPr id="32" name="">
            <a:extLst xmlns:a="http://schemas.openxmlformats.org/drawingml/2006/main">
              <a:ext uri="{FF2B5EF4-FFF2-40B4-BE49-F238E27FC236}">
                <a16:creationId xmlns:a16="http://schemas.microsoft.com/office/drawing/2014/main" id="{61E20233-42F3-41B2-AA58-6F837B533E90}"/>
              </a:ext>
            </a:extLst>
          </p:cNvPr>
          <p:cNvSpPr>
            <a:spLocks xmlns:a="http://schemas.openxmlformats.org/drawingml/2006/main" noGrp="1"/>
          </p:cNvSpPr>
          <p:nvPr/>
        </p:nvSpPr>
        <p:spPr>
          <a:xfrm xmlns:a="http://schemas.openxmlformats.org/drawingml/2006/main">
            <a:off x="4191000" y="5734050"/>
            <a:ext cx="1657350" cy="476250"/>
          </a:xfrm>
          <a:prstGeom xmlns:a="http://schemas.openxmlformats.org/drawingml/2006/main" prst="rect">
            <a:avLst/>
          </a:prstGeom>
          <a:solidFill xmlns:a="http://schemas.openxmlformats.org/drawingml/2006/main">
            <a:srgbClr val="33824A"/>
          </a:solidFill>
          <a:ln xmlns:a="http://schemas.openxmlformats.org/drawingml/2006/main" w="9525">
            <a:solidFill>
              <a:srgbClr val="33824A"/>
            </a:solidFill>
            <a:prstDash val="solid"/>
          </a:ln>
        </p:spPr>
      </p:sp>
      <p:sp>
        <p:nvSpPr>
          <p:cNvPr id="33" name="">
            <a:extLst xmlns:a="http://schemas.openxmlformats.org/drawingml/2006/main">
              <a:ext uri="{FF2B5EF4-FFF2-40B4-BE49-F238E27FC236}">
                <a16:creationId xmlns:a16="http://schemas.microsoft.com/office/drawing/2014/main" id="{C0908A89-6A8A-4D89-BBD0-51217E2FB6E7}"/>
              </a:ext>
            </a:extLst>
          </p:cNvPr>
          <p:cNvSpPr>
            <a:spLocks xmlns:a="http://schemas.openxmlformats.org/drawingml/2006/main" noGrp="1"/>
          </p:cNvSpPr>
          <p:nvPr/>
        </p:nvSpPr>
        <p:spPr>
          <a:xfrm xmlns:a="http://schemas.openxmlformats.org/drawingml/2006/main">
            <a:off x="43053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Yu Gothic"/>
                <a:ea typeface="Yu Gothic"/>
                <a:cs typeface="Yu Gothic"/>
              </a:defRPr>
            </a:pPr>
            <a:r>
              <a:rPr sz="1050" b="1">
                <a:solidFill>
                  <a:srgbClr val="FFFFFF"/>
                </a:solidFill>
                <a:latin typeface="Yu Gothic"/>
                <a:ea typeface="Yu Gothic"/>
                <a:cs typeface="Yu Gothic"/>
              </a:rPr>
              <a:t>L2</a:t>
            </a:r>
          </a:p>
          <a:p xmlns:a="http://schemas.openxmlformats.org/drawingml/2006/main">
            <a:pPr algn="ctr">
              <a:defRPr sz="1050" b="1">
                <a:solidFill>
                  <a:srgbClr val="FFFFFF"/>
                </a:solidFill>
                <a:latin typeface="Yu Gothic"/>
                <a:ea typeface="Yu Gothic"/>
                <a:cs typeface="Yu Gothic"/>
              </a:defRPr>
            </a:pPr>
            <a:r>
              <a:rPr sz="1050" b="1">
                <a:solidFill>
                  <a:srgbClr val="FFFFFF"/>
                </a:solidFill>
                <a:latin typeface="Yu Gothic"/>
                <a:ea typeface="Yu Gothic"/>
                <a:cs typeface="Yu Gothic"/>
              </a:rPr>
              <a:t>挙動</a:t>
            </a:r>
          </a:p>
        </p:txBody>
      </p:sp>
      <p:sp>
        <p:nvSpPr>
          <p:cNvPr id="34" name="">
            <a:extLst xmlns:a="http://schemas.openxmlformats.org/drawingml/2006/main">
              <a:ext uri="{FF2B5EF4-FFF2-40B4-BE49-F238E27FC236}">
                <a16:creationId xmlns:a16="http://schemas.microsoft.com/office/drawing/2014/main" id="{72A7AFDB-67FB-4EB7-938F-F52F7F637885}"/>
              </a:ext>
            </a:extLst>
          </p:cNvPr>
          <p:cNvSpPr>
            <a:spLocks xmlns:a="http://schemas.openxmlformats.org/drawingml/2006/main" noGrp="1"/>
          </p:cNvSpPr>
          <p:nvPr/>
        </p:nvSpPr>
        <p:spPr>
          <a:xfrm xmlns:a="http://schemas.openxmlformats.org/drawingml/2006/main">
            <a:off x="5943600" y="5734050"/>
            <a:ext cx="1657350" cy="476250"/>
          </a:xfrm>
          <a:prstGeom xmlns:a="http://schemas.openxmlformats.org/drawingml/2006/main" prst="rect">
            <a:avLst/>
          </a:prstGeom>
          <a:solidFill xmlns:a="http://schemas.openxmlformats.org/drawingml/2006/main">
            <a:srgbClr val="E4DED4"/>
          </a:solidFill>
          <a:ln xmlns:a="http://schemas.openxmlformats.org/drawingml/2006/main" w="9525">
            <a:solidFill>
              <a:srgbClr val="E4DED4"/>
            </a:solidFill>
            <a:prstDash val="solid"/>
          </a:ln>
        </p:spPr>
      </p:sp>
      <p:sp>
        <p:nvSpPr>
          <p:cNvPr id="35" name="">
            <a:extLst xmlns:a="http://schemas.openxmlformats.org/drawingml/2006/main">
              <a:ext uri="{FF2B5EF4-FFF2-40B4-BE49-F238E27FC236}">
                <a16:creationId xmlns:a16="http://schemas.microsoft.com/office/drawing/2014/main" id="{7C8E6D61-5D09-4D4E-B4D5-DDCADFC91C8A}"/>
              </a:ext>
            </a:extLst>
          </p:cNvPr>
          <p:cNvSpPr>
            <a:spLocks xmlns:a="http://schemas.openxmlformats.org/drawingml/2006/main" noGrp="1"/>
          </p:cNvSpPr>
          <p:nvPr/>
        </p:nvSpPr>
        <p:spPr>
          <a:xfrm xmlns:a="http://schemas.openxmlformats.org/drawingml/2006/main">
            <a:off x="60579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L3</a:t>
            </a:r>
          </a:p>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構造</a:t>
            </a:r>
          </a:p>
        </p:txBody>
      </p:sp>
      <p:sp>
        <p:nvSpPr>
          <p:cNvPr id="36" name="">
            <a:extLst xmlns:a="http://schemas.openxmlformats.org/drawingml/2006/main">
              <a:ext uri="{FF2B5EF4-FFF2-40B4-BE49-F238E27FC236}">
                <a16:creationId xmlns:a16="http://schemas.microsoft.com/office/drawing/2014/main" id="{D34B1019-FEE7-4AC8-9721-E14B22E10628}"/>
              </a:ext>
            </a:extLst>
          </p:cNvPr>
          <p:cNvSpPr>
            <a:spLocks xmlns:a="http://schemas.openxmlformats.org/drawingml/2006/main" noGrp="1"/>
          </p:cNvSpPr>
          <p:nvPr/>
        </p:nvSpPr>
        <p:spPr>
          <a:xfrm xmlns:a="http://schemas.openxmlformats.org/drawingml/2006/main">
            <a:off x="7696200" y="5734050"/>
            <a:ext cx="1657350" cy="476250"/>
          </a:xfrm>
          <a:prstGeom xmlns:a="http://schemas.openxmlformats.org/drawingml/2006/main" prst="rect">
            <a:avLst/>
          </a:prstGeom>
          <a:solidFill xmlns:a="http://schemas.openxmlformats.org/drawingml/2006/main">
            <a:srgbClr val="E4DED4"/>
          </a:solidFill>
          <a:ln xmlns:a="http://schemas.openxmlformats.org/drawingml/2006/main" w="9525">
            <a:solidFill>
              <a:srgbClr val="E4DED4"/>
            </a:solidFill>
            <a:prstDash val="solid"/>
          </a:ln>
        </p:spPr>
      </p:sp>
      <p:sp>
        <p:nvSpPr>
          <p:cNvPr id="37" name="">
            <a:extLst xmlns:a="http://schemas.openxmlformats.org/drawingml/2006/main">
              <a:ext uri="{FF2B5EF4-FFF2-40B4-BE49-F238E27FC236}">
                <a16:creationId xmlns:a16="http://schemas.microsoft.com/office/drawing/2014/main" id="{47DE4074-19BA-4634-B573-E59410EDCBFF}"/>
              </a:ext>
            </a:extLst>
          </p:cNvPr>
          <p:cNvSpPr>
            <a:spLocks xmlns:a="http://schemas.openxmlformats.org/drawingml/2006/main" noGrp="1"/>
          </p:cNvSpPr>
          <p:nvPr/>
        </p:nvSpPr>
        <p:spPr>
          <a:xfrm xmlns:a="http://schemas.openxmlformats.org/drawingml/2006/main">
            <a:off x="78105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L4</a:t>
            </a:r>
          </a:p>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候補</a:t>
            </a:r>
          </a:p>
        </p:txBody>
      </p:sp>
      <p:sp>
        <p:nvSpPr>
          <p:cNvPr id="38" name="">
            <a:extLst xmlns:a="http://schemas.openxmlformats.org/drawingml/2006/main">
              <a:ext uri="{FF2B5EF4-FFF2-40B4-BE49-F238E27FC236}">
                <a16:creationId xmlns:a16="http://schemas.microsoft.com/office/drawing/2014/main" id="{7C5326B7-7390-4205-8C85-E0615DCDEC57}"/>
              </a:ext>
            </a:extLst>
          </p:cNvPr>
          <p:cNvSpPr>
            <a:spLocks xmlns:a="http://schemas.openxmlformats.org/drawingml/2006/main" noGrp="1"/>
          </p:cNvSpPr>
          <p:nvPr/>
        </p:nvSpPr>
        <p:spPr>
          <a:xfrm xmlns:a="http://schemas.openxmlformats.org/drawingml/2006/main">
            <a:off x="9448800" y="5734050"/>
            <a:ext cx="1657350" cy="476250"/>
          </a:xfrm>
          <a:prstGeom xmlns:a="http://schemas.openxmlformats.org/drawingml/2006/main" prst="rect">
            <a:avLst/>
          </a:prstGeom>
          <a:solidFill xmlns:a="http://schemas.openxmlformats.org/drawingml/2006/main">
            <a:srgbClr val="E4DED4"/>
          </a:solidFill>
          <a:ln xmlns:a="http://schemas.openxmlformats.org/drawingml/2006/main" w="9525">
            <a:solidFill>
              <a:srgbClr val="E4DED4"/>
            </a:solidFill>
            <a:prstDash val="solid"/>
          </a:ln>
        </p:spPr>
      </p:sp>
      <p:sp>
        <p:nvSpPr>
          <p:cNvPr id="39" name="">
            <a:extLst xmlns:a="http://schemas.openxmlformats.org/drawingml/2006/main">
              <a:ext uri="{FF2B5EF4-FFF2-40B4-BE49-F238E27FC236}">
                <a16:creationId xmlns:a16="http://schemas.microsoft.com/office/drawing/2014/main" id="{BA8ABB7E-5F00-4E5D-B826-CCBED5B1F8BB}"/>
              </a:ext>
            </a:extLst>
          </p:cNvPr>
          <p:cNvSpPr>
            <a:spLocks xmlns:a="http://schemas.openxmlformats.org/drawingml/2006/main" noGrp="1"/>
          </p:cNvSpPr>
          <p:nvPr/>
        </p:nvSpPr>
        <p:spPr>
          <a:xfrm xmlns:a="http://schemas.openxmlformats.org/drawingml/2006/main">
            <a:off x="95631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L5</a:t>
            </a:r>
          </a:p>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介入圧縮</a:t>
            </a:r>
          </a:p>
        </p:txBody>
      </p:sp>
    </p:spTree>
    <p:extLst>
      <p:ext uri="{BB962C8B-B14F-4D97-AF65-F5344CB8AC3E}">
        <p14:creationId xmlns:p14="http://schemas.microsoft.com/office/powerpoint/2010/main" val="1332631133"/>
      </p:ext>
    </p:extLst>
  </p:cSld>
</p:sld>
</file>

<file path=ppt/slides/slide17.xml><?xml version="1.0" encoding="utf-8"?>
<p:sld xmlns:p="http://schemas.openxmlformats.org/presentationml/2006/main">
  <p:cSld>
    <p:bg>
      <p:bgPr>
        <a:solidFill xmlns:a="http://schemas.openxmlformats.org/drawingml/2006/main">
          <a:srgbClr val="ECE7E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1115DD4-4384-46A7-BD18-CDA39FDA466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245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9A4F021-C653-4B3A-906A-7D3E4A256A7E}"/>
              </a:ext>
            </a:extLst>
          </p:cNvPr>
          <p:cNvSpPr>
            <a:spLocks xmlns:a="http://schemas.openxmlformats.org/drawingml/2006/main" noGrp="1"/>
          </p:cNvSpPr>
          <p:nvPr/>
        </p:nvSpPr>
        <p:spPr>
          <a:xfrm xmlns:a="http://schemas.openxmlformats.org/drawingml/2006/main">
            <a:off x="514350" y="400050"/>
            <a:ext cx="76200" cy="266700"/>
          </a:xfrm>
          <a:prstGeom xmlns:a="http://schemas.openxmlformats.org/drawingml/2006/main" prst="rect">
            <a:avLst/>
          </a:prstGeom>
          <a:solidFill xmlns:a="http://schemas.openxmlformats.org/drawingml/2006/main">
            <a:srgbClr val="33824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1FE2653-3F7B-479B-92D4-B8EA7A7F6BBC}"/>
              </a:ext>
            </a:extLst>
          </p:cNvPr>
          <p:cNvSpPr>
            <a:spLocks xmlns:a="http://schemas.openxmlformats.org/drawingml/2006/main" noGrp="1"/>
          </p:cNvSpPr>
          <p:nvPr/>
        </p:nvSpPr>
        <p:spPr>
          <a:xfrm xmlns:a="http://schemas.openxmlformats.org/drawingml/2006/main">
            <a:off x="704850" y="381000"/>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33824A"/>
                </a:solidFill>
                <a:latin typeface="Yu Gothic"/>
                <a:ea typeface="Yu Gothic"/>
                <a:cs typeface="Yu Gothic"/>
              </a:defRPr>
            </a:pPr>
            <a:r>
              <a:rPr sz="975" b="1">
                <a:solidFill>
                  <a:srgbClr val="33824A"/>
                </a:solidFill>
                <a:latin typeface="Yu Gothic"/>
                <a:ea typeface="Yu Gothic"/>
                <a:cs typeface="Yu Gothic"/>
              </a:rPr>
              <a:t>AFTER DEMO 2</a:t>
            </a:r>
          </a:p>
        </p:txBody>
      </p:sp>
      <p:sp>
        <p:nvSpPr>
          <p:cNvPr id="4" name="">
            <a:extLst xmlns:a="http://schemas.openxmlformats.org/drawingml/2006/main">
              <a:ext uri="{FF2B5EF4-FFF2-40B4-BE49-F238E27FC236}">
                <a16:creationId xmlns:a16="http://schemas.microsoft.com/office/drawing/2014/main" id="{DAFCBA2D-942C-4F76-A833-34A37D03BCAA}"/>
              </a:ext>
            </a:extLst>
          </p:cNvPr>
          <p:cNvSpPr>
            <a:spLocks xmlns:a="http://schemas.openxmlformats.org/drawingml/2006/main" noGrp="1"/>
          </p:cNvSpPr>
          <p:nvPr/>
        </p:nvSpPr>
        <p:spPr>
          <a:xfrm xmlns:a="http://schemas.openxmlformats.org/drawingml/2006/main">
            <a:off x="533400" y="857250"/>
            <a:ext cx="1000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72452"/>
                </a:solidFill>
                <a:latin typeface="Yu Gothic"/>
                <a:ea typeface="Yu Gothic"/>
                <a:cs typeface="Yu Gothic"/>
              </a:defRPr>
            </a:pPr>
            <a:r>
              <a:rPr sz="2700" b="1">
                <a:solidFill>
                  <a:srgbClr val="172452"/>
                </a:solidFill>
                <a:latin typeface="Yu Gothic"/>
                <a:ea typeface="Yu Gothic"/>
                <a:cs typeface="Yu Gothic"/>
              </a:rPr>
              <a:t>characterization testは、あとで3つに分かれる</a:t>
            </a:r>
          </a:p>
        </p:txBody>
      </p:sp>
      <p:sp>
        <p:nvSpPr>
          <p:cNvPr id="5" name="">
            <a:extLst xmlns:a="http://schemas.openxmlformats.org/drawingml/2006/main">
              <a:ext uri="{FF2B5EF4-FFF2-40B4-BE49-F238E27FC236}">
                <a16:creationId xmlns:a16="http://schemas.microsoft.com/office/drawing/2014/main" id="{7B972820-B369-4BFB-93B2-C245526A1B12}"/>
              </a:ext>
            </a:extLst>
          </p:cNvPr>
          <p:cNvSpPr>
            <a:spLocks xmlns:a="http://schemas.openxmlformats.org/drawingml/2006/main" noGrp="1"/>
          </p:cNvSpPr>
          <p:nvPr/>
        </p:nvSpPr>
        <p:spPr>
          <a:xfrm xmlns:a="http://schemas.openxmlformats.org/drawingml/2006/main">
            <a:off x="11125200" y="632460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52607A"/>
                </a:solidFill>
                <a:latin typeface="Yu Gothic"/>
                <a:ea typeface="Yu Gothic"/>
                <a:cs typeface="Yu Gothic"/>
              </a:defRPr>
            </a:pPr>
            <a:r>
              <a:rPr sz="900" b="0">
                <a:solidFill>
                  <a:srgbClr val="52607A"/>
                </a:solidFill>
                <a:latin typeface="Yu Gothic"/>
                <a:ea typeface="Yu Gothic"/>
                <a:cs typeface="Yu Gothic"/>
              </a:rPr>
              <a:t>17</a:t>
            </a:r>
          </a:p>
        </p:txBody>
      </p:sp>
      <p:sp>
        <p:nvSpPr>
          <p:cNvPr id="6" name="">
            <a:extLst xmlns:a="http://schemas.openxmlformats.org/drawingml/2006/main">
              <a:ext uri="{FF2B5EF4-FFF2-40B4-BE49-F238E27FC236}">
                <a16:creationId xmlns:a16="http://schemas.microsoft.com/office/drawing/2014/main" id="{EEF46C92-1B0A-4269-8655-A1FA210FF255}"/>
              </a:ext>
            </a:extLst>
          </p:cNvPr>
          <p:cNvSpPr>
            <a:spLocks xmlns:a="http://schemas.openxmlformats.org/drawingml/2006/main" noGrp="1"/>
          </p:cNvSpPr>
          <p:nvPr/>
        </p:nvSpPr>
        <p:spPr>
          <a:xfrm xmlns:a="http://schemas.openxmlformats.org/drawingml/2006/main">
            <a:off x="723900" y="1619250"/>
            <a:ext cx="10744200" cy="514350"/>
          </a:xfrm>
          <a:prstGeom xmlns:a="http://schemas.openxmlformats.org/drawingml/2006/main" prst="rect">
            <a:avLst/>
          </a:prstGeom>
          <a:solidFill xmlns:a="http://schemas.openxmlformats.org/drawingml/2006/main">
            <a:srgbClr val="172452"/>
          </a:solidFill>
          <a:ln xmlns:a="http://schemas.openxmlformats.org/drawingml/2006/main" w="9525">
            <a:solidFill>
              <a:srgbClr val="172452"/>
            </a:solidFill>
            <a:prstDash val="solid"/>
          </a:ln>
        </p:spPr>
      </p:sp>
      <p:sp>
        <p:nvSpPr>
          <p:cNvPr id="7" name="">
            <a:extLst xmlns:a="http://schemas.openxmlformats.org/drawingml/2006/main">
              <a:ext uri="{FF2B5EF4-FFF2-40B4-BE49-F238E27FC236}">
                <a16:creationId xmlns:a16="http://schemas.microsoft.com/office/drawing/2014/main" id="{3750DDCB-8DAC-401E-B597-AB2C4304DEE3}"/>
              </a:ext>
            </a:extLst>
          </p:cNvPr>
          <p:cNvSpPr>
            <a:spLocks xmlns:a="http://schemas.openxmlformats.org/drawingml/2006/main" noGrp="1"/>
          </p:cNvSpPr>
          <p:nvPr/>
        </p:nvSpPr>
        <p:spPr>
          <a:xfrm xmlns:a="http://schemas.openxmlformats.org/drawingml/2006/main">
            <a:off x="838200" y="1704975"/>
            <a:ext cx="1295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FFFFF"/>
                </a:solidFill>
                <a:latin typeface="Yu Gothic"/>
                <a:ea typeface="Yu Gothic"/>
                <a:cs typeface="Yu Gothic"/>
              </a:defRPr>
            </a:pPr>
            <a:r>
              <a:rPr sz="1200" b="1">
                <a:solidFill>
                  <a:srgbClr val="FFFFFF"/>
                </a:solidFill>
                <a:latin typeface="Yu Gothic"/>
                <a:ea typeface="Yu Gothic"/>
                <a:cs typeface="Yu Gothic"/>
              </a:rPr>
              <a:t>種類</a:t>
            </a:r>
          </a:p>
        </p:txBody>
      </p:sp>
      <p:sp>
        <p:nvSpPr>
          <p:cNvPr id="8" name="">
            <a:extLst xmlns:a="http://schemas.openxmlformats.org/drawingml/2006/main">
              <a:ext uri="{FF2B5EF4-FFF2-40B4-BE49-F238E27FC236}">
                <a16:creationId xmlns:a16="http://schemas.microsoft.com/office/drawing/2014/main" id="{98C8C6D5-832E-4EFD-A1F0-BE0F8481B12E}"/>
              </a:ext>
            </a:extLst>
          </p:cNvPr>
          <p:cNvSpPr>
            <a:spLocks xmlns:a="http://schemas.openxmlformats.org/drawingml/2006/main" noGrp="1"/>
          </p:cNvSpPr>
          <p:nvPr/>
        </p:nvSpPr>
        <p:spPr>
          <a:xfrm xmlns:a="http://schemas.openxmlformats.org/drawingml/2006/main">
            <a:off x="2362200" y="1704975"/>
            <a:ext cx="3771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FFFFF"/>
                </a:solidFill>
                <a:latin typeface="Yu Gothic"/>
                <a:ea typeface="Yu Gothic"/>
                <a:cs typeface="Yu Gothic"/>
              </a:defRPr>
            </a:pPr>
            <a:r>
              <a:rPr sz="1200" b="1">
                <a:solidFill>
                  <a:srgbClr val="FFFFFF"/>
                </a:solidFill>
                <a:latin typeface="Yu Gothic"/>
                <a:ea typeface="Yu Gothic"/>
                <a:cs typeface="Yu Gothic"/>
              </a:rPr>
              <a:t>扱い</a:t>
            </a:r>
          </a:p>
        </p:txBody>
      </p:sp>
      <p:sp>
        <p:nvSpPr>
          <p:cNvPr id="9" name="">
            <a:extLst xmlns:a="http://schemas.openxmlformats.org/drawingml/2006/main">
              <a:ext uri="{FF2B5EF4-FFF2-40B4-BE49-F238E27FC236}">
                <a16:creationId xmlns:a16="http://schemas.microsoft.com/office/drawing/2014/main" id="{6C245ACD-8C2B-4812-8D12-7CA1D520BAED}"/>
              </a:ext>
            </a:extLst>
          </p:cNvPr>
          <p:cNvSpPr>
            <a:spLocks xmlns:a="http://schemas.openxmlformats.org/drawingml/2006/main" noGrp="1"/>
          </p:cNvSpPr>
          <p:nvPr/>
        </p:nvSpPr>
        <p:spPr>
          <a:xfrm xmlns:a="http://schemas.openxmlformats.org/drawingml/2006/main">
            <a:off x="6362700" y="1704975"/>
            <a:ext cx="4991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FFFFF"/>
                </a:solidFill>
                <a:latin typeface="Yu Gothic"/>
                <a:ea typeface="Yu Gothic"/>
                <a:cs typeface="Yu Gothic"/>
              </a:defRPr>
            </a:pPr>
            <a:r>
              <a:rPr sz="1200" b="1">
                <a:solidFill>
                  <a:srgbClr val="FFFFFF"/>
                </a:solidFill>
                <a:latin typeface="Yu Gothic"/>
                <a:ea typeface="Yu Gothic"/>
                <a:cs typeface="Yu Gothic"/>
              </a:rPr>
              <a:t>今回の例</a:t>
            </a:r>
          </a:p>
        </p:txBody>
      </p:sp>
      <p:sp>
        <p:nvSpPr>
          <p:cNvPr id="10" name="">
            <a:extLst xmlns:a="http://schemas.openxmlformats.org/drawingml/2006/main">
              <a:ext uri="{FF2B5EF4-FFF2-40B4-BE49-F238E27FC236}">
                <a16:creationId xmlns:a16="http://schemas.microsoft.com/office/drawing/2014/main" id="{845E9E8B-688D-4345-A318-9898E3AB9949}"/>
              </a:ext>
            </a:extLst>
          </p:cNvPr>
          <p:cNvSpPr>
            <a:spLocks xmlns:a="http://schemas.openxmlformats.org/drawingml/2006/main" noGrp="1"/>
          </p:cNvSpPr>
          <p:nvPr/>
        </p:nvSpPr>
        <p:spPr>
          <a:xfrm xmlns:a="http://schemas.openxmlformats.org/drawingml/2006/main">
            <a:off x="723900" y="2133600"/>
            <a:ext cx="10744200" cy="514350"/>
          </a:xfrm>
          <a:prstGeom xmlns:a="http://schemas.openxmlformats.org/drawingml/2006/main" prst="rect">
            <a:avLst/>
          </a:prstGeom>
          <a:solidFill xmlns:a="http://schemas.openxmlformats.org/drawingml/2006/main">
            <a:srgbClr val="FBF8F2"/>
          </a:solidFill>
          <a:ln xmlns:a="http://schemas.openxmlformats.org/drawingml/2006/main" w="9525">
            <a:solidFill>
              <a:srgbClr val="D5CEC4"/>
            </a:solidFill>
            <a:prstDash val="solid"/>
          </a:ln>
        </p:spPr>
      </p:sp>
      <p:sp>
        <p:nvSpPr>
          <p:cNvPr id="11" name="">
            <a:extLst xmlns:a="http://schemas.openxmlformats.org/drawingml/2006/main">
              <a:ext uri="{FF2B5EF4-FFF2-40B4-BE49-F238E27FC236}">
                <a16:creationId xmlns:a16="http://schemas.microsoft.com/office/drawing/2014/main" id="{FF32C520-99E6-434E-9BED-1E58415B149A}"/>
              </a:ext>
            </a:extLst>
          </p:cNvPr>
          <p:cNvSpPr>
            <a:spLocks xmlns:a="http://schemas.openxmlformats.org/drawingml/2006/main" noGrp="1"/>
          </p:cNvSpPr>
          <p:nvPr/>
        </p:nvSpPr>
        <p:spPr>
          <a:xfrm xmlns:a="http://schemas.openxmlformats.org/drawingml/2006/main">
            <a:off x="838200" y="2219325"/>
            <a:ext cx="1295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14204A"/>
                </a:solidFill>
                <a:latin typeface="Yu Gothic"/>
                <a:ea typeface="Yu Gothic"/>
                <a:cs typeface="Yu Gothic"/>
              </a:defRPr>
            </a:pPr>
            <a:r>
              <a:rPr sz="1275" b="1">
                <a:solidFill>
                  <a:srgbClr val="14204A"/>
                </a:solidFill>
                <a:latin typeface="Yu Gothic"/>
                <a:ea typeface="Yu Gothic"/>
                <a:cs typeface="Yu Gothic"/>
              </a:rPr>
              <a:t>残す</a:t>
            </a:r>
          </a:p>
        </p:txBody>
      </p:sp>
      <p:sp>
        <p:nvSpPr>
          <p:cNvPr id="12" name="">
            <a:extLst xmlns:a="http://schemas.openxmlformats.org/drawingml/2006/main">
              <a:ext uri="{FF2B5EF4-FFF2-40B4-BE49-F238E27FC236}">
                <a16:creationId xmlns:a16="http://schemas.microsoft.com/office/drawing/2014/main" id="{4DB3A112-F0C5-4F84-BDAC-4465449816E8}"/>
              </a:ext>
            </a:extLst>
          </p:cNvPr>
          <p:cNvSpPr>
            <a:spLocks xmlns:a="http://schemas.openxmlformats.org/drawingml/2006/main" noGrp="1"/>
          </p:cNvSpPr>
          <p:nvPr/>
        </p:nvSpPr>
        <p:spPr>
          <a:xfrm xmlns:a="http://schemas.openxmlformats.org/drawingml/2006/main">
            <a:off x="2362200" y="2219325"/>
            <a:ext cx="3771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2607A"/>
                </a:solidFill>
                <a:latin typeface="Yu Gothic"/>
                <a:ea typeface="Yu Gothic"/>
                <a:cs typeface="Yu Gothic"/>
              </a:defRPr>
            </a:pPr>
            <a:r>
              <a:rPr sz="1275" b="0">
                <a:solidFill>
                  <a:srgbClr val="52607A"/>
                </a:solidFill>
                <a:latin typeface="Yu Gothic"/>
                <a:ea typeface="Yu Gothic"/>
                <a:cs typeface="Yu Gothic"/>
              </a:rPr>
              <a:t>回帰テストとして残す</a:t>
            </a:r>
          </a:p>
        </p:txBody>
      </p:sp>
      <p:sp>
        <p:nvSpPr>
          <p:cNvPr id="13" name="">
            <a:extLst xmlns:a="http://schemas.openxmlformats.org/drawingml/2006/main">
              <a:ext uri="{FF2B5EF4-FFF2-40B4-BE49-F238E27FC236}">
                <a16:creationId xmlns:a16="http://schemas.microsoft.com/office/drawing/2014/main" id="{021BCB78-ABDB-43F1-931B-475E903124E4}"/>
              </a:ext>
            </a:extLst>
          </p:cNvPr>
          <p:cNvSpPr>
            <a:spLocks xmlns:a="http://schemas.openxmlformats.org/drawingml/2006/main" noGrp="1"/>
          </p:cNvSpPr>
          <p:nvPr/>
        </p:nvSpPr>
        <p:spPr>
          <a:xfrm xmlns:a="http://schemas.openxmlformats.org/drawingml/2006/main">
            <a:off x="6362700" y="2219325"/>
            <a:ext cx="4991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2607A"/>
                </a:solidFill>
                <a:latin typeface="Yu Gothic"/>
                <a:ea typeface="Yu Gothic"/>
                <a:cs typeface="Yu Gothic"/>
              </a:defRPr>
            </a:pPr>
            <a:r>
              <a:rPr sz="1275" b="0">
                <a:solidFill>
                  <a:srgbClr val="52607A"/>
                </a:solidFill>
                <a:latin typeface="Yu Gothic"/>
                <a:ea typeface="Yu Gothic"/>
                <a:cs typeface="Yu Gothic"/>
              </a:rPr>
              <a:t>response形式、不正入力、total計算</a:t>
            </a:r>
          </a:p>
        </p:txBody>
      </p:sp>
      <p:sp>
        <p:nvSpPr>
          <p:cNvPr id="14" name="">
            <a:extLst xmlns:a="http://schemas.openxmlformats.org/drawingml/2006/main">
              <a:ext uri="{FF2B5EF4-FFF2-40B4-BE49-F238E27FC236}">
                <a16:creationId xmlns:a16="http://schemas.microsoft.com/office/drawing/2014/main" id="{C04F7087-EBEE-47B6-BA27-7FD54A03E28F}"/>
              </a:ext>
            </a:extLst>
          </p:cNvPr>
          <p:cNvSpPr>
            <a:spLocks xmlns:a="http://schemas.openxmlformats.org/drawingml/2006/main" noGrp="1"/>
          </p:cNvSpPr>
          <p:nvPr/>
        </p:nvSpPr>
        <p:spPr>
          <a:xfrm xmlns:a="http://schemas.openxmlformats.org/drawingml/2006/main">
            <a:off x="723900" y="2647950"/>
            <a:ext cx="10744200" cy="514350"/>
          </a:xfrm>
          <a:prstGeom xmlns:a="http://schemas.openxmlformats.org/drawingml/2006/main" prst="rect">
            <a:avLst/>
          </a:prstGeom>
          <a:solidFill xmlns:a="http://schemas.openxmlformats.org/drawingml/2006/main">
            <a:srgbClr val="F3EEE7"/>
          </a:solidFill>
          <a:ln xmlns:a="http://schemas.openxmlformats.org/drawingml/2006/main" w="9525">
            <a:solidFill>
              <a:srgbClr val="D5CEC4"/>
            </a:solidFill>
            <a:prstDash val="solid"/>
          </a:ln>
        </p:spPr>
      </p:sp>
      <p:sp>
        <p:nvSpPr>
          <p:cNvPr id="15" name="">
            <a:extLst xmlns:a="http://schemas.openxmlformats.org/drawingml/2006/main">
              <a:ext uri="{FF2B5EF4-FFF2-40B4-BE49-F238E27FC236}">
                <a16:creationId xmlns:a16="http://schemas.microsoft.com/office/drawing/2014/main" id="{348E7F57-F574-4D1C-9EAD-1EF7447893AF}"/>
              </a:ext>
            </a:extLst>
          </p:cNvPr>
          <p:cNvSpPr>
            <a:spLocks xmlns:a="http://schemas.openxmlformats.org/drawingml/2006/main" noGrp="1"/>
          </p:cNvSpPr>
          <p:nvPr/>
        </p:nvSpPr>
        <p:spPr>
          <a:xfrm xmlns:a="http://schemas.openxmlformats.org/drawingml/2006/main">
            <a:off x="838200" y="2733675"/>
            <a:ext cx="1295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14204A"/>
                </a:solidFill>
                <a:latin typeface="Yu Gothic"/>
                <a:ea typeface="Yu Gothic"/>
                <a:cs typeface="Yu Gothic"/>
              </a:defRPr>
            </a:pPr>
            <a:r>
              <a:rPr sz="1275" b="1">
                <a:solidFill>
                  <a:srgbClr val="14204A"/>
                </a:solidFill>
                <a:latin typeface="Yu Gothic"/>
                <a:ea typeface="Yu Gothic"/>
                <a:cs typeface="Yu Gothic"/>
              </a:rPr>
              <a:t>書き換える</a:t>
            </a:r>
          </a:p>
        </p:txBody>
      </p:sp>
      <p:sp>
        <p:nvSpPr>
          <p:cNvPr id="16" name="">
            <a:extLst xmlns:a="http://schemas.openxmlformats.org/drawingml/2006/main">
              <a:ext uri="{FF2B5EF4-FFF2-40B4-BE49-F238E27FC236}">
                <a16:creationId xmlns:a16="http://schemas.microsoft.com/office/drawing/2014/main" id="{F4DD83CC-9EDD-4406-8F39-B51BDA033729}"/>
              </a:ext>
            </a:extLst>
          </p:cNvPr>
          <p:cNvSpPr>
            <a:spLocks xmlns:a="http://schemas.openxmlformats.org/drawingml/2006/main" noGrp="1"/>
          </p:cNvSpPr>
          <p:nvPr/>
        </p:nvSpPr>
        <p:spPr>
          <a:xfrm xmlns:a="http://schemas.openxmlformats.org/drawingml/2006/main">
            <a:off x="2362200" y="2733675"/>
            <a:ext cx="3771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2607A"/>
                </a:solidFill>
                <a:latin typeface="Yu Gothic"/>
                <a:ea typeface="Yu Gothic"/>
                <a:cs typeface="Yu Gothic"/>
              </a:defRPr>
            </a:pPr>
            <a:r>
              <a:rPr sz="1275" b="0">
                <a:solidFill>
                  <a:srgbClr val="52607A"/>
                </a:solidFill>
                <a:latin typeface="Yu Gothic"/>
                <a:ea typeface="Yu Gothic"/>
                <a:cs typeface="Yu Gothic"/>
              </a:rPr>
              <a:t>新仕様の受け入れテストへ変える</a:t>
            </a:r>
          </a:p>
        </p:txBody>
      </p:sp>
      <p:sp>
        <p:nvSpPr>
          <p:cNvPr id="17" name="">
            <a:extLst xmlns:a="http://schemas.openxmlformats.org/drawingml/2006/main">
              <a:ext uri="{FF2B5EF4-FFF2-40B4-BE49-F238E27FC236}">
                <a16:creationId xmlns:a16="http://schemas.microsoft.com/office/drawing/2014/main" id="{06E164EF-59FC-4178-8F25-D8BAF13F0EB2}"/>
              </a:ext>
            </a:extLst>
          </p:cNvPr>
          <p:cNvSpPr>
            <a:spLocks xmlns:a="http://schemas.openxmlformats.org/drawingml/2006/main" noGrp="1"/>
          </p:cNvSpPr>
          <p:nvPr/>
        </p:nvSpPr>
        <p:spPr>
          <a:xfrm xmlns:a="http://schemas.openxmlformats.org/drawingml/2006/main">
            <a:off x="6362700" y="2733675"/>
            <a:ext cx="4991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2607A"/>
                </a:solidFill>
                <a:latin typeface="Yu Gothic"/>
                <a:ea typeface="Yu Gothic"/>
                <a:cs typeface="Yu Gothic"/>
              </a:defRPr>
            </a:pPr>
            <a:r>
              <a:rPr sz="1275" b="0">
                <a:solidFill>
                  <a:srgbClr val="52607A"/>
                </a:solidFill>
                <a:latin typeface="Yu Gothic"/>
                <a:ea typeface="Yu Gothic"/>
                <a:cs typeface="Yu Gothic"/>
              </a:rPr>
              <a:t>4999/5000 -&gt; 6999/7000</a:t>
            </a:r>
          </a:p>
        </p:txBody>
      </p:sp>
      <p:sp>
        <p:nvSpPr>
          <p:cNvPr id="18" name="">
            <a:extLst xmlns:a="http://schemas.openxmlformats.org/drawingml/2006/main">
              <a:ext uri="{FF2B5EF4-FFF2-40B4-BE49-F238E27FC236}">
                <a16:creationId xmlns:a16="http://schemas.microsoft.com/office/drawing/2014/main" id="{943D63DD-0531-4D78-939A-F89B204FAF82}"/>
              </a:ext>
            </a:extLst>
          </p:cNvPr>
          <p:cNvSpPr>
            <a:spLocks xmlns:a="http://schemas.openxmlformats.org/drawingml/2006/main" noGrp="1"/>
          </p:cNvSpPr>
          <p:nvPr/>
        </p:nvSpPr>
        <p:spPr>
          <a:xfrm xmlns:a="http://schemas.openxmlformats.org/drawingml/2006/main">
            <a:off x="723900" y="3162300"/>
            <a:ext cx="10744200" cy="514350"/>
          </a:xfrm>
          <a:prstGeom xmlns:a="http://schemas.openxmlformats.org/drawingml/2006/main" prst="rect">
            <a:avLst/>
          </a:prstGeom>
          <a:solidFill xmlns:a="http://schemas.openxmlformats.org/drawingml/2006/main">
            <a:srgbClr val="FBF8F2"/>
          </a:solidFill>
          <a:ln xmlns:a="http://schemas.openxmlformats.org/drawingml/2006/main" w="9525">
            <a:solidFill>
              <a:srgbClr val="D5CEC4"/>
            </a:solidFill>
            <a:prstDash val="solid"/>
          </a:ln>
        </p:spPr>
      </p:sp>
      <p:sp>
        <p:nvSpPr>
          <p:cNvPr id="19" name="">
            <a:extLst xmlns:a="http://schemas.openxmlformats.org/drawingml/2006/main">
              <a:ext uri="{FF2B5EF4-FFF2-40B4-BE49-F238E27FC236}">
                <a16:creationId xmlns:a16="http://schemas.microsoft.com/office/drawing/2014/main" id="{95BC6194-631C-4422-AABD-F17CB054DFE3}"/>
              </a:ext>
            </a:extLst>
          </p:cNvPr>
          <p:cNvSpPr>
            <a:spLocks xmlns:a="http://schemas.openxmlformats.org/drawingml/2006/main" noGrp="1"/>
          </p:cNvSpPr>
          <p:nvPr/>
        </p:nvSpPr>
        <p:spPr>
          <a:xfrm xmlns:a="http://schemas.openxmlformats.org/drawingml/2006/main">
            <a:off x="838200" y="3248025"/>
            <a:ext cx="1295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14204A"/>
                </a:solidFill>
                <a:latin typeface="Yu Gothic"/>
                <a:ea typeface="Yu Gothic"/>
                <a:cs typeface="Yu Gothic"/>
              </a:defRPr>
            </a:pPr>
            <a:r>
              <a:rPr sz="1275" b="1">
                <a:solidFill>
                  <a:srgbClr val="14204A"/>
                </a:solidFill>
                <a:latin typeface="Yu Gothic"/>
                <a:ea typeface="Yu Gothic"/>
                <a:cs typeface="Yu Gothic"/>
              </a:rPr>
              <a:t>記録へ移す</a:t>
            </a:r>
          </a:p>
        </p:txBody>
      </p:sp>
      <p:sp>
        <p:nvSpPr>
          <p:cNvPr id="20" name="">
            <a:extLst xmlns:a="http://schemas.openxmlformats.org/drawingml/2006/main">
              <a:ext uri="{FF2B5EF4-FFF2-40B4-BE49-F238E27FC236}">
                <a16:creationId xmlns:a16="http://schemas.microsoft.com/office/drawing/2014/main" id="{E22A6B67-F3A3-4420-94BF-6BC885EA0E5E}"/>
              </a:ext>
            </a:extLst>
          </p:cNvPr>
          <p:cNvSpPr>
            <a:spLocks xmlns:a="http://schemas.openxmlformats.org/drawingml/2006/main" noGrp="1"/>
          </p:cNvSpPr>
          <p:nvPr/>
        </p:nvSpPr>
        <p:spPr>
          <a:xfrm xmlns:a="http://schemas.openxmlformats.org/drawingml/2006/main">
            <a:off x="2362200" y="3248025"/>
            <a:ext cx="3771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2607A"/>
                </a:solidFill>
                <a:latin typeface="Yu Gothic"/>
                <a:ea typeface="Yu Gothic"/>
                <a:cs typeface="Yu Gothic"/>
              </a:defRPr>
            </a:pPr>
            <a:r>
              <a:rPr sz="1275" b="0">
                <a:solidFill>
                  <a:srgbClr val="52607A"/>
                </a:solidFill>
                <a:latin typeface="Yu Gothic"/>
                <a:ea typeface="Yu Gothic"/>
                <a:cs typeface="Yu Gothic"/>
              </a:rPr>
              <a:t>worklogやADRへ残す</a:t>
            </a:r>
          </a:p>
        </p:txBody>
      </p:sp>
      <p:sp>
        <p:nvSpPr>
          <p:cNvPr id="21" name="">
            <a:extLst xmlns:a="http://schemas.openxmlformats.org/drawingml/2006/main">
              <a:ext uri="{FF2B5EF4-FFF2-40B4-BE49-F238E27FC236}">
                <a16:creationId xmlns:a16="http://schemas.microsoft.com/office/drawing/2014/main" id="{A61373B9-28EA-4E71-A29D-97C7E2052258}"/>
              </a:ext>
            </a:extLst>
          </p:cNvPr>
          <p:cNvSpPr>
            <a:spLocks xmlns:a="http://schemas.openxmlformats.org/drawingml/2006/main" noGrp="1"/>
          </p:cNvSpPr>
          <p:nvPr/>
        </p:nvSpPr>
        <p:spPr>
          <a:xfrm xmlns:a="http://schemas.openxmlformats.org/drawingml/2006/main">
            <a:off x="6362700" y="3248025"/>
            <a:ext cx="4991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2607A"/>
                </a:solidFill>
                <a:latin typeface="Yu Gothic"/>
                <a:ea typeface="Yu Gothic"/>
                <a:cs typeface="Yu Gothic"/>
              </a:defRPr>
            </a:pPr>
            <a:r>
              <a:rPr sz="1275" b="0">
                <a:solidFill>
                  <a:srgbClr val="52607A"/>
                </a:solidFill>
                <a:latin typeface="Yu Gothic"/>
                <a:ea typeface="Yu Gothic"/>
                <a:cs typeface="Yu Gothic"/>
              </a:rPr>
              <a:t>docsは古い、閾値が重複していた</a:t>
            </a:r>
          </a:p>
        </p:txBody>
      </p:sp>
      <p:sp>
        <p:nvSpPr>
          <p:cNvPr id="22" name="">
            <a:extLst xmlns:a="http://schemas.openxmlformats.org/drawingml/2006/main">
              <a:ext uri="{FF2B5EF4-FFF2-40B4-BE49-F238E27FC236}">
                <a16:creationId xmlns:a16="http://schemas.microsoft.com/office/drawing/2014/main" id="{EBD4054A-A25A-4A1D-A1A0-D052ABB4F7D7}"/>
              </a:ext>
            </a:extLst>
          </p:cNvPr>
          <p:cNvSpPr>
            <a:spLocks xmlns:a="http://schemas.openxmlformats.org/drawingml/2006/main" noGrp="1"/>
          </p:cNvSpPr>
          <p:nvPr/>
        </p:nvSpPr>
        <p:spPr>
          <a:xfrm xmlns:a="http://schemas.openxmlformats.org/drawingml/2006/main">
            <a:off x="1428750" y="4191000"/>
            <a:ext cx="9334500" cy="876300"/>
          </a:xfrm>
          <a:prstGeom xmlns:a="http://schemas.openxmlformats.org/drawingml/2006/main" prst="rect">
            <a:avLst/>
          </a:prstGeom>
          <a:solidFill xmlns:a="http://schemas.openxmlformats.org/drawingml/2006/main">
            <a:srgbClr val="FBF8F2"/>
          </a:solidFill>
          <a:ln xmlns:a="http://schemas.openxmlformats.org/drawingml/2006/main" w="9525">
            <a:solidFill>
              <a:srgbClr val="D5CEC4"/>
            </a:solidFill>
            <a:prstDash val="solid"/>
          </a:ln>
        </p:spPr>
      </p:sp>
      <p:sp>
        <p:nvSpPr>
          <p:cNvPr id="23" name="">
            <a:extLst xmlns:a="http://schemas.openxmlformats.org/drawingml/2006/main">
              <a:ext uri="{FF2B5EF4-FFF2-40B4-BE49-F238E27FC236}">
                <a16:creationId xmlns:a16="http://schemas.microsoft.com/office/drawing/2014/main" id="{D9D5C378-2755-4D48-94D3-A1F11F106BDD}"/>
              </a:ext>
            </a:extLst>
          </p:cNvPr>
          <p:cNvSpPr>
            <a:spLocks xmlns:a="http://schemas.openxmlformats.org/drawingml/2006/main" noGrp="1"/>
          </p:cNvSpPr>
          <p:nvPr/>
        </p:nvSpPr>
        <p:spPr>
          <a:xfrm xmlns:a="http://schemas.openxmlformats.org/drawingml/2006/main">
            <a:off x="1428750" y="4191000"/>
            <a:ext cx="66675" cy="876300"/>
          </a:xfrm>
          <a:prstGeom xmlns:a="http://schemas.openxmlformats.org/drawingml/2006/main" prst="rect">
            <a:avLst/>
          </a:prstGeom>
          <a:solidFill xmlns:a="http://schemas.openxmlformats.org/drawingml/2006/main">
            <a:srgbClr val="C85B1A"/>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64B2A352-1D23-4351-97D7-ABFBCFB7D0CF}"/>
              </a:ext>
            </a:extLst>
          </p:cNvPr>
          <p:cNvSpPr>
            <a:spLocks xmlns:a="http://schemas.openxmlformats.org/drawingml/2006/main" noGrp="1"/>
          </p:cNvSpPr>
          <p:nvPr/>
        </p:nvSpPr>
        <p:spPr>
          <a:xfrm xmlns:a="http://schemas.openxmlformats.org/drawingml/2006/main">
            <a:off x="1657350" y="4343400"/>
            <a:ext cx="8877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C85B1A"/>
                </a:solidFill>
                <a:latin typeface="Yu Gothic"/>
                <a:ea typeface="Yu Gothic"/>
                <a:cs typeface="Yu Gothic"/>
              </a:defRPr>
            </a:pPr>
            <a:r>
              <a:rPr sz="1500" b="1">
                <a:solidFill>
                  <a:srgbClr val="C85B1A"/>
                </a:solidFill>
                <a:latin typeface="Yu Gothic"/>
                <a:ea typeface="Yu Gothic"/>
                <a:cs typeface="Yu Gothic"/>
              </a:rPr>
              <a:t>次の不足</a:t>
            </a:r>
          </a:p>
        </p:txBody>
      </p:sp>
      <p:sp>
        <p:nvSpPr>
          <p:cNvPr id="25" name="">
            <a:extLst xmlns:a="http://schemas.openxmlformats.org/drawingml/2006/main">
              <a:ext uri="{FF2B5EF4-FFF2-40B4-BE49-F238E27FC236}">
                <a16:creationId xmlns:a16="http://schemas.microsoft.com/office/drawing/2014/main" id="{E73A2951-90A4-4C1C-A1A9-4FCEFDB60D39}"/>
              </a:ext>
            </a:extLst>
          </p:cNvPr>
          <p:cNvSpPr>
            <a:spLocks xmlns:a="http://schemas.openxmlformats.org/drawingml/2006/main" noGrp="1"/>
          </p:cNvSpPr>
          <p:nvPr/>
        </p:nvSpPr>
        <p:spPr>
          <a:xfrm xmlns:a="http://schemas.openxmlformats.org/drawingml/2006/main">
            <a:off x="1657350" y="4724400"/>
            <a:ext cx="8877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52607A"/>
                </a:solidFill>
                <a:latin typeface="Yu Gothic"/>
                <a:ea typeface="Yu Gothic"/>
                <a:cs typeface="Yu Gothic"/>
              </a:defRPr>
            </a:pPr>
            <a:r>
              <a:rPr sz="1650" b="0">
                <a:solidFill>
                  <a:srgbClr val="52607A"/>
                </a:solidFill>
                <a:latin typeface="Yu Gothic"/>
                <a:ea typeface="Yu Gothic"/>
                <a:cs typeface="Yu Gothic"/>
              </a:rPr>
              <a:t>挙動を固定したので、次は挙動を変えずに送料無料判定の責務を一箇所へ寄せる。</a:t>
            </a:r>
          </a:p>
        </p:txBody>
      </p:sp>
      <p:sp>
        <p:nvSpPr>
          <p:cNvPr id="26" name="">
            <a:extLst xmlns:a="http://schemas.openxmlformats.org/drawingml/2006/main">
              <a:ext uri="{FF2B5EF4-FFF2-40B4-BE49-F238E27FC236}">
                <a16:creationId xmlns:a16="http://schemas.microsoft.com/office/drawing/2014/main" id="{87C4F6CC-DC61-4A28-ABE4-BA411FBFEFA7}"/>
              </a:ext>
            </a:extLst>
          </p:cNvPr>
          <p:cNvSpPr>
            <a:spLocks xmlns:a="http://schemas.openxmlformats.org/drawingml/2006/main" noGrp="1"/>
          </p:cNvSpPr>
          <p:nvPr/>
        </p:nvSpPr>
        <p:spPr>
          <a:xfrm xmlns:a="http://schemas.openxmlformats.org/drawingml/2006/main">
            <a:off x="685800" y="5734050"/>
            <a:ext cx="1657350" cy="476250"/>
          </a:xfrm>
          <a:prstGeom xmlns:a="http://schemas.openxmlformats.org/drawingml/2006/main" prst="rect">
            <a:avLst/>
          </a:prstGeom>
          <a:solidFill xmlns:a="http://schemas.openxmlformats.org/drawingml/2006/main">
            <a:srgbClr val="E4DED4"/>
          </a:solidFill>
          <a:ln xmlns:a="http://schemas.openxmlformats.org/drawingml/2006/main" w="9525">
            <a:solidFill>
              <a:srgbClr val="E4DED4"/>
            </a:solidFill>
            <a:prstDash val="solid"/>
          </a:ln>
        </p:spPr>
      </p:sp>
      <p:sp>
        <p:nvSpPr>
          <p:cNvPr id="27" name="">
            <a:extLst xmlns:a="http://schemas.openxmlformats.org/drawingml/2006/main">
              <a:ext uri="{FF2B5EF4-FFF2-40B4-BE49-F238E27FC236}">
                <a16:creationId xmlns:a16="http://schemas.microsoft.com/office/drawing/2014/main" id="{C60EF574-CF2F-402E-BF74-096EC2A1BD1E}"/>
              </a:ext>
            </a:extLst>
          </p:cNvPr>
          <p:cNvSpPr>
            <a:spLocks xmlns:a="http://schemas.openxmlformats.org/drawingml/2006/main" noGrp="1"/>
          </p:cNvSpPr>
          <p:nvPr/>
        </p:nvSpPr>
        <p:spPr>
          <a:xfrm xmlns:a="http://schemas.openxmlformats.org/drawingml/2006/main">
            <a:off x="8001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L0</a:t>
            </a:r>
          </a:p>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開始前</a:t>
            </a:r>
          </a:p>
        </p:txBody>
      </p:sp>
      <p:sp>
        <p:nvSpPr>
          <p:cNvPr id="28" name="">
            <a:extLst xmlns:a="http://schemas.openxmlformats.org/drawingml/2006/main">
              <a:ext uri="{FF2B5EF4-FFF2-40B4-BE49-F238E27FC236}">
                <a16:creationId xmlns:a16="http://schemas.microsoft.com/office/drawing/2014/main" id="{493E7F88-EA4A-4A5D-82D0-8E3C3AFAD157}"/>
              </a:ext>
            </a:extLst>
          </p:cNvPr>
          <p:cNvSpPr>
            <a:spLocks xmlns:a="http://schemas.openxmlformats.org/drawingml/2006/main" noGrp="1"/>
          </p:cNvSpPr>
          <p:nvPr/>
        </p:nvSpPr>
        <p:spPr>
          <a:xfrm xmlns:a="http://schemas.openxmlformats.org/drawingml/2006/main">
            <a:off x="2438400" y="5734050"/>
            <a:ext cx="1657350" cy="476250"/>
          </a:xfrm>
          <a:prstGeom xmlns:a="http://schemas.openxmlformats.org/drawingml/2006/main" prst="rect">
            <a:avLst/>
          </a:prstGeom>
          <a:solidFill xmlns:a="http://schemas.openxmlformats.org/drawingml/2006/main">
            <a:srgbClr val="E4DED4"/>
          </a:solidFill>
          <a:ln xmlns:a="http://schemas.openxmlformats.org/drawingml/2006/main" w="9525">
            <a:solidFill>
              <a:srgbClr val="E4DED4"/>
            </a:solidFill>
            <a:prstDash val="solid"/>
          </a:ln>
        </p:spPr>
      </p:sp>
      <p:sp>
        <p:nvSpPr>
          <p:cNvPr id="29" name="">
            <a:extLst xmlns:a="http://schemas.openxmlformats.org/drawingml/2006/main">
              <a:ext uri="{FF2B5EF4-FFF2-40B4-BE49-F238E27FC236}">
                <a16:creationId xmlns:a16="http://schemas.microsoft.com/office/drawing/2014/main" id="{1C5E21D7-D250-45AB-8D6A-D321386AFD91}"/>
              </a:ext>
            </a:extLst>
          </p:cNvPr>
          <p:cNvSpPr>
            <a:spLocks xmlns:a="http://schemas.openxmlformats.org/drawingml/2006/main" noGrp="1"/>
          </p:cNvSpPr>
          <p:nvPr/>
        </p:nvSpPr>
        <p:spPr>
          <a:xfrm xmlns:a="http://schemas.openxmlformats.org/drawingml/2006/main">
            <a:off x="25527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L1</a:t>
            </a:r>
          </a:p>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変更</a:t>
            </a:r>
          </a:p>
        </p:txBody>
      </p:sp>
      <p:sp>
        <p:nvSpPr>
          <p:cNvPr id="30" name="">
            <a:extLst xmlns:a="http://schemas.openxmlformats.org/drawingml/2006/main">
              <a:ext uri="{FF2B5EF4-FFF2-40B4-BE49-F238E27FC236}">
                <a16:creationId xmlns:a16="http://schemas.microsoft.com/office/drawing/2014/main" id="{D635FB6C-9647-4BEE-8BFB-CB198335FBA5}"/>
              </a:ext>
            </a:extLst>
          </p:cNvPr>
          <p:cNvSpPr>
            <a:spLocks xmlns:a="http://schemas.openxmlformats.org/drawingml/2006/main" noGrp="1"/>
          </p:cNvSpPr>
          <p:nvPr/>
        </p:nvSpPr>
        <p:spPr>
          <a:xfrm xmlns:a="http://schemas.openxmlformats.org/drawingml/2006/main">
            <a:off x="4191000" y="5734050"/>
            <a:ext cx="1657350" cy="476250"/>
          </a:xfrm>
          <a:prstGeom xmlns:a="http://schemas.openxmlformats.org/drawingml/2006/main" prst="rect">
            <a:avLst/>
          </a:prstGeom>
          <a:solidFill xmlns:a="http://schemas.openxmlformats.org/drawingml/2006/main">
            <a:srgbClr val="33824A"/>
          </a:solidFill>
          <a:ln xmlns:a="http://schemas.openxmlformats.org/drawingml/2006/main" w="9525">
            <a:solidFill>
              <a:srgbClr val="33824A"/>
            </a:solidFill>
            <a:prstDash val="solid"/>
          </a:ln>
        </p:spPr>
      </p:sp>
      <p:sp>
        <p:nvSpPr>
          <p:cNvPr id="31" name="">
            <a:extLst xmlns:a="http://schemas.openxmlformats.org/drawingml/2006/main">
              <a:ext uri="{FF2B5EF4-FFF2-40B4-BE49-F238E27FC236}">
                <a16:creationId xmlns:a16="http://schemas.microsoft.com/office/drawing/2014/main" id="{3A7F7232-1D1A-4A50-9CCB-02E45AC1B130}"/>
              </a:ext>
            </a:extLst>
          </p:cNvPr>
          <p:cNvSpPr>
            <a:spLocks xmlns:a="http://schemas.openxmlformats.org/drawingml/2006/main" noGrp="1"/>
          </p:cNvSpPr>
          <p:nvPr/>
        </p:nvSpPr>
        <p:spPr>
          <a:xfrm xmlns:a="http://schemas.openxmlformats.org/drawingml/2006/main">
            <a:off x="43053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Yu Gothic"/>
                <a:ea typeface="Yu Gothic"/>
                <a:cs typeface="Yu Gothic"/>
              </a:defRPr>
            </a:pPr>
            <a:r>
              <a:rPr sz="1050" b="1">
                <a:solidFill>
                  <a:srgbClr val="FFFFFF"/>
                </a:solidFill>
                <a:latin typeface="Yu Gothic"/>
                <a:ea typeface="Yu Gothic"/>
                <a:cs typeface="Yu Gothic"/>
              </a:rPr>
              <a:t>L2</a:t>
            </a:r>
          </a:p>
          <a:p xmlns:a="http://schemas.openxmlformats.org/drawingml/2006/main">
            <a:pPr algn="ctr">
              <a:defRPr sz="1050" b="1">
                <a:solidFill>
                  <a:srgbClr val="FFFFFF"/>
                </a:solidFill>
                <a:latin typeface="Yu Gothic"/>
                <a:ea typeface="Yu Gothic"/>
                <a:cs typeface="Yu Gothic"/>
              </a:defRPr>
            </a:pPr>
            <a:r>
              <a:rPr sz="1050" b="1">
                <a:solidFill>
                  <a:srgbClr val="FFFFFF"/>
                </a:solidFill>
                <a:latin typeface="Yu Gothic"/>
                <a:ea typeface="Yu Gothic"/>
                <a:cs typeface="Yu Gothic"/>
              </a:rPr>
              <a:t>挙動</a:t>
            </a:r>
          </a:p>
        </p:txBody>
      </p:sp>
      <p:sp>
        <p:nvSpPr>
          <p:cNvPr id="32" name="">
            <a:extLst xmlns:a="http://schemas.openxmlformats.org/drawingml/2006/main">
              <a:ext uri="{FF2B5EF4-FFF2-40B4-BE49-F238E27FC236}">
                <a16:creationId xmlns:a16="http://schemas.microsoft.com/office/drawing/2014/main" id="{5751B0E6-DC66-45A6-A230-C90360153621}"/>
              </a:ext>
            </a:extLst>
          </p:cNvPr>
          <p:cNvSpPr>
            <a:spLocks xmlns:a="http://schemas.openxmlformats.org/drawingml/2006/main" noGrp="1"/>
          </p:cNvSpPr>
          <p:nvPr/>
        </p:nvSpPr>
        <p:spPr>
          <a:xfrm xmlns:a="http://schemas.openxmlformats.org/drawingml/2006/main">
            <a:off x="5943600" y="5734050"/>
            <a:ext cx="1657350" cy="476250"/>
          </a:xfrm>
          <a:prstGeom xmlns:a="http://schemas.openxmlformats.org/drawingml/2006/main" prst="rect">
            <a:avLst/>
          </a:prstGeom>
          <a:solidFill xmlns:a="http://schemas.openxmlformats.org/drawingml/2006/main">
            <a:srgbClr val="E4DED4"/>
          </a:solidFill>
          <a:ln xmlns:a="http://schemas.openxmlformats.org/drawingml/2006/main" w="9525">
            <a:solidFill>
              <a:srgbClr val="E4DED4"/>
            </a:solidFill>
            <a:prstDash val="solid"/>
          </a:ln>
        </p:spPr>
      </p:sp>
      <p:sp>
        <p:nvSpPr>
          <p:cNvPr id="33" name="">
            <a:extLst xmlns:a="http://schemas.openxmlformats.org/drawingml/2006/main">
              <a:ext uri="{FF2B5EF4-FFF2-40B4-BE49-F238E27FC236}">
                <a16:creationId xmlns:a16="http://schemas.microsoft.com/office/drawing/2014/main" id="{4F7C4FA9-FE75-4032-A467-7C87D03D93D0}"/>
              </a:ext>
            </a:extLst>
          </p:cNvPr>
          <p:cNvSpPr>
            <a:spLocks xmlns:a="http://schemas.openxmlformats.org/drawingml/2006/main" noGrp="1"/>
          </p:cNvSpPr>
          <p:nvPr/>
        </p:nvSpPr>
        <p:spPr>
          <a:xfrm xmlns:a="http://schemas.openxmlformats.org/drawingml/2006/main">
            <a:off x="60579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L3</a:t>
            </a:r>
          </a:p>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構造</a:t>
            </a:r>
          </a:p>
        </p:txBody>
      </p:sp>
      <p:sp>
        <p:nvSpPr>
          <p:cNvPr id="34" name="">
            <a:extLst xmlns:a="http://schemas.openxmlformats.org/drawingml/2006/main">
              <a:ext uri="{FF2B5EF4-FFF2-40B4-BE49-F238E27FC236}">
                <a16:creationId xmlns:a16="http://schemas.microsoft.com/office/drawing/2014/main" id="{E866FC14-AD6B-478B-A480-AAAB36FE431E}"/>
              </a:ext>
            </a:extLst>
          </p:cNvPr>
          <p:cNvSpPr>
            <a:spLocks xmlns:a="http://schemas.openxmlformats.org/drawingml/2006/main" noGrp="1"/>
          </p:cNvSpPr>
          <p:nvPr/>
        </p:nvSpPr>
        <p:spPr>
          <a:xfrm xmlns:a="http://schemas.openxmlformats.org/drawingml/2006/main">
            <a:off x="7696200" y="5734050"/>
            <a:ext cx="1657350" cy="476250"/>
          </a:xfrm>
          <a:prstGeom xmlns:a="http://schemas.openxmlformats.org/drawingml/2006/main" prst="rect">
            <a:avLst/>
          </a:prstGeom>
          <a:solidFill xmlns:a="http://schemas.openxmlformats.org/drawingml/2006/main">
            <a:srgbClr val="E4DED4"/>
          </a:solidFill>
          <a:ln xmlns:a="http://schemas.openxmlformats.org/drawingml/2006/main" w="9525">
            <a:solidFill>
              <a:srgbClr val="E4DED4"/>
            </a:solidFill>
            <a:prstDash val="solid"/>
          </a:ln>
        </p:spPr>
      </p:sp>
      <p:sp>
        <p:nvSpPr>
          <p:cNvPr id="35" name="">
            <a:extLst xmlns:a="http://schemas.openxmlformats.org/drawingml/2006/main">
              <a:ext uri="{FF2B5EF4-FFF2-40B4-BE49-F238E27FC236}">
                <a16:creationId xmlns:a16="http://schemas.microsoft.com/office/drawing/2014/main" id="{4C633678-2B2B-415E-8FEE-A5F114B2EFAA}"/>
              </a:ext>
            </a:extLst>
          </p:cNvPr>
          <p:cNvSpPr>
            <a:spLocks xmlns:a="http://schemas.openxmlformats.org/drawingml/2006/main" noGrp="1"/>
          </p:cNvSpPr>
          <p:nvPr/>
        </p:nvSpPr>
        <p:spPr>
          <a:xfrm xmlns:a="http://schemas.openxmlformats.org/drawingml/2006/main">
            <a:off x="78105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L4</a:t>
            </a:r>
          </a:p>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候補</a:t>
            </a:r>
          </a:p>
        </p:txBody>
      </p:sp>
      <p:sp>
        <p:nvSpPr>
          <p:cNvPr id="36" name="">
            <a:extLst xmlns:a="http://schemas.openxmlformats.org/drawingml/2006/main">
              <a:ext uri="{FF2B5EF4-FFF2-40B4-BE49-F238E27FC236}">
                <a16:creationId xmlns:a16="http://schemas.microsoft.com/office/drawing/2014/main" id="{396E8B00-B6D2-4F20-B6C3-D7EED4F782AF}"/>
              </a:ext>
            </a:extLst>
          </p:cNvPr>
          <p:cNvSpPr>
            <a:spLocks xmlns:a="http://schemas.openxmlformats.org/drawingml/2006/main" noGrp="1"/>
          </p:cNvSpPr>
          <p:nvPr/>
        </p:nvSpPr>
        <p:spPr>
          <a:xfrm xmlns:a="http://schemas.openxmlformats.org/drawingml/2006/main">
            <a:off x="9448800" y="5734050"/>
            <a:ext cx="1657350" cy="476250"/>
          </a:xfrm>
          <a:prstGeom xmlns:a="http://schemas.openxmlformats.org/drawingml/2006/main" prst="rect">
            <a:avLst/>
          </a:prstGeom>
          <a:solidFill xmlns:a="http://schemas.openxmlformats.org/drawingml/2006/main">
            <a:srgbClr val="E4DED4"/>
          </a:solidFill>
          <a:ln xmlns:a="http://schemas.openxmlformats.org/drawingml/2006/main" w="9525">
            <a:solidFill>
              <a:srgbClr val="E4DED4"/>
            </a:solidFill>
            <a:prstDash val="solid"/>
          </a:ln>
        </p:spPr>
      </p:sp>
      <p:sp>
        <p:nvSpPr>
          <p:cNvPr id="37" name="">
            <a:extLst xmlns:a="http://schemas.openxmlformats.org/drawingml/2006/main">
              <a:ext uri="{FF2B5EF4-FFF2-40B4-BE49-F238E27FC236}">
                <a16:creationId xmlns:a16="http://schemas.microsoft.com/office/drawing/2014/main" id="{01AB7672-EDEF-4F1B-A535-A995745E7475}"/>
              </a:ext>
            </a:extLst>
          </p:cNvPr>
          <p:cNvSpPr>
            <a:spLocks xmlns:a="http://schemas.openxmlformats.org/drawingml/2006/main" noGrp="1"/>
          </p:cNvSpPr>
          <p:nvPr/>
        </p:nvSpPr>
        <p:spPr>
          <a:xfrm xmlns:a="http://schemas.openxmlformats.org/drawingml/2006/main">
            <a:off x="95631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L5</a:t>
            </a:r>
          </a:p>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介入圧縮</a:t>
            </a:r>
          </a:p>
        </p:txBody>
      </p:sp>
    </p:spTree>
    <p:extLst>
      <p:ext uri="{BB962C8B-B14F-4D97-AF65-F5344CB8AC3E}">
        <p14:creationId xmlns:p14="http://schemas.microsoft.com/office/powerpoint/2010/main" val="1166115600"/>
      </p:ext>
    </p:extLst>
  </p:cSld>
</p:sld>
</file>

<file path=ppt/slides/slide18.xml><?xml version="1.0" encoding="utf-8"?>
<p:sld xmlns:p="http://schemas.openxmlformats.org/presentationml/2006/main">
  <p:cSld>
    <p:bg>
      <p:bgPr>
        <a:solidFill xmlns:a="http://schemas.openxmlformats.org/drawingml/2006/main">
          <a:srgbClr val="ECE7E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312854D-4D25-437C-AC48-EA0AD9A4140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245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63C7C5B-B976-4872-9EDC-64C0391B84A1}"/>
              </a:ext>
            </a:extLst>
          </p:cNvPr>
          <p:cNvSpPr>
            <a:spLocks xmlns:a="http://schemas.openxmlformats.org/drawingml/2006/main" noGrp="1"/>
          </p:cNvSpPr>
          <p:nvPr/>
        </p:nvSpPr>
        <p:spPr>
          <a:xfrm xmlns:a="http://schemas.openxmlformats.org/drawingml/2006/main">
            <a:off x="514350" y="400050"/>
            <a:ext cx="76200" cy="266700"/>
          </a:xfrm>
          <a:prstGeom xmlns:a="http://schemas.openxmlformats.org/drawingml/2006/main" prst="rect">
            <a:avLst/>
          </a:prstGeom>
          <a:solidFill xmlns:a="http://schemas.openxmlformats.org/drawingml/2006/main">
            <a:srgbClr val="33824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A36E453-0CFE-47ED-9AFF-706522DABE8E}"/>
              </a:ext>
            </a:extLst>
          </p:cNvPr>
          <p:cNvSpPr>
            <a:spLocks xmlns:a="http://schemas.openxmlformats.org/drawingml/2006/main" noGrp="1"/>
          </p:cNvSpPr>
          <p:nvPr/>
        </p:nvSpPr>
        <p:spPr>
          <a:xfrm xmlns:a="http://schemas.openxmlformats.org/drawingml/2006/main">
            <a:off x="704850" y="381000"/>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33824A"/>
                </a:solidFill>
                <a:latin typeface="Yu Gothic"/>
                <a:ea typeface="Yu Gothic"/>
                <a:cs typeface="Yu Gothic"/>
              </a:defRPr>
            </a:pPr>
            <a:r>
              <a:rPr sz="975" b="1">
                <a:solidFill>
                  <a:srgbClr val="33824A"/>
                </a:solidFill>
                <a:latin typeface="Yu Gothic"/>
                <a:ea typeface="Yu Gothic"/>
                <a:cs typeface="Yu Gothic"/>
              </a:rPr>
              <a:t>DEMO 3</a:t>
            </a:r>
          </a:p>
        </p:txBody>
      </p:sp>
      <p:sp>
        <p:nvSpPr>
          <p:cNvPr id="4" name="">
            <a:extLst xmlns:a="http://schemas.openxmlformats.org/drawingml/2006/main">
              <a:ext uri="{FF2B5EF4-FFF2-40B4-BE49-F238E27FC236}">
                <a16:creationId xmlns:a16="http://schemas.microsoft.com/office/drawing/2014/main" id="{684B6681-AA75-4C1D-AB3A-C0E9B1AF694B}"/>
              </a:ext>
            </a:extLst>
          </p:cNvPr>
          <p:cNvSpPr>
            <a:spLocks xmlns:a="http://schemas.openxmlformats.org/drawingml/2006/main" noGrp="1"/>
          </p:cNvSpPr>
          <p:nvPr/>
        </p:nvSpPr>
        <p:spPr>
          <a:xfrm xmlns:a="http://schemas.openxmlformats.org/drawingml/2006/main">
            <a:off x="533400" y="857250"/>
            <a:ext cx="1000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72452"/>
                </a:solidFill>
                <a:latin typeface="Yu Gothic"/>
                <a:ea typeface="Yu Gothic"/>
                <a:cs typeface="Yu Gothic"/>
              </a:defRPr>
            </a:pPr>
            <a:r>
              <a:rPr sz="2700" b="1">
                <a:solidFill>
                  <a:srgbClr val="172452"/>
                </a:solidFill>
                <a:latin typeface="Yu Gothic"/>
                <a:ea typeface="Yu Gothic"/>
                <a:cs typeface="Yu Gothic"/>
              </a:rPr>
              <a:t>送料無料policyの責務境界をセンサーで止める</a:t>
            </a:r>
          </a:p>
        </p:txBody>
      </p:sp>
      <p:sp>
        <p:nvSpPr>
          <p:cNvPr id="5" name="">
            <a:extLst xmlns:a="http://schemas.openxmlformats.org/drawingml/2006/main">
              <a:ext uri="{FF2B5EF4-FFF2-40B4-BE49-F238E27FC236}">
                <a16:creationId xmlns:a16="http://schemas.microsoft.com/office/drawing/2014/main" id="{5D487386-A13E-4F6C-96C4-9D3A4BA51D67}"/>
              </a:ext>
            </a:extLst>
          </p:cNvPr>
          <p:cNvSpPr>
            <a:spLocks xmlns:a="http://schemas.openxmlformats.org/drawingml/2006/main" noGrp="1"/>
          </p:cNvSpPr>
          <p:nvPr/>
        </p:nvSpPr>
        <p:spPr>
          <a:xfrm xmlns:a="http://schemas.openxmlformats.org/drawingml/2006/main">
            <a:off x="7658100" y="323850"/>
            <a:ext cx="3429000" cy="266700"/>
          </a:xfrm>
          <a:prstGeom xmlns:a="http://schemas.openxmlformats.org/drawingml/2006/main" prst="rect">
            <a:avLst/>
          </a:prstGeom>
          <a:solidFill xmlns:a="http://schemas.openxmlformats.org/drawingml/2006/main">
            <a:srgbClr val="F4F0E8"/>
          </a:solidFill>
          <a:ln xmlns:a="http://schemas.openxmlformats.org/drawingml/2006/main" w="9525">
            <a:solidFill>
              <a:srgbClr val="D5CEC4"/>
            </a:solidFill>
            <a:prstDash val="solid"/>
          </a:ln>
        </p:spPr>
      </p:sp>
      <p:sp>
        <p:nvSpPr>
          <p:cNvPr id="6" name="">
            <a:extLst xmlns:a="http://schemas.openxmlformats.org/drawingml/2006/main">
              <a:ext uri="{FF2B5EF4-FFF2-40B4-BE49-F238E27FC236}">
                <a16:creationId xmlns:a16="http://schemas.microsoft.com/office/drawing/2014/main" id="{ED5E06A1-6319-4425-AC7D-8A86E062764B}"/>
              </a:ext>
            </a:extLst>
          </p:cNvPr>
          <p:cNvSpPr>
            <a:spLocks xmlns:a="http://schemas.openxmlformats.org/drawingml/2006/main" noGrp="1"/>
          </p:cNvSpPr>
          <p:nvPr/>
        </p:nvSpPr>
        <p:spPr>
          <a:xfrm xmlns:a="http://schemas.openxmlformats.org/drawingml/2006/main">
            <a:off x="7791450" y="371475"/>
            <a:ext cx="3162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33824A"/>
                </a:solidFill>
                <a:latin typeface="Yu Gothic"/>
                <a:ea typeface="Yu Gothic"/>
                <a:cs typeface="Yu Gothic"/>
              </a:defRPr>
            </a:pPr>
            <a:r>
              <a:rPr sz="975" b="1">
                <a:solidFill>
                  <a:srgbClr val="33824A"/>
                </a:solidFill>
                <a:latin typeface="Yu Gothic"/>
                <a:ea typeface="Yu Gothic"/>
                <a:cs typeface="Yu Gothic"/>
              </a:rPr>
              <a:t>L3: 動けばOKではなく、保守できる形も見る</a:t>
            </a:r>
          </a:p>
        </p:txBody>
      </p:sp>
      <p:sp>
        <p:nvSpPr>
          <p:cNvPr id="7" name="">
            <a:extLst xmlns:a="http://schemas.openxmlformats.org/drawingml/2006/main">
              <a:ext uri="{FF2B5EF4-FFF2-40B4-BE49-F238E27FC236}">
                <a16:creationId xmlns:a16="http://schemas.microsoft.com/office/drawing/2014/main" id="{457AC3CC-FAD1-4190-81BB-060AE91D22EF}"/>
              </a:ext>
            </a:extLst>
          </p:cNvPr>
          <p:cNvSpPr>
            <a:spLocks xmlns:a="http://schemas.openxmlformats.org/drawingml/2006/main" noGrp="1"/>
          </p:cNvSpPr>
          <p:nvPr/>
        </p:nvSpPr>
        <p:spPr>
          <a:xfrm xmlns:a="http://schemas.openxmlformats.org/drawingml/2006/main">
            <a:off x="7658100" y="647700"/>
            <a:ext cx="3429000" cy="266700"/>
          </a:xfrm>
          <a:prstGeom xmlns:a="http://schemas.openxmlformats.org/drawingml/2006/main" prst="rect">
            <a:avLst/>
          </a:prstGeom>
          <a:solidFill xmlns:a="http://schemas.openxmlformats.org/drawingml/2006/main">
            <a:srgbClr val="EEF3EC"/>
          </a:solidFill>
          <a:ln xmlns:a="http://schemas.openxmlformats.org/drawingml/2006/main" w="9525">
            <a:solidFill>
              <a:srgbClr val="C7D8C5"/>
            </a:solidFill>
            <a:prstDash val="solid"/>
          </a:ln>
        </p:spPr>
      </p:sp>
      <p:sp>
        <p:nvSpPr>
          <p:cNvPr id="8" name="">
            <a:extLst xmlns:a="http://schemas.openxmlformats.org/drawingml/2006/main">
              <a:ext uri="{FF2B5EF4-FFF2-40B4-BE49-F238E27FC236}">
                <a16:creationId xmlns:a16="http://schemas.microsoft.com/office/drawing/2014/main" id="{6EBCAA25-C14F-46B3-B479-01058996C425}"/>
              </a:ext>
            </a:extLst>
          </p:cNvPr>
          <p:cNvSpPr>
            <a:spLocks xmlns:a="http://schemas.openxmlformats.org/drawingml/2006/main" noGrp="1"/>
          </p:cNvSpPr>
          <p:nvPr/>
        </p:nvSpPr>
        <p:spPr>
          <a:xfrm xmlns:a="http://schemas.openxmlformats.org/drawingml/2006/main">
            <a:off x="7791450" y="695325"/>
            <a:ext cx="3162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72452"/>
                </a:solidFill>
                <a:latin typeface="Yu Gothic"/>
                <a:ea typeface="Yu Gothic"/>
                <a:cs typeface="Yu Gothic"/>
              </a:defRPr>
            </a:pPr>
            <a:r>
              <a:rPr sz="975" b="1">
                <a:solidFill>
                  <a:srgbClr val="172452"/>
                </a:solidFill>
                <a:latin typeface="Yu Gothic"/>
                <a:ea typeface="Yu Gothic"/>
                <a:cs typeface="Yu Gothic"/>
              </a:rPr>
              <a:t>お題: 送料無料 5,000円 -&gt; 7,000円</a:t>
            </a:r>
          </a:p>
        </p:txBody>
      </p:sp>
      <p:sp>
        <p:nvSpPr>
          <p:cNvPr id="9" name="">
            <a:extLst xmlns:a="http://schemas.openxmlformats.org/drawingml/2006/main">
              <a:ext uri="{FF2B5EF4-FFF2-40B4-BE49-F238E27FC236}">
                <a16:creationId xmlns:a16="http://schemas.microsoft.com/office/drawing/2014/main" id="{1094BCA5-E023-4A23-ADFF-FBAD0D6E50F1}"/>
              </a:ext>
            </a:extLst>
          </p:cNvPr>
          <p:cNvSpPr>
            <a:spLocks xmlns:a="http://schemas.openxmlformats.org/drawingml/2006/main" noGrp="1"/>
          </p:cNvSpPr>
          <p:nvPr/>
        </p:nvSpPr>
        <p:spPr>
          <a:xfrm xmlns:a="http://schemas.openxmlformats.org/drawingml/2006/main">
            <a:off x="11125200" y="632460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52607A"/>
                </a:solidFill>
                <a:latin typeface="Yu Gothic"/>
                <a:ea typeface="Yu Gothic"/>
                <a:cs typeface="Yu Gothic"/>
              </a:defRPr>
            </a:pPr>
            <a:r>
              <a:rPr sz="900" b="0">
                <a:solidFill>
                  <a:srgbClr val="52607A"/>
                </a:solidFill>
                <a:latin typeface="Yu Gothic"/>
                <a:ea typeface="Yu Gothic"/>
                <a:cs typeface="Yu Gothic"/>
              </a:rPr>
              <a:t>18</a:t>
            </a:r>
          </a:p>
        </p:txBody>
      </p:sp>
      <p:sp>
        <p:nvSpPr>
          <p:cNvPr id="10" name="">
            <a:extLst xmlns:a="http://schemas.openxmlformats.org/drawingml/2006/main">
              <a:ext uri="{FF2B5EF4-FFF2-40B4-BE49-F238E27FC236}">
                <a16:creationId xmlns:a16="http://schemas.microsoft.com/office/drawing/2014/main" id="{2401C911-A3EE-4B92-8D45-8CF4A04D3654}"/>
              </a:ext>
            </a:extLst>
          </p:cNvPr>
          <p:cNvSpPr>
            <a:spLocks xmlns:a="http://schemas.openxmlformats.org/drawingml/2006/main" noGrp="1"/>
          </p:cNvSpPr>
          <p:nvPr/>
        </p:nvSpPr>
        <p:spPr>
          <a:xfrm xmlns:a="http://schemas.openxmlformats.org/drawingml/2006/main">
            <a:off x="647700" y="1581150"/>
            <a:ext cx="5905500" cy="2571750"/>
          </a:xfrm>
          <a:prstGeom xmlns:a="http://schemas.openxmlformats.org/drawingml/2006/main" prst="rect">
            <a:avLst/>
          </a:prstGeom>
          <a:solidFill xmlns:a="http://schemas.openxmlformats.org/drawingml/2006/main">
            <a:srgbClr val="172452"/>
          </a:solidFill>
          <a:ln xmlns:a="http://schemas.openxmlformats.org/drawingml/2006/main" w="9525">
            <a:solidFill>
              <a:srgbClr val="172452"/>
            </a:solidFill>
            <a:prstDash val="solid"/>
          </a:ln>
        </p:spPr>
      </p:sp>
      <p:sp>
        <p:nvSpPr>
          <p:cNvPr id="11" name="">
            <a:extLst xmlns:a="http://schemas.openxmlformats.org/drawingml/2006/main">
              <a:ext uri="{FF2B5EF4-FFF2-40B4-BE49-F238E27FC236}">
                <a16:creationId xmlns:a16="http://schemas.microsoft.com/office/drawing/2014/main" id="{C9A3D6B3-DC1A-4C84-B084-251F93680DF5}"/>
              </a:ext>
            </a:extLst>
          </p:cNvPr>
          <p:cNvSpPr>
            <a:spLocks xmlns:a="http://schemas.openxmlformats.org/drawingml/2006/main" noGrp="1"/>
          </p:cNvSpPr>
          <p:nvPr/>
        </p:nvSpPr>
        <p:spPr>
          <a:xfrm xmlns:a="http://schemas.openxmlformats.org/drawingml/2006/main">
            <a:off x="857250" y="1771650"/>
            <a:ext cx="54864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F8FAFC"/>
                </a:solidFill>
                <a:latin typeface="Menlo"/>
                <a:ea typeface="Menlo"/>
                <a:cs typeface="Menlo"/>
              </a:defRPr>
            </a:pPr>
            <a:r>
              <a:rPr sz="900" b="0">
                <a:solidFill>
                  <a:srgbClr val="F8FAFC"/>
                </a:solidFill>
                <a:latin typeface="Menlo"/>
                <a:ea typeface="Menlo"/>
                <a:cs typeface="Menlo"/>
              </a:rPr>
              <a:t>そのまま貼るプロンプト</a:t>
            </a:r>
          </a:p>
          <a:p xmlns:a="http://schemas.openxmlformats.org/drawingml/2006/main">
            <a:pPr algn="l">
              <a:defRPr sz="900" b="0">
                <a:solidFill>
                  <a:srgbClr val="F8FAFC"/>
                </a:solidFill>
                <a:latin typeface="Menlo"/>
                <a:ea typeface="Menlo"/>
                <a:cs typeface="Menlo"/>
              </a:defRPr>
            </a:pPr>
            <a:r>
              <a:rPr sz="900" b="0">
                <a:solidFill>
                  <a:srgbClr val="F8FAFC"/>
                </a:solidFill>
                <a:latin typeface="Menlo"/>
                <a:ea typeface="Menlo"/>
                <a:cs typeface="Menlo"/>
              </a:rPr>
              <a:t>送料無料判定の責務を整理してください。</a:t>
            </a:r>
          </a:p>
          <a:p xmlns:a="http://schemas.openxmlformats.org/drawingml/2006/main">
            <a:r>
              <a:t/>
            </a:r>
          </a:p>
          <a:p xmlns:a="http://schemas.openxmlformats.org/drawingml/2006/main">
            <a:pPr algn="l">
              <a:defRPr sz="900" b="0">
                <a:solidFill>
                  <a:srgbClr val="F8FAFC"/>
                </a:solidFill>
                <a:latin typeface="Menlo"/>
                <a:ea typeface="Menlo"/>
                <a:cs typeface="Menlo"/>
              </a:defRPr>
            </a:pPr>
            <a:r>
              <a:rPr sz="900" b="0">
                <a:solidFill>
                  <a:srgbClr val="F8FAFC"/>
                </a:solidFill>
                <a:latin typeface="Menlo"/>
                <a:ea typeface="Menlo"/>
                <a:cs typeface="Menlo"/>
              </a:rPr>
              <a:t>条件:</a:t>
            </a:r>
          </a:p>
          <a:p xmlns:a="http://schemas.openxmlformats.org/drawingml/2006/main">
            <a:pPr algn="l">
              <a:defRPr sz="900" b="0">
                <a:solidFill>
                  <a:srgbClr val="F8FAFC"/>
                </a:solidFill>
                <a:latin typeface="Menlo"/>
                <a:ea typeface="Menlo"/>
                <a:cs typeface="Menlo"/>
              </a:defRPr>
            </a:pPr>
            <a:r>
              <a:rPr sz="900" b="0">
                <a:solidFill>
                  <a:srgbClr val="F8FAFC"/>
                </a:solidFill>
                <a:latin typeface="Menlo"/>
                <a:ea typeface="Menlo"/>
                <a:cs typeface="Menlo"/>
              </a:rPr>
              <a:t>- API挙動は変えない / 既存testは全て通す</a:t>
            </a:r>
          </a:p>
          <a:p xmlns:a="http://schemas.openxmlformats.org/drawingml/2006/main">
            <a:pPr algn="l">
              <a:defRPr sz="900" b="0">
                <a:solidFill>
                  <a:srgbClr val="F8FAFC"/>
                </a:solidFill>
                <a:latin typeface="Menlo"/>
                <a:ea typeface="Menlo"/>
                <a:cs typeface="Menlo"/>
              </a:defRPr>
            </a:pPr>
            <a:r>
              <a:rPr sz="900" b="0">
                <a:solidFill>
                  <a:srgbClr val="F8FAFC"/>
                </a:solidFill>
                <a:latin typeface="Menlo"/>
                <a:ea typeface="Menlo"/>
                <a:cs typeface="Menlo"/>
              </a:rPr>
              <a:t>- 判定・閾値取得・残額計算を1つのpolicy moduleへ集約</a:t>
            </a:r>
          </a:p>
          <a:p xmlns:a="http://schemas.openxmlformats.org/drawingml/2006/main">
            <a:pPr algn="l">
              <a:defRPr sz="900" b="0">
                <a:solidFill>
                  <a:srgbClr val="F8FAFC"/>
                </a:solidFill>
                <a:latin typeface="Menlo"/>
                <a:ea typeface="Menlo"/>
                <a:cs typeface="Menlo"/>
              </a:defRPr>
            </a:pPr>
            <a:r>
              <a:rPr sz="900" b="0">
                <a:solidFill>
                  <a:srgbClr val="F8FAFC"/>
                </a:solidFill>
                <a:latin typeface="Menlo"/>
                <a:ea typeface="Menlo"/>
                <a:cs typeface="Menlo"/>
              </a:rPr>
              <a:t>- orderEstimateServiceとpromotionServiceで閾値判断を分裂させない</a:t>
            </a:r>
          </a:p>
          <a:p xmlns:a="http://schemas.openxmlformats.org/drawingml/2006/main">
            <a:pPr algn="l">
              <a:defRPr sz="900" b="0">
                <a:solidFill>
                  <a:srgbClr val="F8FAFC"/>
                </a:solidFill>
                <a:latin typeface="Menlo"/>
                <a:ea typeface="Menlo"/>
                <a:cs typeface="Menlo"/>
              </a:defRPr>
            </a:pPr>
            <a:r>
              <a:rPr sz="900" b="0">
                <a:solidFill>
                  <a:srgbClr val="F8FAFC"/>
                </a:solidFill>
                <a:latin typeface="Menlo"/>
                <a:ea typeface="Menlo"/>
                <a:cs typeface="Menlo"/>
              </a:rPr>
              <a:t>- 境界ドキュメントとpolicy-boundary sensorを作る</a:t>
            </a:r>
          </a:p>
          <a:p xmlns:a="http://schemas.openxmlformats.org/drawingml/2006/main">
            <a:pPr algn="l">
              <a:defRPr sz="900" b="0">
                <a:solidFill>
                  <a:srgbClr val="F8FAFC"/>
                </a:solidFill>
                <a:latin typeface="Menlo"/>
                <a:ea typeface="Menlo"/>
                <a:cs typeface="Menlo"/>
              </a:defRPr>
            </a:pPr>
            <a:r>
              <a:rPr sz="900" b="0">
                <a:solidFill>
                  <a:srgbClr val="F8FAFC"/>
                </a:solidFill>
                <a:latin typeface="Menlo"/>
                <a:ea typeface="Menlo"/>
                <a:cs typeface="Menlo"/>
              </a:rPr>
              <a:t>- test/API shapeはlisten不要のin-process確認にする</a:t>
            </a:r>
          </a:p>
          <a:p xmlns:a="http://schemas.openxmlformats.org/drawingml/2006/main">
            <a:pPr algn="l">
              <a:defRPr sz="900" b="0">
                <a:solidFill>
                  <a:srgbClr val="F8FAFC"/>
                </a:solidFill>
                <a:latin typeface="Menlo"/>
                <a:ea typeface="Menlo"/>
                <a:cs typeface="Menlo"/>
              </a:defRPr>
            </a:pPr>
            <a:r>
              <a:rPr sz="900" b="0">
                <a:solidFill>
                  <a:srgbClr val="F8FAFC"/>
                </a:solidFill>
                <a:latin typeface="Menlo"/>
                <a:ea typeface="Menlo"/>
                <a:cs typeface="Menlo"/>
              </a:rPr>
              <a:t>- npm run sensorsに登録して実行する</a:t>
            </a:r>
          </a:p>
        </p:txBody>
      </p:sp>
      <p:sp>
        <p:nvSpPr>
          <p:cNvPr id="12" name="">
            <a:extLst xmlns:a="http://schemas.openxmlformats.org/drawingml/2006/main">
              <a:ext uri="{FF2B5EF4-FFF2-40B4-BE49-F238E27FC236}">
                <a16:creationId xmlns:a16="http://schemas.microsoft.com/office/drawing/2014/main" id="{F2CACEB3-CB1F-4131-94CE-F587DB663C54}"/>
              </a:ext>
            </a:extLst>
          </p:cNvPr>
          <p:cNvSpPr>
            <a:spLocks xmlns:a="http://schemas.openxmlformats.org/drawingml/2006/main" noGrp="1"/>
          </p:cNvSpPr>
          <p:nvPr/>
        </p:nvSpPr>
        <p:spPr>
          <a:xfrm xmlns:a="http://schemas.openxmlformats.org/drawingml/2006/main">
            <a:off x="6819900" y="1581150"/>
            <a:ext cx="2381250" cy="2571750"/>
          </a:xfrm>
          <a:prstGeom xmlns:a="http://schemas.openxmlformats.org/drawingml/2006/main" prst="rect">
            <a:avLst/>
          </a:prstGeom>
          <a:solidFill xmlns:a="http://schemas.openxmlformats.org/drawingml/2006/main">
            <a:srgbClr val="FBF8F2"/>
          </a:solidFill>
          <a:ln xmlns:a="http://schemas.openxmlformats.org/drawingml/2006/main" w="9525">
            <a:solidFill>
              <a:srgbClr val="D5CEC4"/>
            </a:solidFill>
            <a:prstDash val="solid"/>
          </a:ln>
        </p:spPr>
      </p:sp>
      <p:sp>
        <p:nvSpPr>
          <p:cNvPr id="13" name="">
            <a:extLst xmlns:a="http://schemas.openxmlformats.org/drawingml/2006/main">
              <a:ext uri="{FF2B5EF4-FFF2-40B4-BE49-F238E27FC236}">
                <a16:creationId xmlns:a16="http://schemas.microsoft.com/office/drawing/2014/main" id="{48547A6D-73C5-43DF-B622-707E466565F5}"/>
              </a:ext>
            </a:extLst>
          </p:cNvPr>
          <p:cNvSpPr>
            <a:spLocks xmlns:a="http://schemas.openxmlformats.org/drawingml/2006/main" noGrp="1"/>
          </p:cNvSpPr>
          <p:nvPr/>
        </p:nvSpPr>
        <p:spPr>
          <a:xfrm xmlns:a="http://schemas.openxmlformats.org/drawingml/2006/main">
            <a:off x="6819900" y="1581150"/>
            <a:ext cx="66675" cy="2571750"/>
          </a:xfrm>
          <a:prstGeom xmlns:a="http://schemas.openxmlformats.org/drawingml/2006/main" prst="rect">
            <a:avLst/>
          </a:prstGeom>
          <a:solidFill xmlns:a="http://schemas.openxmlformats.org/drawingml/2006/main">
            <a:srgbClr val="1A4F8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15E744E-D6BE-49FF-9003-7492AC87BB0D}"/>
              </a:ext>
            </a:extLst>
          </p:cNvPr>
          <p:cNvSpPr>
            <a:spLocks xmlns:a="http://schemas.openxmlformats.org/drawingml/2006/main" noGrp="1"/>
          </p:cNvSpPr>
          <p:nvPr/>
        </p:nvSpPr>
        <p:spPr>
          <a:xfrm xmlns:a="http://schemas.openxmlformats.org/drawingml/2006/main">
            <a:off x="7048500" y="1733550"/>
            <a:ext cx="1924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A4F8F"/>
                </a:solidFill>
                <a:latin typeface="Yu Gothic"/>
                <a:ea typeface="Yu Gothic"/>
                <a:cs typeface="Yu Gothic"/>
              </a:defRPr>
            </a:pPr>
            <a:r>
              <a:rPr sz="1500" b="1">
                <a:solidFill>
                  <a:srgbClr val="1A4F8F"/>
                </a:solidFill>
                <a:latin typeface="Yu Gothic"/>
                <a:ea typeface="Yu Gothic"/>
                <a:cs typeface="Yu Gothic"/>
              </a:rPr>
              <a:t>AIが作る/変える</a:t>
            </a:r>
          </a:p>
        </p:txBody>
      </p:sp>
      <p:sp>
        <p:nvSpPr>
          <p:cNvPr id="15" name="">
            <a:extLst xmlns:a="http://schemas.openxmlformats.org/drawingml/2006/main">
              <a:ext uri="{FF2B5EF4-FFF2-40B4-BE49-F238E27FC236}">
                <a16:creationId xmlns:a16="http://schemas.microsoft.com/office/drawing/2014/main" id="{D48EB2B6-E269-4259-B2BD-0DD2357ECB4A}"/>
              </a:ext>
            </a:extLst>
          </p:cNvPr>
          <p:cNvSpPr>
            <a:spLocks xmlns:a="http://schemas.openxmlformats.org/drawingml/2006/main" noGrp="1"/>
          </p:cNvSpPr>
          <p:nvPr/>
        </p:nvSpPr>
        <p:spPr>
          <a:xfrm xmlns:a="http://schemas.openxmlformats.org/drawingml/2006/main">
            <a:off x="7048500" y="2114550"/>
            <a:ext cx="1924050" cy="1924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2607A"/>
                </a:solidFill>
                <a:latin typeface="Yu Gothic"/>
                <a:ea typeface="Yu Gothic"/>
                <a:cs typeface="Yu Gothic"/>
              </a:defRPr>
            </a:pPr>
            <a:r>
              <a:rPr sz="900" b="0">
                <a:solidFill>
                  <a:srgbClr val="52607A"/>
                </a:solidFill>
                <a:latin typeface="Yu Gothic"/>
                <a:ea typeface="Yu Gothic"/>
                <a:cs typeface="Yu Gothic"/>
              </a:rPr>
              <a:t>src/services:</a:t>
            </a:r>
          </a:p>
          <a:p xmlns:a="http://schemas.openxmlformats.org/drawingml/2006/main">
            <a:pPr algn="l">
              <a:defRPr sz="900" b="0">
                <a:solidFill>
                  <a:srgbClr val="52607A"/>
                </a:solidFill>
                <a:latin typeface="Yu Gothic"/>
                <a:ea typeface="Yu Gothic"/>
                <a:cs typeface="Yu Gothic"/>
              </a:defRPr>
            </a:pPr>
            <a:r>
              <a:rPr sz="900" b="0">
                <a:solidFill>
                  <a:srgbClr val="52607A"/>
                </a:solidFill>
                <a:latin typeface="Yu Gothic"/>
                <a:ea typeface="Yu Gothic"/>
                <a:cs typeface="Yu Gothic"/>
              </a:rPr>
              <a:t>- freeShippingPolicy.js</a:t>
            </a:r>
          </a:p>
          <a:p xmlns:a="http://schemas.openxmlformats.org/drawingml/2006/main">
            <a:pPr algn="l">
              <a:defRPr sz="900" b="0">
                <a:solidFill>
                  <a:srgbClr val="52607A"/>
                </a:solidFill>
                <a:latin typeface="Yu Gothic"/>
                <a:ea typeface="Yu Gothic"/>
                <a:cs typeface="Yu Gothic"/>
              </a:defRPr>
            </a:pPr>
            <a:r>
              <a:rPr sz="900" b="0">
                <a:solidFill>
                  <a:srgbClr val="52607A"/>
                </a:solidFill>
                <a:latin typeface="Yu Gothic"/>
                <a:ea typeface="Yu Gothic"/>
                <a:cs typeface="Yu Gothic"/>
              </a:rPr>
              <a:t>- orderEstimateService.js</a:t>
            </a:r>
          </a:p>
          <a:p xmlns:a="http://schemas.openxmlformats.org/drawingml/2006/main">
            <a:pPr algn="l">
              <a:defRPr sz="900" b="0">
                <a:solidFill>
                  <a:srgbClr val="52607A"/>
                </a:solidFill>
                <a:latin typeface="Yu Gothic"/>
                <a:ea typeface="Yu Gothic"/>
                <a:cs typeface="Yu Gothic"/>
              </a:defRPr>
            </a:pPr>
            <a:r>
              <a:rPr sz="900" b="0">
                <a:solidFill>
                  <a:srgbClr val="52607A"/>
                </a:solidFill>
                <a:latin typeface="Yu Gothic"/>
                <a:ea typeface="Yu Gothic"/>
                <a:cs typeface="Yu Gothic"/>
              </a:rPr>
              <a:t>- promotionService.js</a:t>
            </a:r>
          </a:p>
          <a:p xmlns:a="http://schemas.openxmlformats.org/drawingml/2006/main">
            <a:r>
              <a:t/>
            </a:r>
          </a:p>
          <a:p xmlns:a="http://schemas.openxmlformats.org/drawingml/2006/main">
            <a:pPr algn="l">
              <a:defRPr sz="900" b="0">
                <a:solidFill>
                  <a:srgbClr val="52607A"/>
                </a:solidFill>
                <a:latin typeface="Yu Gothic"/>
                <a:ea typeface="Yu Gothic"/>
                <a:cs typeface="Yu Gothic"/>
              </a:defRPr>
            </a:pPr>
            <a:r>
              <a:rPr sz="900" b="0">
                <a:solidFill>
                  <a:srgbClr val="52607A"/>
                </a:solidFill>
                <a:latin typeface="Yu Gothic"/>
                <a:ea typeface="Yu Gothic"/>
                <a:cs typeface="Yu Gothic"/>
              </a:rPr>
              <a:t>docs/architecture:</a:t>
            </a:r>
          </a:p>
          <a:p xmlns:a="http://schemas.openxmlformats.org/drawingml/2006/main">
            <a:pPr algn="l">
              <a:defRPr sz="900" b="0">
                <a:solidFill>
                  <a:srgbClr val="52607A"/>
                </a:solidFill>
                <a:latin typeface="Yu Gothic"/>
                <a:ea typeface="Yu Gothic"/>
                <a:cs typeface="Yu Gothic"/>
              </a:defRPr>
            </a:pPr>
            <a:r>
              <a:rPr sz="900" b="0">
                <a:solidFill>
                  <a:srgbClr val="52607A"/>
                </a:solidFill>
                <a:latin typeface="Yu Gothic"/>
                <a:ea typeface="Yu Gothic"/>
                <a:cs typeface="Yu Gothic"/>
              </a:rPr>
              <a:t>- order-estimate-boundaries.md</a:t>
            </a:r>
          </a:p>
          <a:p xmlns:a="http://schemas.openxmlformats.org/drawingml/2006/main">
            <a:r>
              <a:t/>
            </a:r>
          </a:p>
          <a:p xmlns:a="http://schemas.openxmlformats.org/drawingml/2006/main">
            <a:pPr algn="l">
              <a:defRPr sz="900" b="0">
                <a:solidFill>
                  <a:srgbClr val="52607A"/>
                </a:solidFill>
                <a:latin typeface="Yu Gothic"/>
                <a:ea typeface="Yu Gothic"/>
                <a:cs typeface="Yu Gothic"/>
              </a:defRPr>
            </a:pPr>
            <a:r>
              <a:rPr sz="900" b="0">
                <a:solidFill>
                  <a:srgbClr val="52607A"/>
                </a:solidFill>
                <a:latin typeface="Yu Gothic"/>
                <a:ea typeface="Yu Gothic"/>
                <a:cs typeface="Yu Gothic"/>
              </a:rPr>
              <a:t>scripts/package:</a:t>
            </a:r>
          </a:p>
          <a:p xmlns:a="http://schemas.openxmlformats.org/drawingml/2006/main">
            <a:pPr algn="l">
              <a:defRPr sz="900" b="0">
                <a:solidFill>
                  <a:srgbClr val="52607A"/>
                </a:solidFill>
                <a:latin typeface="Yu Gothic"/>
                <a:ea typeface="Yu Gothic"/>
                <a:cs typeface="Yu Gothic"/>
              </a:defRPr>
            </a:pPr>
            <a:r>
              <a:rPr sz="900" b="0">
                <a:solidFill>
                  <a:srgbClr val="52607A"/>
                </a:solidFill>
                <a:latin typeface="Yu Gothic"/>
                <a:ea typeface="Yu Gothic"/>
                <a:cs typeface="Yu Gothic"/>
              </a:rPr>
              <a:t>- check-policy-boundary.js</a:t>
            </a:r>
          </a:p>
          <a:p xmlns:a="http://schemas.openxmlformats.org/drawingml/2006/main">
            <a:pPr algn="l">
              <a:defRPr sz="900" b="0">
                <a:solidFill>
                  <a:srgbClr val="52607A"/>
                </a:solidFill>
                <a:latin typeface="Yu Gothic"/>
                <a:ea typeface="Yu Gothic"/>
                <a:cs typeface="Yu Gothic"/>
              </a:defRPr>
            </a:pPr>
            <a:r>
              <a:rPr sz="900" b="0">
                <a:solidFill>
                  <a:srgbClr val="52607A"/>
                </a:solidFill>
                <a:latin typeface="Yu Gothic"/>
                <a:ea typeface="Yu Gothic"/>
                <a:cs typeface="Yu Gothic"/>
              </a:rPr>
              <a:t>- run-sensors.js</a:t>
            </a:r>
          </a:p>
          <a:p xmlns:a="http://schemas.openxmlformats.org/drawingml/2006/main">
            <a:pPr algn="l">
              <a:defRPr sz="900" b="0">
                <a:solidFill>
                  <a:srgbClr val="52607A"/>
                </a:solidFill>
                <a:latin typeface="Yu Gothic"/>
                <a:ea typeface="Yu Gothic"/>
                <a:cs typeface="Yu Gothic"/>
              </a:defRPr>
            </a:pPr>
            <a:r>
              <a:rPr sz="900" b="0">
                <a:solidFill>
                  <a:srgbClr val="52607A"/>
                </a:solidFill>
                <a:latin typeface="Yu Gothic"/>
                <a:ea typeface="Yu Gothic"/>
                <a:cs typeface="Yu Gothic"/>
              </a:rPr>
              <a:t>- package.json</a:t>
            </a:r>
          </a:p>
        </p:txBody>
      </p:sp>
      <p:sp>
        <p:nvSpPr>
          <p:cNvPr id="16" name="">
            <a:extLst xmlns:a="http://schemas.openxmlformats.org/drawingml/2006/main">
              <a:ext uri="{FF2B5EF4-FFF2-40B4-BE49-F238E27FC236}">
                <a16:creationId xmlns:a16="http://schemas.microsoft.com/office/drawing/2014/main" id="{95011156-1B68-4E5A-9EF5-0A2CA45BFBC8}"/>
              </a:ext>
            </a:extLst>
          </p:cNvPr>
          <p:cNvSpPr>
            <a:spLocks xmlns:a="http://schemas.openxmlformats.org/drawingml/2006/main" noGrp="1"/>
          </p:cNvSpPr>
          <p:nvPr/>
        </p:nvSpPr>
        <p:spPr>
          <a:xfrm xmlns:a="http://schemas.openxmlformats.org/drawingml/2006/main">
            <a:off x="9448800" y="1581150"/>
            <a:ext cx="1752600" cy="2571750"/>
          </a:xfrm>
          <a:prstGeom xmlns:a="http://schemas.openxmlformats.org/drawingml/2006/main" prst="rect">
            <a:avLst/>
          </a:prstGeom>
          <a:solidFill xmlns:a="http://schemas.openxmlformats.org/drawingml/2006/main">
            <a:srgbClr val="FBF8F2"/>
          </a:solidFill>
          <a:ln xmlns:a="http://schemas.openxmlformats.org/drawingml/2006/main" w="9525">
            <a:solidFill>
              <a:srgbClr val="D5CEC4"/>
            </a:solidFill>
            <a:prstDash val="solid"/>
          </a:ln>
        </p:spPr>
      </p:sp>
      <p:sp>
        <p:nvSpPr>
          <p:cNvPr id="17" name="">
            <a:extLst xmlns:a="http://schemas.openxmlformats.org/drawingml/2006/main">
              <a:ext uri="{FF2B5EF4-FFF2-40B4-BE49-F238E27FC236}">
                <a16:creationId xmlns:a16="http://schemas.microsoft.com/office/drawing/2014/main" id="{599DC3E6-9F33-4AD5-BEFE-92FCD6F9FD47}"/>
              </a:ext>
            </a:extLst>
          </p:cNvPr>
          <p:cNvSpPr>
            <a:spLocks xmlns:a="http://schemas.openxmlformats.org/drawingml/2006/main" noGrp="1"/>
          </p:cNvSpPr>
          <p:nvPr/>
        </p:nvSpPr>
        <p:spPr>
          <a:xfrm xmlns:a="http://schemas.openxmlformats.org/drawingml/2006/main">
            <a:off x="9448800" y="1581150"/>
            <a:ext cx="66675" cy="2571750"/>
          </a:xfrm>
          <a:prstGeom xmlns:a="http://schemas.openxmlformats.org/drawingml/2006/main" prst="rect">
            <a:avLst/>
          </a:prstGeom>
          <a:solidFill xmlns:a="http://schemas.openxmlformats.org/drawingml/2006/main">
            <a:srgbClr val="33824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43D076B-924E-4E9D-92F7-60916890B732}"/>
              </a:ext>
            </a:extLst>
          </p:cNvPr>
          <p:cNvSpPr>
            <a:spLocks xmlns:a="http://schemas.openxmlformats.org/drawingml/2006/main" noGrp="1"/>
          </p:cNvSpPr>
          <p:nvPr/>
        </p:nvSpPr>
        <p:spPr>
          <a:xfrm xmlns:a="http://schemas.openxmlformats.org/drawingml/2006/main">
            <a:off x="9582150" y="1733550"/>
            <a:ext cx="1485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33824A"/>
                </a:solidFill>
                <a:latin typeface="Yu Gothic"/>
                <a:ea typeface="Yu Gothic"/>
                <a:cs typeface="Yu Gothic"/>
              </a:defRPr>
            </a:pPr>
            <a:r>
              <a:rPr sz="1350" b="1">
                <a:solidFill>
                  <a:srgbClr val="33824A"/>
                </a:solidFill>
                <a:latin typeface="Yu Gothic"/>
                <a:ea typeface="Yu Gothic"/>
                <a:cs typeface="Yu Gothic"/>
              </a:rPr>
              <a:t>完了条件</a:t>
            </a:r>
          </a:p>
        </p:txBody>
      </p:sp>
      <p:sp>
        <p:nvSpPr>
          <p:cNvPr id="19" name="">
            <a:extLst xmlns:a="http://schemas.openxmlformats.org/drawingml/2006/main">
              <a:ext uri="{FF2B5EF4-FFF2-40B4-BE49-F238E27FC236}">
                <a16:creationId xmlns:a16="http://schemas.microsoft.com/office/drawing/2014/main" id="{6C51C1C2-F29B-4520-9558-CA33218408DD}"/>
              </a:ext>
            </a:extLst>
          </p:cNvPr>
          <p:cNvSpPr>
            <a:spLocks xmlns:a="http://schemas.openxmlformats.org/drawingml/2006/main" noGrp="1"/>
          </p:cNvSpPr>
          <p:nvPr/>
        </p:nvSpPr>
        <p:spPr>
          <a:xfrm xmlns:a="http://schemas.openxmlformats.org/drawingml/2006/main">
            <a:off x="9582150" y="2114550"/>
            <a:ext cx="1485900" cy="1924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2607A"/>
                </a:solidFill>
                <a:latin typeface="Yu Gothic"/>
                <a:ea typeface="Yu Gothic"/>
                <a:cs typeface="Yu Gothic"/>
              </a:defRPr>
            </a:pPr>
            <a:r>
              <a:rPr sz="1050" b="0">
                <a:solidFill>
                  <a:srgbClr val="52607A"/>
                </a:solidFill>
                <a:latin typeface="Yu Gothic"/>
                <a:ea typeface="Yu Gothic"/>
                <a:cs typeface="Yu Gothic"/>
              </a:rPr>
              <a:t>node --test green</a:t>
            </a:r>
          </a:p>
          <a:p xmlns:a="http://schemas.openxmlformats.org/drawingml/2006/main">
            <a:pPr algn="l">
              <a:defRPr sz="1050" b="0">
                <a:solidFill>
                  <a:srgbClr val="52607A"/>
                </a:solidFill>
                <a:latin typeface="Yu Gothic"/>
                <a:ea typeface="Yu Gothic"/>
                <a:cs typeface="Yu Gothic"/>
              </a:defRPr>
            </a:pPr>
            <a:r>
              <a:rPr sz="1050" b="0">
                <a:solidFill>
                  <a:srgbClr val="52607A"/>
                </a:solidFill>
                <a:latin typeface="Yu Gothic"/>
                <a:ea typeface="Yu Gothic"/>
                <a:cs typeface="Yu Gothic"/>
              </a:rPr>
              <a:t>policy-boundary green</a:t>
            </a:r>
          </a:p>
          <a:p xmlns:a="http://schemas.openxmlformats.org/drawingml/2006/main">
            <a:pPr algn="l">
              <a:defRPr sz="1050" b="0">
                <a:solidFill>
                  <a:srgbClr val="52607A"/>
                </a:solidFill>
                <a:latin typeface="Yu Gothic"/>
                <a:ea typeface="Yu Gothic"/>
                <a:cs typeface="Yu Gothic"/>
              </a:defRPr>
            </a:pPr>
            <a:r>
              <a:rPr sz="1050" b="0">
                <a:solidFill>
                  <a:srgbClr val="52607A"/>
                </a:solidFill>
                <a:latin typeface="Yu Gothic"/>
                <a:ea typeface="Yu Gothic"/>
                <a:cs typeface="Yu Gothic"/>
              </a:rPr>
              <a:t>in-process API green</a:t>
            </a:r>
          </a:p>
          <a:p xmlns:a="http://schemas.openxmlformats.org/drawingml/2006/main">
            <a:r>
              <a:t/>
            </a:r>
          </a:p>
          <a:p xmlns:a="http://schemas.openxmlformats.org/drawingml/2006/main">
            <a:pPr algn="l">
              <a:defRPr sz="1050" b="0">
                <a:solidFill>
                  <a:srgbClr val="52607A"/>
                </a:solidFill>
                <a:latin typeface="Yu Gothic"/>
                <a:ea typeface="Yu Gothic"/>
                <a:cs typeface="Yu Gothic"/>
              </a:defRPr>
            </a:pPr>
            <a:r>
              <a:rPr sz="1050" b="0">
                <a:solidFill>
                  <a:srgbClr val="52607A"/>
                </a:solidFill>
                <a:latin typeface="Yu Gothic"/>
                <a:ea typeface="Yu Gothic"/>
                <a:cs typeface="Yu Gothic"/>
              </a:rPr>
              <a:t>実サーバcurl:</a:t>
            </a:r>
          </a:p>
          <a:p xmlns:a="http://schemas.openxmlformats.org/drawingml/2006/main">
            <a:pPr algn="l">
              <a:defRPr sz="1050" b="0">
                <a:solidFill>
                  <a:srgbClr val="52607A"/>
                </a:solidFill>
                <a:latin typeface="Yu Gothic"/>
                <a:ea typeface="Yu Gothic"/>
                <a:cs typeface="Yu Gothic"/>
              </a:defRPr>
            </a:pPr>
            <a:r>
              <a:rPr sz="1050" b="0">
                <a:solidFill>
                  <a:srgbClr val="52607A"/>
                </a:solidFill>
                <a:latin typeface="Yu Gothic"/>
                <a:ea typeface="Yu Gothic"/>
                <a:cs typeface="Yu Gothic"/>
              </a:rPr>
              <a:t>人間/CI</a:t>
            </a:r>
          </a:p>
        </p:txBody>
      </p:sp>
      <p:sp>
        <p:nvSpPr>
          <p:cNvPr id="20" name="">
            <a:extLst xmlns:a="http://schemas.openxmlformats.org/drawingml/2006/main">
              <a:ext uri="{FF2B5EF4-FFF2-40B4-BE49-F238E27FC236}">
                <a16:creationId xmlns:a16="http://schemas.microsoft.com/office/drawing/2014/main" id="{6070415E-8FF1-4316-92C3-144477A7F2F9}"/>
              </a:ext>
            </a:extLst>
          </p:cNvPr>
          <p:cNvSpPr>
            <a:spLocks xmlns:a="http://schemas.openxmlformats.org/drawingml/2006/main" noGrp="1"/>
          </p:cNvSpPr>
          <p:nvPr/>
        </p:nvSpPr>
        <p:spPr>
          <a:xfrm xmlns:a="http://schemas.openxmlformats.org/drawingml/2006/main">
            <a:off x="685800" y="4229100"/>
            <a:ext cx="5048250" cy="1104900"/>
          </a:xfrm>
          <a:prstGeom xmlns:a="http://schemas.openxmlformats.org/drawingml/2006/main" prst="rect">
            <a:avLst/>
          </a:prstGeom>
          <a:solidFill xmlns:a="http://schemas.openxmlformats.org/drawingml/2006/main">
            <a:srgbClr val="F2F7EF"/>
          </a:solidFill>
          <a:ln xmlns:a="http://schemas.openxmlformats.org/drawingml/2006/main" w="9525">
            <a:solidFill>
              <a:srgbClr val="BFD3B8"/>
            </a:solidFill>
            <a:prstDash val="solid"/>
          </a:ln>
        </p:spPr>
      </p:sp>
      <p:sp>
        <p:nvSpPr>
          <p:cNvPr id="21" name="">
            <a:extLst xmlns:a="http://schemas.openxmlformats.org/drawingml/2006/main">
              <a:ext uri="{FF2B5EF4-FFF2-40B4-BE49-F238E27FC236}">
                <a16:creationId xmlns:a16="http://schemas.microsoft.com/office/drawing/2014/main" id="{A771718C-43A8-4AA2-82A3-E6E537196B7B}"/>
              </a:ext>
            </a:extLst>
          </p:cNvPr>
          <p:cNvSpPr>
            <a:spLocks xmlns:a="http://schemas.openxmlformats.org/drawingml/2006/main" noGrp="1"/>
          </p:cNvSpPr>
          <p:nvPr/>
        </p:nvSpPr>
        <p:spPr>
          <a:xfrm xmlns:a="http://schemas.openxmlformats.org/drawingml/2006/main">
            <a:off x="685800" y="4229100"/>
            <a:ext cx="66675" cy="1104900"/>
          </a:xfrm>
          <a:prstGeom xmlns:a="http://schemas.openxmlformats.org/drawingml/2006/main" prst="rect">
            <a:avLst/>
          </a:prstGeom>
          <a:solidFill xmlns:a="http://schemas.openxmlformats.org/drawingml/2006/main">
            <a:srgbClr val="33824A"/>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75D351A9-AF06-41EF-99CF-4552217073CB}"/>
              </a:ext>
            </a:extLst>
          </p:cNvPr>
          <p:cNvSpPr>
            <a:spLocks xmlns:a="http://schemas.openxmlformats.org/drawingml/2006/main" noGrp="1"/>
          </p:cNvSpPr>
          <p:nvPr/>
        </p:nvSpPr>
        <p:spPr>
          <a:xfrm xmlns:a="http://schemas.openxmlformats.org/drawingml/2006/main">
            <a:off x="914400" y="4381500"/>
            <a:ext cx="459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33824A"/>
                </a:solidFill>
                <a:latin typeface="Yu Gothic"/>
                <a:ea typeface="Yu Gothic"/>
                <a:cs typeface="Yu Gothic"/>
              </a:defRPr>
            </a:pPr>
            <a:r>
              <a:rPr sz="1500" b="1">
                <a:solidFill>
                  <a:srgbClr val="33824A"/>
                </a:solidFill>
                <a:latin typeface="Yu Gothic"/>
                <a:ea typeface="Yu Gothic"/>
                <a:cs typeface="Yu Gothic"/>
              </a:rPr>
              <a:t>達成できたこと</a:t>
            </a:r>
          </a:p>
        </p:txBody>
      </p:sp>
      <p:sp>
        <p:nvSpPr>
          <p:cNvPr id="23" name="">
            <a:extLst xmlns:a="http://schemas.openxmlformats.org/drawingml/2006/main">
              <a:ext uri="{FF2B5EF4-FFF2-40B4-BE49-F238E27FC236}">
                <a16:creationId xmlns:a16="http://schemas.microsoft.com/office/drawing/2014/main" id="{FCE20C90-6C27-4A9F-9736-AE3CE152713B}"/>
              </a:ext>
            </a:extLst>
          </p:cNvPr>
          <p:cNvSpPr>
            <a:spLocks xmlns:a="http://schemas.openxmlformats.org/drawingml/2006/main" noGrp="1"/>
          </p:cNvSpPr>
          <p:nvPr/>
        </p:nvSpPr>
        <p:spPr>
          <a:xfrm xmlns:a="http://schemas.openxmlformats.org/drawingml/2006/main">
            <a:off x="914400" y="4762500"/>
            <a:ext cx="4591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2607A"/>
                </a:solidFill>
                <a:latin typeface="Yu Gothic"/>
                <a:ea typeface="Yu Gothic"/>
                <a:cs typeface="Yu Gothic"/>
              </a:defRPr>
            </a:pPr>
            <a:r>
              <a:rPr sz="1275" b="0">
                <a:solidFill>
                  <a:srgbClr val="52607A"/>
                </a:solidFill>
                <a:latin typeface="Yu Gothic"/>
                <a:ea typeface="Yu Gothic"/>
                <a:cs typeface="Yu Gothic"/>
              </a:rPr>
              <a:t>責務境界を検出できる</a:t>
            </a:r>
          </a:p>
        </p:txBody>
      </p:sp>
      <p:sp>
        <p:nvSpPr>
          <p:cNvPr id="24" name="">
            <a:extLst xmlns:a="http://schemas.openxmlformats.org/drawingml/2006/main">
              <a:ext uri="{FF2B5EF4-FFF2-40B4-BE49-F238E27FC236}">
                <a16:creationId xmlns:a16="http://schemas.microsoft.com/office/drawing/2014/main" id="{45EC539D-D7BC-4646-95D6-9FAA82E9E2D7}"/>
              </a:ext>
            </a:extLst>
          </p:cNvPr>
          <p:cNvSpPr>
            <a:spLocks xmlns:a="http://schemas.openxmlformats.org/drawingml/2006/main" noGrp="1"/>
          </p:cNvSpPr>
          <p:nvPr/>
        </p:nvSpPr>
        <p:spPr>
          <a:xfrm xmlns:a="http://schemas.openxmlformats.org/drawingml/2006/main">
            <a:off x="6076950" y="4229100"/>
            <a:ext cx="5048250" cy="1104900"/>
          </a:xfrm>
          <a:prstGeom xmlns:a="http://schemas.openxmlformats.org/drawingml/2006/main" prst="rect">
            <a:avLst/>
          </a:prstGeom>
          <a:solidFill xmlns:a="http://schemas.openxmlformats.org/drawingml/2006/main">
            <a:srgbClr val="FFF6EE"/>
          </a:solidFill>
          <a:ln xmlns:a="http://schemas.openxmlformats.org/drawingml/2006/main" w="9525">
            <a:solidFill>
              <a:srgbClr val="E3C6A7"/>
            </a:solidFill>
            <a:prstDash val="solid"/>
          </a:ln>
        </p:spPr>
      </p:sp>
      <p:sp>
        <p:nvSpPr>
          <p:cNvPr id="25" name="">
            <a:extLst xmlns:a="http://schemas.openxmlformats.org/drawingml/2006/main">
              <a:ext uri="{FF2B5EF4-FFF2-40B4-BE49-F238E27FC236}">
                <a16:creationId xmlns:a16="http://schemas.microsoft.com/office/drawing/2014/main" id="{D2ED3A5E-21F1-4D4A-8F56-662C5CEC3F37}"/>
              </a:ext>
            </a:extLst>
          </p:cNvPr>
          <p:cNvSpPr>
            <a:spLocks xmlns:a="http://schemas.openxmlformats.org/drawingml/2006/main" noGrp="1"/>
          </p:cNvSpPr>
          <p:nvPr/>
        </p:nvSpPr>
        <p:spPr>
          <a:xfrm xmlns:a="http://schemas.openxmlformats.org/drawingml/2006/main">
            <a:off x="6076950" y="4229100"/>
            <a:ext cx="66675" cy="1104900"/>
          </a:xfrm>
          <a:prstGeom xmlns:a="http://schemas.openxmlformats.org/drawingml/2006/main" prst="rect">
            <a:avLst/>
          </a:prstGeom>
          <a:solidFill xmlns:a="http://schemas.openxmlformats.org/drawingml/2006/main">
            <a:srgbClr val="C85B1A"/>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701941B1-3B2B-46E9-AF7E-CCA961E10318}"/>
              </a:ext>
            </a:extLst>
          </p:cNvPr>
          <p:cNvSpPr>
            <a:spLocks xmlns:a="http://schemas.openxmlformats.org/drawingml/2006/main" noGrp="1"/>
          </p:cNvSpPr>
          <p:nvPr/>
        </p:nvSpPr>
        <p:spPr>
          <a:xfrm xmlns:a="http://schemas.openxmlformats.org/drawingml/2006/main">
            <a:off x="6305550" y="4381500"/>
            <a:ext cx="459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C85B1A"/>
                </a:solidFill>
                <a:latin typeface="Yu Gothic"/>
                <a:ea typeface="Yu Gothic"/>
                <a:cs typeface="Yu Gothic"/>
              </a:defRPr>
            </a:pPr>
            <a:r>
              <a:rPr sz="1500" b="1">
                <a:solidFill>
                  <a:srgbClr val="C85B1A"/>
                </a:solidFill>
                <a:latin typeface="Yu Gothic"/>
                <a:ea typeface="Yu Gothic"/>
                <a:cs typeface="Yu Gothic"/>
              </a:rPr>
              <a:t>まだ足りないこと</a:t>
            </a:r>
          </a:p>
        </p:txBody>
      </p:sp>
      <p:sp>
        <p:nvSpPr>
          <p:cNvPr id="27" name="">
            <a:extLst xmlns:a="http://schemas.openxmlformats.org/drawingml/2006/main">
              <a:ext uri="{FF2B5EF4-FFF2-40B4-BE49-F238E27FC236}">
                <a16:creationId xmlns:a16="http://schemas.microsoft.com/office/drawing/2014/main" id="{B267ECEC-0347-4BEE-8F28-B809EA21EBA2}"/>
              </a:ext>
            </a:extLst>
          </p:cNvPr>
          <p:cNvSpPr>
            <a:spLocks xmlns:a="http://schemas.openxmlformats.org/drawingml/2006/main" noGrp="1"/>
          </p:cNvSpPr>
          <p:nvPr/>
        </p:nvSpPr>
        <p:spPr>
          <a:xfrm xmlns:a="http://schemas.openxmlformats.org/drawingml/2006/main">
            <a:off x="6305550" y="4762500"/>
            <a:ext cx="4591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2607A"/>
                </a:solidFill>
                <a:latin typeface="Yu Gothic"/>
                <a:ea typeface="Yu Gothic"/>
                <a:cs typeface="Yu Gothic"/>
              </a:defRPr>
            </a:pPr>
            <a:r>
              <a:rPr sz="1275" b="0">
                <a:solidFill>
                  <a:srgbClr val="52607A"/>
                </a:solidFill>
                <a:latin typeface="Yu Gothic"/>
                <a:ea typeface="Yu Gothic"/>
                <a:cs typeface="Yu Gothic"/>
              </a:rPr>
              <a:t>CRと出口判断がまだない</a:t>
            </a:r>
          </a:p>
        </p:txBody>
      </p:sp>
      <p:sp>
        <p:nvSpPr>
          <p:cNvPr id="28" name="">
            <a:extLst xmlns:a="http://schemas.openxmlformats.org/drawingml/2006/main">
              <a:ext uri="{FF2B5EF4-FFF2-40B4-BE49-F238E27FC236}">
                <a16:creationId xmlns:a16="http://schemas.microsoft.com/office/drawing/2014/main" id="{FA447B20-03D3-4D6A-A1B0-2B4CBE409078}"/>
              </a:ext>
            </a:extLst>
          </p:cNvPr>
          <p:cNvSpPr>
            <a:spLocks xmlns:a="http://schemas.openxmlformats.org/drawingml/2006/main" noGrp="1"/>
          </p:cNvSpPr>
          <p:nvPr/>
        </p:nvSpPr>
        <p:spPr>
          <a:xfrm xmlns:a="http://schemas.openxmlformats.org/drawingml/2006/main">
            <a:off x="685800" y="5734050"/>
            <a:ext cx="1657350" cy="476250"/>
          </a:xfrm>
          <a:prstGeom xmlns:a="http://schemas.openxmlformats.org/drawingml/2006/main" prst="rect">
            <a:avLst/>
          </a:prstGeom>
          <a:solidFill xmlns:a="http://schemas.openxmlformats.org/drawingml/2006/main">
            <a:srgbClr val="E4DED4"/>
          </a:solidFill>
          <a:ln xmlns:a="http://schemas.openxmlformats.org/drawingml/2006/main" w="9525">
            <a:solidFill>
              <a:srgbClr val="E4DED4"/>
            </a:solidFill>
            <a:prstDash val="solid"/>
          </a:ln>
        </p:spPr>
      </p:sp>
      <p:sp>
        <p:nvSpPr>
          <p:cNvPr id="29" name="">
            <a:extLst xmlns:a="http://schemas.openxmlformats.org/drawingml/2006/main">
              <a:ext uri="{FF2B5EF4-FFF2-40B4-BE49-F238E27FC236}">
                <a16:creationId xmlns:a16="http://schemas.microsoft.com/office/drawing/2014/main" id="{C606E064-3AB3-4EF8-88A2-4E116FB99AE4}"/>
              </a:ext>
            </a:extLst>
          </p:cNvPr>
          <p:cNvSpPr>
            <a:spLocks xmlns:a="http://schemas.openxmlformats.org/drawingml/2006/main" noGrp="1"/>
          </p:cNvSpPr>
          <p:nvPr/>
        </p:nvSpPr>
        <p:spPr>
          <a:xfrm xmlns:a="http://schemas.openxmlformats.org/drawingml/2006/main">
            <a:off x="8001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L0</a:t>
            </a:r>
          </a:p>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開始前</a:t>
            </a:r>
          </a:p>
        </p:txBody>
      </p:sp>
      <p:sp>
        <p:nvSpPr>
          <p:cNvPr id="30" name="">
            <a:extLst xmlns:a="http://schemas.openxmlformats.org/drawingml/2006/main">
              <a:ext uri="{FF2B5EF4-FFF2-40B4-BE49-F238E27FC236}">
                <a16:creationId xmlns:a16="http://schemas.microsoft.com/office/drawing/2014/main" id="{0B45E991-0AD8-4E37-873B-28E29B7754D0}"/>
              </a:ext>
            </a:extLst>
          </p:cNvPr>
          <p:cNvSpPr>
            <a:spLocks xmlns:a="http://schemas.openxmlformats.org/drawingml/2006/main" noGrp="1"/>
          </p:cNvSpPr>
          <p:nvPr/>
        </p:nvSpPr>
        <p:spPr>
          <a:xfrm xmlns:a="http://schemas.openxmlformats.org/drawingml/2006/main">
            <a:off x="2438400" y="5734050"/>
            <a:ext cx="1657350" cy="476250"/>
          </a:xfrm>
          <a:prstGeom xmlns:a="http://schemas.openxmlformats.org/drawingml/2006/main" prst="rect">
            <a:avLst/>
          </a:prstGeom>
          <a:solidFill xmlns:a="http://schemas.openxmlformats.org/drawingml/2006/main">
            <a:srgbClr val="E4DED4"/>
          </a:solidFill>
          <a:ln xmlns:a="http://schemas.openxmlformats.org/drawingml/2006/main" w="9525">
            <a:solidFill>
              <a:srgbClr val="E4DED4"/>
            </a:solidFill>
            <a:prstDash val="solid"/>
          </a:ln>
        </p:spPr>
      </p:sp>
      <p:sp>
        <p:nvSpPr>
          <p:cNvPr id="31" name="">
            <a:extLst xmlns:a="http://schemas.openxmlformats.org/drawingml/2006/main">
              <a:ext uri="{FF2B5EF4-FFF2-40B4-BE49-F238E27FC236}">
                <a16:creationId xmlns:a16="http://schemas.microsoft.com/office/drawing/2014/main" id="{16C4D0E8-8F86-4FAD-9EEC-8CFD47257D8D}"/>
              </a:ext>
            </a:extLst>
          </p:cNvPr>
          <p:cNvSpPr>
            <a:spLocks xmlns:a="http://schemas.openxmlformats.org/drawingml/2006/main" noGrp="1"/>
          </p:cNvSpPr>
          <p:nvPr/>
        </p:nvSpPr>
        <p:spPr>
          <a:xfrm xmlns:a="http://schemas.openxmlformats.org/drawingml/2006/main">
            <a:off x="25527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L1</a:t>
            </a:r>
          </a:p>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変更</a:t>
            </a:r>
          </a:p>
        </p:txBody>
      </p:sp>
      <p:sp>
        <p:nvSpPr>
          <p:cNvPr id="32" name="">
            <a:extLst xmlns:a="http://schemas.openxmlformats.org/drawingml/2006/main">
              <a:ext uri="{FF2B5EF4-FFF2-40B4-BE49-F238E27FC236}">
                <a16:creationId xmlns:a16="http://schemas.microsoft.com/office/drawing/2014/main" id="{919E54B7-748F-4719-9519-9F2EB9C51BD1}"/>
              </a:ext>
            </a:extLst>
          </p:cNvPr>
          <p:cNvSpPr>
            <a:spLocks xmlns:a="http://schemas.openxmlformats.org/drawingml/2006/main" noGrp="1"/>
          </p:cNvSpPr>
          <p:nvPr/>
        </p:nvSpPr>
        <p:spPr>
          <a:xfrm xmlns:a="http://schemas.openxmlformats.org/drawingml/2006/main">
            <a:off x="4191000" y="5734050"/>
            <a:ext cx="1657350" cy="476250"/>
          </a:xfrm>
          <a:prstGeom xmlns:a="http://schemas.openxmlformats.org/drawingml/2006/main" prst="rect">
            <a:avLst/>
          </a:prstGeom>
          <a:solidFill xmlns:a="http://schemas.openxmlformats.org/drawingml/2006/main">
            <a:srgbClr val="E4DED4"/>
          </a:solidFill>
          <a:ln xmlns:a="http://schemas.openxmlformats.org/drawingml/2006/main" w="9525">
            <a:solidFill>
              <a:srgbClr val="E4DED4"/>
            </a:solidFill>
            <a:prstDash val="solid"/>
          </a:ln>
        </p:spPr>
      </p:sp>
      <p:sp>
        <p:nvSpPr>
          <p:cNvPr id="33" name="">
            <a:extLst xmlns:a="http://schemas.openxmlformats.org/drawingml/2006/main">
              <a:ext uri="{FF2B5EF4-FFF2-40B4-BE49-F238E27FC236}">
                <a16:creationId xmlns:a16="http://schemas.microsoft.com/office/drawing/2014/main" id="{6B04992E-38A2-4D2C-887C-67D505B55C4F}"/>
              </a:ext>
            </a:extLst>
          </p:cNvPr>
          <p:cNvSpPr>
            <a:spLocks xmlns:a="http://schemas.openxmlformats.org/drawingml/2006/main" noGrp="1"/>
          </p:cNvSpPr>
          <p:nvPr/>
        </p:nvSpPr>
        <p:spPr>
          <a:xfrm xmlns:a="http://schemas.openxmlformats.org/drawingml/2006/main">
            <a:off x="43053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L2</a:t>
            </a:r>
          </a:p>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挙動</a:t>
            </a:r>
          </a:p>
        </p:txBody>
      </p:sp>
      <p:sp>
        <p:nvSpPr>
          <p:cNvPr id="34" name="">
            <a:extLst xmlns:a="http://schemas.openxmlformats.org/drawingml/2006/main">
              <a:ext uri="{FF2B5EF4-FFF2-40B4-BE49-F238E27FC236}">
                <a16:creationId xmlns:a16="http://schemas.microsoft.com/office/drawing/2014/main" id="{A7B40717-FE85-49FA-A7D1-A0C1BB5527A3}"/>
              </a:ext>
            </a:extLst>
          </p:cNvPr>
          <p:cNvSpPr>
            <a:spLocks xmlns:a="http://schemas.openxmlformats.org/drawingml/2006/main" noGrp="1"/>
          </p:cNvSpPr>
          <p:nvPr/>
        </p:nvSpPr>
        <p:spPr>
          <a:xfrm xmlns:a="http://schemas.openxmlformats.org/drawingml/2006/main">
            <a:off x="5943600" y="5734050"/>
            <a:ext cx="1657350" cy="476250"/>
          </a:xfrm>
          <a:prstGeom xmlns:a="http://schemas.openxmlformats.org/drawingml/2006/main" prst="rect">
            <a:avLst/>
          </a:prstGeom>
          <a:solidFill xmlns:a="http://schemas.openxmlformats.org/drawingml/2006/main">
            <a:srgbClr val="33824A"/>
          </a:solidFill>
          <a:ln xmlns:a="http://schemas.openxmlformats.org/drawingml/2006/main" w="9525">
            <a:solidFill>
              <a:srgbClr val="33824A"/>
            </a:solidFill>
            <a:prstDash val="solid"/>
          </a:ln>
        </p:spPr>
      </p:sp>
      <p:sp>
        <p:nvSpPr>
          <p:cNvPr id="35" name="">
            <a:extLst xmlns:a="http://schemas.openxmlformats.org/drawingml/2006/main">
              <a:ext uri="{FF2B5EF4-FFF2-40B4-BE49-F238E27FC236}">
                <a16:creationId xmlns:a16="http://schemas.microsoft.com/office/drawing/2014/main" id="{46A9A809-30E3-41D7-A793-01C06CB9B681}"/>
              </a:ext>
            </a:extLst>
          </p:cNvPr>
          <p:cNvSpPr>
            <a:spLocks xmlns:a="http://schemas.openxmlformats.org/drawingml/2006/main" noGrp="1"/>
          </p:cNvSpPr>
          <p:nvPr/>
        </p:nvSpPr>
        <p:spPr>
          <a:xfrm xmlns:a="http://schemas.openxmlformats.org/drawingml/2006/main">
            <a:off x="60579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Yu Gothic"/>
                <a:ea typeface="Yu Gothic"/>
                <a:cs typeface="Yu Gothic"/>
              </a:defRPr>
            </a:pPr>
            <a:r>
              <a:rPr sz="1050" b="1">
                <a:solidFill>
                  <a:srgbClr val="FFFFFF"/>
                </a:solidFill>
                <a:latin typeface="Yu Gothic"/>
                <a:ea typeface="Yu Gothic"/>
                <a:cs typeface="Yu Gothic"/>
              </a:rPr>
              <a:t>L3</a:t>
            </a:r>
          </a:p>
          <a:p xmlns:a="http://schemas.openxmlformats.org/drawingml/2006/main">
            <a:pPr algn="ctr">
              <a:defRPr sz="1050" b="1">
                <a:solidFill>
                  <a:srgbClr val="FFFFFF"/>
                </a:solidFill>
                <a:latin typeface="Yu Gothic"/>
                <a:ea typeface="Yu Gothic"/>
                <a:cs typeface="Yu Gothic"/>
              </a:defRPr>
            </a:pPr>
            <a:r>
              <a:rPr sz="1050" b="1">
                <a:solidFill>
                  <a:srgbClr val="FFFFFF"/>
                </a:solidFill>
                <a:latin typeface="Yu Gothic"/>
                <a:ea typeface="Yu Gothic"/>
                <a:cs typeface="Yu Gothic"/>
              </a:rPr>
              <a:t>構造</a:t>
            </a:r>
          </a:p>
        </p:txBody>
      </p:sp>
      <p:sp>
        <p:nvSpPr>
          <p:cNvPr id="36" name="">
            <a:extLst xmlns:a="http://schemas.openxmlformats.org/drawingml/2006/main">
              <a:ext uri="{FF2B5EF4-FFF2-40B4-BE49-F238E27FC236}">
                <a16:creationId xmlns:a16="http://schemas.microsoft.com/office/drawing/2014/main" id="{AE8BAA10-04B7-42A2-B1B4-772BAEAA1075}"/>
              </a:ext>
            </a:extLst>
          </p:cNvPr>
          <p:cNvSpPr>
            <a:spLocks xmlns:a="http://schemas.openxmlformats.org/drawingml/2006/main" noGrp="1"/>
          </p:cNvSpPr>
          <p:nvPr/>
        </p:nvSpPr>
        <p:spPr>
          <a:xfrm xmlns:a="http://schemas.openxmlformats.org/drawingml/2006/main">
            <a:off x="7696200" y="5734050"/>
            <a:ext cx="1657350" cy="476250"/>
          </a:xfrm>
          <a:prstGeom xmlns:a="http://schemas.openxmlformats.org/drawingml/2006/main" prst="rect">
            <a:avLst/>
          </a:prstGeom>
          <a:solidFill xmlns:a="http://schemas.openxmlformats.org/drawingml/2006/main">
            <a:srgbClr val="E4DED4"/>
          </a:solidFill>
          <a:ln xmlns:a="http://schemas.openxmlformats.org/drawingml/2006/main" w="9525">
            <a:solidFill>
              <a:srgbClr val="E4DED4"/>
            </a:solidFill>
            <a:prstDash val="solid"/>
          </a:ln>
        </p:spPr>
      </p:sp>
      <p:sp>
        <p:nvSpPr>
          <p:cNvPr id="37" name="">
            <a:extLst xmlns:a="http://schemas.openxmlformats.org/drawingml/2006/main">
              <a:ext uri="{FF2B5EF4-FFF2-40B4-BE49-F238E27FC236}">
                <a16:creationId xmlns:a16="http://schemas.microsoft.com/office/drawing/2014/main" id="{4DC79862-F8FC-4BA4-B5C5-BB19533EED36}"/>
              </a:ext>
            </a:extLst>
          </p:cNvPr>
          <p:cNvSpPr>
            <a:spLocks xmlns:a="http://schemas.openxmlformats.org/drawingml/2006/main" noGrp="1"/>
          </p:cNvSpPr>
          <p:nvPr/>
        </p:nvSpPr>
        <p:spPr>
          <a:xfrm xmlns:a="http://schemas.openxmlformats.org/drawingml/2006/main">
            <a:off x="78105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L4</a:t>
            </a:r>
          </a:p>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候補</a:t>
            </a:r>
          </a:p>
        </p:txBody>
      </p:sp>
      <p:sp>
        <p:nvSpPr>
          <p:cNvPr id="38" name="">
            <a:extLst xmlns:a="http://schemas.openxmlformats.org/drawingml/2006/main">
              <a:ext uri="{FF2B5EF4-FFF2-40B4-BE49-F238E27FC236}">
                <a16:creationId xmlns:a16="http://schemas.microsoft.com/office/drawing/2014/main" id="{BE4E22FE-024E-443F-8D8C-9AECCFAF527C}"/>
              </a:ext>
            </a:extLst>
          </p:cNvPr>
          <p:cNvSpPr>
            <a:spLocks xmlns:a="http://schemas.openxmlformats.org/drawingml/2006/main" noGrp="1"/>
          </p:cNvSpPr>
          <p:nvPr/>
        </p:nvSpPr>
        <p:spPr>
          <a:xfrm xmlns:a="http://schemas.openxmlformats.org/drawingml/2006/main">
            <a:off x="9448800" y="5734050"/>
            <a:ext cx="1657350" cy="476250"/>
          </a:xfrm>
          <a:prstGeom xmlns:a="http://schemas.openxmlformats.org/drawingml/2006/main" prst="rect">
            <a:avLst/>
          </a:prstGeom>
          <a:solidFill xmlns:a="http://schemas.openxmlformats.org/drawingml/2006/main">
            <a:srgbClr val="E4DED4"/>
          </a:solidFill>
          <a:ln xmlns:a="http://schemas.openxmlformats.org/drawingml/2006/main" w="9525">
            <a:solidFill>
              <a:srgbClr val="E4DED4"/>
            </a:solidFill>
            <a:prstDash val="solid"/>
          </a:ln>
        </p:spPr>
      </p:sp>
      <p:sp>
        <p:nvSpPr>
          <p:cNvPr id="39" name="">
            <a:extLst xmlns:a="http://schemas.openxmlformats.org/drawingml/2006/main">
              <a:ext uri="{FF2B5EF4-FFF2-40B4-BE49-F238E27FC236}">
                <a16:creationId xmlns:a16="http://schemas.microsoft.com/office/drawing/2014/main" id="{39718E03-18CA-4742-92F6-14C5ACF22FE1}"/>
              </a:ext>
            </a:extLst>
          </p:cNvPr>
          <p:cNvSpPr>
            <a:spLocks xmlns:a="http://schemas.openxmlformats.org/drawingml/2006/main" noGrp="1"/>
          </p:cNvSpPr>
          <p:nvPr/>
        </p:nvSpPr>
        <p:spPr>
          <a:xfrm xmlns:a="http://schemas.openxmlformats.org/drawingml/2006/main">
            <a:off x="95631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L5</a:t>
            </a:r>
          </a:p>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介入圧縮</a:t>
            </a:r>
          </a:p>
        </p:txBody>
      </p:sp>
    </p:spTree>
    <p:extLst>
      <p:ext uri="{BB962C8B-B14F-4D97-AF65-F5344CB8AC3E}">
        <p14:creationId xmlns:p14="http://schemas.microsoft.com/office/powerpoint/2010/main" val="1181639064"/>
      </p:ext>
    </p:extLst>
  </p:cSld>
</p:sld>
</file>

<file path=ppt/slides/slide19.xml><?xml version="1.0" encoding="utf-8"?>
<p:sld xmlns:p="http://schemas.openxmlformats.org/presentationml/2006/main">
  <p:cSld>
    <p:bg>
      <p:bgPr>
        <a:solidFill xmlns:a="http://schemas.openxmlformats.org/drawingml/2006/main">
          <a:srgbClr val="ECE7E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CE4996C-48F4-423D-A3C5-9AC5F4ACA7F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245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4C1523B-896B-4AC9-9D2F-1B7442AE7FD7}"/>
              </a:ext>
            </a:extLst>
          </p:cNvPr>
          <p:cNvSpPr>
            <a:spLocks xmlns:a="http://schemas.openxmlformats.org/drawingml/2006/main" noGrp="1"/>
          </p:cNvSpPr>
          <p:nvPr/>
        </p:nvSpPr>
        <p:spPr>
          <a:xfrm xmlns:a="http://schemas.openxmlformats.org/drawingml/2006/main">
            <a:off x="514350" y="400050"/>
            <a:ext cx="76200" cy="266700"/>
          </a:xfrm>
          <a:prstGeom xmlns:a="http://schemas.openxmlformats.org/drawingml/2006/main" prst="rect">
            <a:avLst/>
          </a:prstGeom>
          <a:solidFill xmlns:a="http://schemas.openxmlformats.org/drawingml/2006/main">
            <a:srgbClr val="33824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F109A8C-5782-44D8-B600-5F298226B7A7}"/>
              </a:ext>
            </a:extLst>
          </p:cNvPr>
          <p:cNvSpPr>
            <a:spLocks xmlns:a="http://schemas.openxmlformats.org/drawingml/2006/main" noGrp="1"/>
          </p:cNvSpPr>
          <p:nvPr/>
        </p:nvSpPr>
        <p:spPr>
          <a:xfrm xmlns:a="http://schemas.openxmlformats.org/drawingml/2006/main">
            <a:off x="704850" y="381000"/>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33824A"/>
                </a:solidFill>
                <a:latin typeface="Yu Gothic"/>
                <a:ea typeface="Yu Gothic"/>
                <a:cs typeface="Yu Gothic"/>
              </a:defRPr>
            </a:pPr>
            <a:r>
              <a:rPr sz="975" b="1">
                <a:solidFill>
                  <a:srgbClr val="33824A"/>
                </a:solidFill>
                <a:latin typeface="Yu Gothic"/>
                <a:ea typeface="Yu Gothic"/>
                <a:cs typeface="Yu Gothic"/>
              </a:rPr>
              <a:t>AFTER DEMO 3</a:t>
            </a:r>
          </a:p>
        </p:txBody>
      </p:sp>
      <p:sp>
        <p:nvSpPr>
          <p:cNvPr id="4" name="">
            <a:extLst xmlns:a="http://schemas.openxmlformats.org/drawingml/2006/main">
              <a:ext uri="{FF2B5EF4-FFF2-40B4-BE49-F238E27FC236}">
                <a16:creationId xmlns:a16="http://schemas.microsoft.com/office/drawing/2014/main" id="{1530E71D-8C34-40AA-805B-E63E37EB8606}"/>
              </a:ext>
            </a:extLst>
          </p:cNvPr>
          <p:cNvSpPr>
            <a:spLocks xmlns:a="http://schemas.openxmlformats.org/drawingml/2006/main" noGrp="1"/>
          </p:cNvSpPr>
          <p:nvPr/>
        </p:nvSpPr>
        <p:spPr>
          <a:xfrm xmlns:a="http://schemas.openxmlformats.org/drawingml/2006/main">
            <a:off x="533400" y="857250"/>
            <a:ext cx="1000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72452"/>
                </a:solidFill>
                <a:latin typeface="Yu Gothic"/>
                <a:ea typeface="Yu Gothic"/>
                <a:cs typeface="Yu Gothic"/>
              </a:defRPr>
            </a:pPr>
            <a:r>
              <a:rPr sz="2700" b="1">
                <a:solidFill>
                  <a:srgbClr val="172452"/>
                </a:solidFill>
                <a:latin typeface="Yu Gothic"/>
                <a:ea typeface="Yu Gothic"/>
                <a:cs typeface="Yu Gothic"/>
              </a:rPr>
              <a:t>ここまでに、どのプロンプトで何を作らせたか</a:t>
            </a:r>
          </a:p>
        </p:txBody>
      </p:sp>
      <p:sp>
        <p:nvSpPr>
          <p:cNvPr id="5" name="">
            <a:extLst xmlns:a="http://schemas.openxmlformats.org/drawingml/2006/main">
              <a:ext uri="{FF2B5EF4-FFF2-40B4-BE49-F238E27FC236}">
                <a16:creationId xmlns:a16="http://schemas.microsoft.com/office/drawing/2014/main" id="{97CDA75D-E702-4C01-8D14-CACA1FAC8351}"/>
              </a:ext>
            </a:extLst>
          </p:cNvPr>
          <p:cNvSpPr>
            <a:spLocks xmlns:a="http://schemas.openxmlformats.org/drawingml/2006/main" noGrp="1"/>
          </p:cNvSpPr>
          <p:nvPr/>
        </p:nvSpPr>
        <p:spPr>
          <a:xfrm xmlns:a="http://schemas.openxmlformats.org/drawingml/2006/main">
            <a:off x="11125200" y="632460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52607A"/>
                </a:solidFill>
                <a:latin typeface="Yu Gothic"/>
                <a:ea typeface="Yu Gothic"/>
                <a:cs typeface="Yu Gothic"/>
              </a:defRPr>
            </a:pPr>
            <a:r>
              <a:rPr sz="900" b="0">
                <a:solidFill>
                  <a:srgbClr val="52607A"/>
                </a:solidFill>
                <a:latin typeface="Yu Gothic"/>
                <a:ea typeface="Yu Gothic"/>
                <a:cs typeface="Yu Gothic"/>
              </a:rPr>
              <a:t>19</a:t>
            </a:r>
          </a:p>
        </p:txBody>
      </p:sp>
      <p:sp>
        <p:nvSpPr>
          <p:cNvPr id="6" name="">
            <a:extLst xmlns:a="http://schemas.openxmlformats.org/drawingml/2006/main">
              <a:ext uri="{FF2B5EF4-FFF2-40B4-BE49-F238E27FC236}">
                <a16:creationId xmlns:a16="http://schemas.microsoft.com/office/drawing/2014/main" id="{CC357EC1-65BF-4B9C-8994-D58D29671D55}"/>
              </a:ext>
            </a:extLst>
          </p:cNvPr>
          <p:cNvSpPr>
            <a:spLocks xmlns:a="http://schemas.openxmlformats.org/drawingml/2006/main" noGrp="1"/>
          </p:cNvSpPr>
          <p:nvPr/>
        </p:nvSpPr>
        <p:spPr>
          <a:xfrm xmlns:a="http://schemas.openxmlformats.org/drawingml/2006/main">
            <a:off x="590550" y="1562100"/>
            <a:ext cx="11010900" cy="457200"/>
          </a:xfrm>
          <a:prstGeom xmlns:a="http://schemas.openxmlformats.org/drawingml/2006/main" prst="rect">
            <a:avLst/>
          </a:prstGeom>
          <a:solidFill xmlns:a="http://schemas.openxmlformats.org/drawingml/2006/main">
            <a:srgbClr val="172452"/>
          </a:solidFill>
          <a:ln xmlns:a="http://schemas.openxmlformats.org/drawingml/2006/main" w="9525">
            <a:solidFill>
              <a:srgbClr val="172452"/>
            </a:solidFill>
            <a:prstDash val="solid"/>
          </a:ln>
        </p:spPr>
      </p:sp>
      <p:sp>
        <p:nvSpPr>
          <p:cNvPr id="7" name="">
            <a:extLst xmlns:a="http://schemas.openxmlformats.org/drawingml/2006/main">
              <a:ext uri="{FF2B5EF4-FFF2-40B4-BE49-F238E27FC236}">
                <a16:creationId xmlns:a16="http://schemas.microsoft.com/office/drawing/2014/main" id="{93C4E144-2F1C-4A3C-8B4A-498429419DAF}"/>
              </a:ext>
            </a:extLst>
          </p:cNvPr>
          <p:cNvSpPr>
            <a:spLocks xmlns:a="http://schemas.openxmlformats.org/drawingml/2006/main" noGrp="1"/>
          </p:cNvSpPr>
          <p:nvPr/>
        </p:nvSpPr>
        <p:spPr>
          <a:xfrm xmlns:a="http://schemas.openxmlformats.org/drawingml/2006/main">
            <a:off x="704850" y="1647825"/>
            <a:ext cx="914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FFFFF"/>
                </a:solidFill>
                <a:latin typeface="Yu Gothic"/>
                <a:ea typeface="Yu Gothic"/>
                <a:cs typeface="Yu Gothic"/>
              </a:defRPr>
            </a:pPr>
            <a:r>
              <a:rPr sz="1200" b="1">
                <a:solidFill>
                  <a:srgbClr val="FFFFFF"/>
                </a:solidFill>
                <a:latin typeface="Yu Gothic"/>
                <a:ea typeface="Yu Gothic"/>
                <a:cs typeface="Yu Gothic"/>
              </a:rPr>
              <a:t>段階</a:t>
            </a:r>
          </a:p>
        </p:txBody>
      </p:sp>
      <p:sp>
        <p:nvSpPr>
          <p:cNvPr id="8" name="">
            <a:extLst xmlns:a="http://schemas.openxmlformats.org/drawingml/2006/main">
              <a:ext uri="{FF2B5EF4-FFF2-40B4-BE49-F238E27FC236}">
                <a16:creationId xmlns:a16="http://schemas.microsoft.com/office/drawing/2014/main" id="{7DE6B0A7-AA47-4B82-A880-C040AA4BB6AA}"/>
              </a:ext>
            </a:extLst>
          </p:cNvPr>
          <p:cNvSpPr>
            <a:spLocks xmlns:a="http://schemas.openxmlformats.org/drawingml/2006/main" noGrp="1"/>
          </p:cNvSpPr>
          <p:nvPr/>
        </p:nvSpPr>
        <p:spPr>
          <a:xfrm xmlns:a="http://schemas.openxmlformats.org/drawingml/2006/main">
            <a:off x="1847850" y="1647825"/>
            <a:ext cx="4533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FFFFF"/>
                </a:solidFill>
                <a:latin typeface="Yu Gothic"/>
                <a:ea typeface="Yu Gothic"/>
                <a:cs typeface="Yu Gothic"/>
              </a:defRPr>
            </a:pPr>
            <a:r>
              <a:rPr sz="1200" b="1">
                <a:solidFill>
                  <a:srgbClr val="FFFFFF"/>
                </a:solidFill>
                <a:latin typeface="Yu Gothic"/>
                <a:ea typeface="Yu Gothic"/>
                <a:cs typeface="Yu Gothic"/>
              </a:rPr>
              <a:t>人がプロンプトで依頼すること</a:t>
            </a:r>
          </a:p>
        </p:txBody>
      </p:sp>
      <p:sp>
        <p:nvSpPr>
          <p:cNvPr id="9" name="">
            <a:extLst xmlns:a="http://schemas.openxmlformats.org/drawingml/2006/main">
              <a:ext uri="{FF2B5EF4-FFF2-40B4-BE49-F238E27FC236}">
                <a16:creationId xmlns:a16="http://schemas.microsoft.com/office/drawing/2014/main" id="{DBB43D3B-F2AF-4117-B7EA-5465DB639706}"/>
              </a:ext>
            </a:extLst>
          </p:cNvPr>
          <p:cNvSpPr>
            <a:spLocks xmlns:a="http://schemas.openxmlformats.org/drawingml/2006/main" noGrp="1"/>
          </p:cNvSpPr>
          <p:nvPr/>
        </p:nvSpPr>
        <p:spPr>
          <a:xfrm xmlns:a="http://schemas.openxmlformats.org/drawingml/2006/main">
            <a:off x="6610350" y="1647825"/>
            <a:ext cx="4876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FFFFF"/>
                </a:solidFill>
                <a:latin typeface="Yu Gothic"/>
                <a:ea typeface="Yu Gothic"/>
                <a:cs typeface="Yu Gothic"/>
              </a:defRPr>
            </a:pPr>
            <a:r>
              <a:rPr sz="1200" b="1">
                <a:solidFill>
                  <a:srgbClr val="FFFFFF"/>
                </a:solidFill>
                <a:latin typeface="Yu Gothic"/>
                <a:ea typeface="Yu Gothic"/>
                <a:cs typeface="Yu Gothic"/>
              </a:rPr>
              <a:t>AIが生成/登録するもの</a:t>
            </a:r>
          </a:p>
        </p:txBody>
      </p:sp>
      <p:sp>
        <p:nvSpPr>
          <p:cNvPr id="10" name="">
            <a:extLst xmlns:a="http://schemas.openxmlformats.org/drawingml/2006/main">
              <a:ext uri="{FF2B5EF4-FFF2-40B4-BE49-F238E27FC236}">
                <a16:creationId xmlns:a16="http://schemas.microsoft.com/office/drawing/2014/main" id="{A22B914A-9D9E-4656-943B-DD5DA09B1536}"/>
              </a:ext>
            </a:extLst>
          </p:cNvPr>
          <p:cNvSpPr>
            <a:spLocks xmlns:a="http://schemas.openxmlformats.org/drawingml/2006/main" noGrp="1"/>
          </p:cNvSpPr>
          <p:nvPr/>
        </p:nvSpPr>
        <p:spPr>
          <a:xfrm xmlns:a="http://schemas.openxmlformats.org/drawingml/2006/main">
            <a:off x="590550" y="2019300"/>
            <a:ext cx="11010900" cy="457200"/>
          </a:xfrm>
          <a:prstGeom xmlns:a="http://schemas.openxmlformats.org/drawingml/2006/main" prst="rect">
            <a:avLst/>
          </a:prstGeom>
          <a:solidFill xmlns:a="http://schemas.openxmlformats.org/drawingml/2006/main">
            <a:srgbClr val="FBF8F2"/>
          </a:solidFill>
          <a:ln xmlns:a="http://schemas.openxmlformats.org/drawingml/2006/main" w="9525">
            <a:solidFill>
              <a:srgbClr val="D5CEC4"/>
            </a:solidFill>
            <a:prstDash val="solid"/>
          </a:ln>
        </p:spPr>
      </p:sp>
      <p:sp>
        <p:nvSpPr>
          <p:cNvPr id="11" name="">
            <a:extLst xmlns:a="http://schemas.openxmlformats.org/drawingml/2006/main">
              <a:ext uri="{FF2B5EF4-FFF2-40B4-BE49-F238E27FC236}">
                <a16:creationId xmlns:a16="http://schemas.microsoft.com/office/drawing/2014/main" id="{0FF34983-A223-4A2F-8D81-0FCE7C953561}"/>
              </a:ext>
            </a:extLst>
          </p:cNvPr>
          <p:cNvSpPr>
            <a:spLocks xmlns:a="http://schemas.openxmlformats.org/drawingml/2006/main" noGrp="1"/>
          </p:cNvSpPr>
          <p:nvPr/>
        </p:nvSpPr>
        <p:spPr>
          <a:xfrm xmlns:a="http://schemas.openxmlformats.org/drawingml/2006/main">
            <a:off x="704850" y="2105025"/>
            <a:ext cx="914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4204A"/>
                </a:solidFill>
                <a:latin typeface="Yu Gothic"/>
                <a:ea typeface="Yu Gothic"/>
                <a:cs typeface="Yu Gothic"/>
              </a:defRPr>
            </a:pPr>
            <a:r>
              <a:rPr sz="1050" b="1">
                <a:solidFill>
                  <a:srgbClr val="14204A"/>
                </a:solidFill>
                <a:latin typeface="Yu Gothic"/>
                <a:ea typeface="Yu Gothic"/>
                <a:cs typeface="Yu Gothic"/>
              </a:rPr>
              <a:t>Demo 2</a:t>
            </a:r>
          </a:p>
        </p:txBody>
      </p:sp>
      <p:sp>
        <p:nvSpPr>
          <p:cNvPr id="12" name="">
            <a:extLst xmlns:a="http://schemas.openxmlformats.org/drawingml/2006/main">
              <a:ext uri="{FF2B5EF4-FFF2-40B4-BE49-F238E27FC236}">
                <a16:creationId xmlns:a16="http://schemas.microsoft.com/office/drawing/2014/main" id="{938944E5-2505-46D6-BAED-1FA4AF105D23}"/>
              </a:ext>
            </a:extLst>
          </p:cNvPr>
          <p:cNvSpPr>
            <a:spLocks xmlns:a="http://schemas.openxmlformats.org/drawingml/2006/main" noGrp="1"/>
          </p:cNvSpPr>
          <p:nvPr/>
        </p:nvSpPr>
        <p:spPr>
          <a:xfrm xmlns:a="http://schemas.openxmlformats.org/drawingml/2006/main">
            <a:off x="1847850" y="2105025"/>
            <a:ext cx="4533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2607A"/>
                </a:solidFill>
                <a:latin typeface="Yu Gothic"/>
                <a:ea typeface="Yu Gothic"/>
                <a:cs typeface="Yu Gothic"/>
              </a:defRPr>
            </a:pPr>
            <a:r>
              <a:rPr sz="1050" b="0">
                <a:solidFill>
                  <a:srgbClr val="52607A"/>
                </a:solidFill>
                <a:latin typeface="Yu Gothic"/>
                <a:ea typeface="Yu Gothic"/>
                <a:cs typeface="Yu Gothic"/>
              </a:rPr>
              <a:t>観点表を出し、採用観点だけをテスト化</a:t>
            </a:r>
          </a:p>
        </p:txBody>
      </p:sp>
      <p:sp>
        <p:nvSpPr>
          <p:cNvPr id="13" name="">
            <a:extLst xmlns:a="http://schemas.openxmlformats.org/drawingml/2006/main">
              <a:ext uri="{FF2B5EF4-FFF2-40B4-BE49-F238E27FC236}">
                <a16:creationId xmlns:a16="http://schemas.microsoft.com/office/drawing/2014/main" id="{881EB040-DAAB-47E1-869C-C77F819D5428}"/>
              </a:ext>
            </a:extLst>
          </p:cNvPr>
          <p:cNvSpPr>
            <a:spLocks xmlns:a="http://schemas.openxmlformats.org/drawingml/2006/main" noGrp="1"/>
          </p:cNvSpPr>
          <p:nvPr/>
        </p:nvSpPr>
        <p:spPr>
          <a:xfrm xmlns:a="http://schemas.openxmlformats.org/drawingml/2006/main">
            <a:off x="6610350" y="2105025"/>
            <a:ext cx="4876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2607A"/>
                </a:solidFill>
                <a:latin typeface="Yu Gothic"/>
                <a:ea typeface="Yu Gothic"/>
                <a:cs typeface="Yu Gothic"/>
              </a:defRPr>
            </a:pPr>
            <a:r>
              <a:rPr sz="1050" b="0">
                <a:solidFill>
                  <a:srgbClr val="52607A"/>
                </a:solidFill>
                <a:latin typeface="Yu Gothic"/>
                <a:ea typeface="Yu Gothic"/>
                <a:cs typeface="Yu Gothic"/>
              </a:rPr>
              <a:t>tests/*.test.js / tests/testHelper.js</a:t>
            </a:r>
          </a:p>
        </p:txBody>
      </p:sp>
      <p:sp>
        <p:nvSpPr>
          <p:cNvPr id="14" name="">
            <a:extLst xmlns:a="http://schemas.openxmlformats.org/drawingml/2006/main">
              <a:ext uri="{FF2B5EF4-FFF2-40B4-BE49-F238E27FC236}">
                <a16:creationId xmlns:a16="http://schemas.microsoft.com/office/drawing/2014/main" id="{CA9E193F-655C-4934-9318-31E532E1066D}"/>
              </a:ext>
            </a:extLst>
          </p:cNvPr>
          <p:cNvSpPr>
            <a:spLocks xmlns:a="http://schemas.openxmlformats.org/drawingml/2006/main" noGrp="1"/>
          </p:cNvSpPr>
          <p:nvPr/>
        </p:nvSpPr>
        <p:spPr>
          <a:xfrm xmlns:a="http://schemas.openxmlformats.org/drawingml/2006/main">
            <a:off x="590550" y="2476500"/>
            <a:ext cx="11010900" cy="457200"/>
          </a:xfrm>
          <a:prstGeom xmlns:a="http://schemas.openxmlformats.org/drawingml/2006/main" prst="rect">
            <a:avLst/>
          </a:prstGeom>
          <a:solidFill xmlns:a="http://schemas.openxmlformats.org/drawingml/2006/main">
            <a:srgbClr val="F3EEE7"/>
          </a:solidFill>
          <a:ln xmlns:a="http://schemas.openxmlformats.org/drawingml/2006/main" w="9525">
            <a:solidFill>
              <a:srgbClr val="D5CEC4"/>
            </a:solidFill>
            <a:prstDash val="solid"/>
          </a:ln>
        </p:spPr>
      </p:sp>
      <p:sp>
        <p:nvSpPr>
          <p:cNvPr id="15" name="">
            <a:extLst xmlns:a="http://schemas.openxmlformats.org/drawingml/2006/main">
              <a:ext uri="{FF2B5EF4-FFF2-40B4-BE49-F238E27FC236}">
                <a16:creationId xmlns:a16="http://schemas.microsoft.com/office/drawing/2014/main" id="{32549182-03D8-4783-AEAC-C1ABEB4B75FA}"/>
              </a:ext>
            </a:extLst>
          </p:cNvPr>
          <p:cNvSpPr>
            <a:spLocks xmlns:a="http://schemas.openxmlformats.org/drawingml/2006/main" noGrp="1"/>
          </p:cNvSpPr>
          <p:nvPr/>
        </p:nvSpPr>
        <p:spPr>
          <a:xfrm xmlns:a="http://schemas.openxmlformats.org/drawingml/2006/main">
            <a:off x="704850" y="2562225"/>
            <a:ext cx="914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4204A"/>
                </a:solidFill>
                <a:latin typeface="Yu Gothic"/>
                <a:ea typeface="Yu Gothic"/>
                <a:cs typeface="Yu Gothic"/>
              </a:defRPr>
            </a:pPr>
            <a:r>
              <a:rPr sz="1050" b="1">
                <a:solidFill>
                  <a:srgbClr val="14204A"/>
                </a:solidFill>
                <a:latin typeface="Yu Gothic"/>
                <a:ea typeface="Yu Gothic"/>
                <a:cs typeface="Yu Gothic"/>
              </a:rPr>
              <a:t>Demo 3</a:t>
            </a:r>
          </a:p>
        </p:txBody>
      </p:sp>
      <p:sp>
        <p:nvSpPr>
          <p:cNvPr id="16" name="">
            <a:extLst xmlns:a="http://schemas.openxmlformats.org/drawingml/2006/main">
              <a:ext uri="{FF2B5EF4-FFF2-40B4-BE49-F238E27FC236}">
                <a16:creationId xmlns:a16="http://schemas.microsoft.com/office/drawing/2014/main" id="{1584CA0A-0DE3-4D58-B769-BA3AF5BF4126}"/>
              </a:ext>
            </a:extLst>
          </p:cNvPr>
          <p:cNvSpPr>
            <a:spLocks xmlns:a="http://schemas.openxmlformats.org/drawingml/2006/main" noGrp="1"/>
          </p:cNvSpPr>
          <p:nvPr/>
        </p:nvSpPr>
        <p:spPr>
          <a:xfrm xmlns:a="http://schemas.openxmlformats.org/drawingml/2006/main">
            <a:off x="1847850" y="2562225"/>
            <a:ext cx="4533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2607A"/>
                </a:solidFill>
                <a:latin typeface="Yu Gothic"/>
                <a:ea typeface="Yu Gothic"/>
                <a:cs typeface="Yu Gothic"/>
              </a:defRPr>
            </a:pPr>
            <a:r>
              <a:rPr sz="1050" b="0">
                <a:solidFill>
                  <a:srgbClr val="52607A"/>
                </a:solidFill>
                <a:latin typeface="Yu Gothic"/>
                <a:ea typeface="Yu Gothic"/>
                <a:cs typeface="Yu Gothic"/>
              </a:rPr>
              <a:t>送料無料判定を1つのpolicy moduleへ集約</a:t>
            </a:r>
          </a:p>
        </p:txBody>
      </p:sp>
      <p:sp>
        <p:nvSpPr>
          <p:cNvPr id="17" name="">
            <a:extLst xmlns:a="http://schemas.openxmlformats.org/drawingml/2006/main">
              <a:ext uri="{FF2B5EF4-FFF2-40B4-BE49-F238E27FC236}">
                <a16:creationId xmlns:a16="http://schemas.microsoft.com/office/drawing/2014/main" id="{A2367D52-AB61-478A-9B0B-5DE11387F2FB}"/>
              </a:ext>
            </a:extLst>
          </p:cNvPr>
          <p:cNvSpPr>
            <a:spLocks xmlns:a="http://schemas.openxmlformats.org/drawingml/2006/main" noGrp="1"/>
          </p:cNvSpPr>
          <p:nvPr/>
        </p:nvSpPr>
        <p:spPr>
          <a:xfrm xmlns:a="http://schemas.openxmlformats.org/drawingml/2006/main">
            <a:off x="6610350" y="2562225"/>
            <a:ext cx="4876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2607A"/>
                </a:solidFill>
                <a:latin typeface="Yu Gothic"/>
                <a:ea typeface="Yu Gothic"/>
                <a:cs typeface="Yu Gothic"/>
              </a:defRPr>
            </a:pPr>
            <a:r>
              <a:rPr sz="1050" b="0">
                <a:solidFill>
                  <a:srgbClr val="52607A"/>
                </a:solidFill>
                <a:latin typeface="Yu Gothic"/>
                <a:ea typeface="Yu Gothic"/>
                <a:cs typeface="Yu Gothic"/>
              </a:rPr>
              <a:t>freeShippingPolicy.js / orderEstimateService.js / promotionService.js</a:t>
            </a:r>
          </a:p>
        </p:txBody>
      </p:sp>
      <p:sp>
        <p:nvSpPr>
          <p:cNvPr id="18" name="">
            <a:extLst xmlns:a="http://schemas.openxmlformats.org/drawingml/2006/main">
              <a:ext uri="{FF2B5EF4-FFF2-40B4-BE49-F238E27FC236}">
                <a16:creationId xmlns:a16="http://schemas.microsoft.com/office/drawing/2014/main" id="{A21258DD-D635-4C63-B0F7-4611082F4529}"/>
              </a:ext>
            </a:extLst>
          </p:cNvPr>
          <p:cNvSpPr>
            <a:spLocks xmlns:a="http://schemas.openxmlformats.org/drawingml/2006/main" noGrp="1"/>
          </p:cNvSpPr>
          <p:nvPr/>
        </p:nvSpPr>
        <p:spPr>
          <a:xfrm xmlns:a="http://schemas.openxmlformats.org/drawingml/2006/main">
            <a:off x="590550" y="2933700"/>
            <a:ext cx="11010900" cy="457200"/>
          </a:xfrm>
          <a:prstGeom xmlns:a="http://schemas.openxmlformats.org/drawingml/2006/main" prst="rect">
            <a:avLst/>
          </a:prstGeom>
          <a:solidFill xmlns:a="http://schemas.openxmlformats.org/drawingml/2006/main">
            <a:srgbClr val="FBF8F2"/>
          </a:solidFill>
          <a:ln xmlns:a="http://schemas.openxmlformats.org/drawingml/2006/main" w="9525">
            <a:solidFill>
              <a:srgbClr val="D5CEC4"/>
            </a:solidFill>
            <a:prstDash val="solid"/>
          </a:ln>
        </p:spPr>
      </p:sp>
      <p:sp>
        <p:nvSpPr>
          <p:cNvPr id="19" name="">
            <a:extLst xmlns:a="http://schemas.openxmlformats.org/drawingml/2006/main">
              <a:ext uri="{FF2B5EF4-FFF2-40B4-BE49-F238E27FC236}">
                <a16:creationId xmlns:a16="http://schemas.microsoft.com/office/drawing/2014/main" id="{D4E745EE-670E-4ABC-B2CE-0D4DC2F5B09B}"/>
              </a:ext>
            </a:extLst>
          </p:cNvPr>
          <p:cNvSpPr>
            <a:spLocks xmlns:a="http://schemas.openxmlformats.org/drawingml/2006/main" noGrp="1"/>
          </p:cNvSpPr>
          <p:nvPr/>
        </p:nvSpPr>
        <p:spPr>
          <a:xfrm xmlns:a="http://schemas.openxmlformats.org/drawingml/2006/main">
            <a:off x="704850" y="3019425"/>
            <a:ext cx="914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4204A"/>
                </a:solidFill>
                <a:latin typeface="Yu Gothic"/>
                <a:ea typeface="Yu Gothic"/>
                <a:cs typeface="Yu Gothic"/>
              </a:defRPr>
            </a:pPr>
            <a:r>
              <a:rPr sz="1050" b="1">
                <a:solidFill>
                  <a:srgbClr val="14204A"/>
                </a:solidFill>
                <a:latin typeface="Yu Gothic"/>
                <a:ea typeface="Yu Gothic"/>
                <a:cs typeface="Yu Gothic"/>
              </a:rPr>
              <a:t>Demo 3</a:t>
            </a:r>
          </a:p>
        </p:txBody>
      </p:sp>
      <p:sp>
        <p:nvSpPr>
          <p:cNvPr id="20" name="">
            <a:extLst xmlns:a="http://schemas.openxmlformats.org/drawingml/2006/main">
              <a:ext uri="{FF2B5EF4-FFF2-40B4-BE49-F238E27FC236}">
                <a16:creationId xmlns:a16="http://schemas.microsoft.com/office/drawing/2014/main" id="{EF452EFC-D752-4CAC-9F86-D6A1FCCC646B}"/>
              </a:ext>
            </a:extLst>
          </p:cNvPr>
          <p:cNvSpPr>
            <a:spLocks xmlns:a="http://schemas.openxmlformats.org/drawingml/2006/main" noGrp="1"/>
          </p:cNvSpPr>
          <p:nvPr/>
        </p:nvSpPr>
        <p:spPr>
          <a:xfrm xmlns:a="http://schemas.openxmlformats.org/drawingml/2006/main">
            <a:off x="1847850" y="3019425"/>
            <a:ext cx="4533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2607A"/>
                </a:solidFill>
                <a:latin typeface="Yu Gothic"/>
                <a:ea typeface="Yu Gothic"/>
                <a:cs typeface="Yu Gothic"/>
              </a:defRPr>
            </a:pPr>
            <a:r>
              <a:rPr sz="1050" b="0">
                <a:solidFill>
                  <a:srgbClr val="52607A"/>
                </a:solidFill>
                <a:latin typeface="Yu Gothic"/>
                <a:ea typeface="Yu Gothic"/>
                <a:cs typeface="Yu Gothic"/>
              </a:rPr>
              <a:t>責務境界を文書化し、policy sensorを登録</a:t>
            </a:r>
          </a:p>
        </p:txBody>
      </p:sp>
      <p:sp>
        <p:nvSpPr>
          <p:cNvPr id="21" name="">
            <a:extLst xmlns:a="http://schemas.openxmlformats.org/drawingml/2006/main">
              <a:ext uri="{FF2B5EF4-FFF2-40B4-BE49-F238E27FC236}">
                <a16:creationId xmlns:a16="http://schemas.microsoft.com/office/drawing/2014/main" id="{9507339C-6FB5-4E8E-81FC-58450A7732D3}"/>
              </a:ext>
            </a:extLst>
          </p:cNvPr>
          <p:cNvSpPr>
            <a:spLocks xmlns:a="http://schemas.openxmlformats.org/drawingml/2006/main" noGrp="1"/>
          </p:cNvSpPr>
          <p:nvPr/>
        </p:nvSpPr>
        <p:spPr>
          <a:xfrm xmlns:a="http://schemas.openxmlformats.org/drawingml/2006/main">
            <a:off x="6610350" y="3019425"/>
            <a:ext cx="4876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2607A"/>
                </a:solidFill>
                <a:latin typeface="Yu Gothic"/>
                <a:ea typeface="Yu Gothic"/>
                <a:cs typeface="Yu Gothic"/>
              </a:defRPr>
            </a:pPr>
            <a:r>
              <a:rPr sz="1050" b="0">
                <a:solidFill>
                  <a:srgbClr val="52607A"/>
                </a:solidFill>
                <a:latin typeface="Yu Gothic"/>
                <a:ea typeface="Yu Gothic"/>
                <a:cs typeface="Yu Gothic"/>
              </a:rPr>
              <a:t>order-estimate-boundaries.md / check-policy-boundary.js / run-sensors.js / package.json</a:t>
            </a:r>
          </a:p>
        </p:txBody>
      </p:sp>
      <p:sp>
        <p:nvSpPr>
          <p:cNvPr id="22" name="">
            <a:extLst xmlns:a="http://schemas.openxmlformats.org/drawingml/2006/main">
              <a:ext uri="{FF2B5EF4-FFF2-40B4-BE49-F238E27FC236}">
                <a16:creationId xmlns:a16="http://schemas.microsoft.com/office/drawing/2014/main" id="{CFE56827-7D64-4AE3-85EB-3F830FE44E9E}"/>
              </a:ext>
            </a:extLst>
          </p:cNvPr>
          <p:cNvSpPr>
            <a:spLocks xmlns:a="http://schemas.openxmlformats.org/drawingml/2006/main" noGrp="1"/>
          </p:cNvSpPr>
          <p:nvPr/>
        </p:nvSpPr>
        <p:spPr>
          <a:xfrm xmlns:a="http://schemas.openxmlformats.org/drawingml/2006/main">
            <a:off x="1619250" y="5105400"/>
            <a:ext cx="895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C85B1A"/>
                </a:solidFill>
                <a:latin typeface="Yu Gothic"/>
                <a:ea typeface="Yu Gothic"/>
                <a:cs typeface="Yu Gothic"/>
              </a:defRPr>
            </a:pPr>
            <a:r>
              <a:rPr sz="1800" b="1">
                <a:solidFill>
                  <a:srgbClr val="C85B1A"/>
                </a:solidFill>
                <a:latin typeface="Yu Gothic"/>
                <a:ea typeface="Yu Gothic"/>
                <a:cs typeface="Yu Gothic"/>
              </a:rPr>
              <a:t>ここまでで、既存挙動のテストとpolicy境界センサーが揃った。</a:t>
            </a:r>
          </a:p>
        </p:txBody>
      </p:sp>
      <p:sp>
        <p:nvSpPr>
          <p:cNvPr id="23" name="">
            <a:extLst xmlns:a="http://schemas.openxmlformats.org/drawingml/2006/main">
              <a:ext uri="{FF2B5EF4-FFF2-40B4-BE49-F238E27FC236}">
                <a16:creationId xmlns:a16="http://schemas.microsoft.com/office/drawing/2014/main" id="{902F9200-0275-463D-AC3B-57B2F45BD10A}"/>
              </a:ext>
            </a:extLst>
          </p:cNvPr>
          <p:cNvSpPr>
            <a:spLocks xmlns:a="http://schemas.openxmlformats.org/drawingml/2006/main" noGrp="1"/>
          </p:cNvSpPr>
          <p:nvPr/>
        </p:nvSpPr>
        <p:spPr>
          <a:xfrm xmlns:a="http://schemas.openxmlformats.org/drawingml/2006/main">
            <a:off x="685800" y="5734050"/>
            <a:ext cx="1657350" cy="476250"/>
          </a:xfrm>
          <a:prstGeom xmlns:a="http://schemas.openxmlformats.org/drawingml/2006/main" prst="rect">
            <a:avLst/>
          </a:prstGeom>
          <a:solidFill xmlns:a="http://schemas.openxmlformats.org/drawingml/2006/main">
            <a:srgbClr val="E4DED4"/>
          </a:solidFill>
          <a:ln xmlns:a="http://schemas.openxmlformats.org/drawingml/2006/main" w="9525">
            <a:solidFill>
              <a:srgbClr val="E4DED4"/>
            </a:solidFill>
            <a:prstDash val="solid"/>
          </a:ln>
        </p:spPr>
      </p:sp>
      <p:sp>
        <p:nvSpPr>
          <p:cNvPr id="24" name="">
            <a:extLst xmlns:a="http://schemas.openxmlformats.org/drawingml/2006/main">
              <a:ext uri="{FF2B5EF4-FFF2-40B4-BE49-F238E27FC236}">
                <a16:creationId xmlns:a16="http://schemas.microsoft.com/office/drawing/2014/main" id="{86AA296F-36BE-4687-81DC-BE4C186ADEEF}"/>
              </a:ext>
            </a:extLst>
          </p:cNvPr>
          <p:cNvSpPr>
            <a:spLocks xmlns:a="http://schemas.openxmlformats.org/drawingml/2006/main" noGrp="1"/>
          </p:cNvSpPr>
          <p:nvPr/>
        </p:nvSpPr>
        <p:spPr>
          <a:xfrm xmlns:a="http://schemas.openxmlformats.org/drawingml/2006/main">
            <a:off x="8001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L0</a:t>
            </a:r>
          </a:p>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開始前</a:t>
            </a:r>
          </a:p>
        </p:txBody>
      </p:sp>
      <p:sp>
        <p:nvSpPr>
          <p:cNvPr id="25" name="">
            <a:extLst xmlns:a="http://schemas.openxmlformats.org/drawingml/2006/main">
              <a:ext uri="{FF2B5EF4-FFF2-40B4-BE49-F238E27FC236}">
                <a16:creationId xmlns:a16="http://schemas.microsoft.com/office/drawing/2014/main" id="{9EFAAFCA-9FFF-4C6A-B529-901E4E078D8A}"/>
              </a:ext>
            </a:extLst>
          </p:cNvPr>
          <p:cNvSpPr>
            <a:spLocks xmlns:a="http://schemas.openxmlformats.org/drawingml/2006/main" noGrp="1"/>
          </p:cNvSpPr>
          <p:nvPr/>
        </p:nvSpPr>
        <p:spPr>
          <a:xfrm xmlns:a="http://schemas.openxmlformats.org/drawingml/2006/main">
            <a:off x="2438400" y="5734050"/>
            <a:ext cx="1657350" cy="476250"/>
          </a:xfrm>
          <a:prstGeom xmlns:a="http://schemas.openxmlformats.org/drawingml/2006/main" prst="rect">
            <a:avLst/>
          </a:prstGeom>
          <a:solidFill xmlns:a="http://schemas.openxmlformats.org/drawingml/2006/main">
            <a:srgbClr val="E4DED4"/>
          </a:solidFill>
          <a:ln xmlns:a="http://schemas.openxmlformats.org/drawingml/2006/main" w="9525">
            <a:solidFill>
              <a:srgbClr val="E4DED4"/>
            </a:solidFill>
            <a:prstDash val="solid"/>
          </a:ln>
        </p:spPr>
      </p:sp>
      <p:sp>
        <p:nvSpPr>
          <p:cNvPr id="26" name="">
            <a:extLst xmlns:a="http://schemas.openxmlformats.org/drawingml/2006/main">
              <a:ext uri="{FF2B5EF4-FFF2-40B4-BE49-F238E27FC236}">
                <a16:creationId xmlns:a16="http://schemas.microsoft.com/office/drawing/2014/main" id="{4F2F92A3-D47E-45BE-B9EC-235D392E653D}"/>
              </a:ext>
            </a:extLst>
          </p:cNvPr>
          <p:cNvSpPr>
            <a:spLocks xmlns:a="http://schemas.openxmlformats.org/drawingml/2006/main" noGrp="1"/>
          </p:cNvSpPr>
          <p:nvPr/>
        </p:nvSpPr>
        <p:spPr>
          <a:xfrm xmlns:a="http://schemas.openxmlformats.org/drawingml/2006/main">
            <a:off x="25527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L1</a:t>
            </a:r>
          </a:p>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変更</a:t>
            </a:r>
          </a:p>
        </p:txBody>
      </p:sp>
      <p:sp>
        <p:nvSpPr>
          <p:cNvPr id="27" name="">
            <a:extLst xmlns:a="http://schemas.openxmlformats.org/drawingml/2006/main">
              <a:ext uri="{FF2B5EF4-FFF2-40B4-BE49-F238E27FC236}">
                <a16:creationId xmlns:a16="http://schemas.microsoft.com/office/drawing/2014/main" id="{E820E7E9-B9E3-4FF9-996C-B8CC5983CB39}"/>
              </a:ext>
            </a:extLst>
          </p:cNvPr>
          <p:cNvSpPr>
            <a:spLocks xmlns:a="http://schemas.openxmlformats.org/drawingml/2006/main" noGrp="1"/>
          </p:cNvSpPr>
          <p:nvPr/>
        </p:nvSpPr>
        <p:spPr>
          <a:xfrm xmlns:a="http://schemas.openxmlformats.org/drawingml/2006/main">
            <a:off x="4191000" y="5734050"/>
            <a:ext cx="1657350" cy="476250"/>
          </a:xfrm>
          <a:prstGeom xmlns:a="http://schemas.openxmlformats.org/drawingml/2006/main" prst="rect">
            <a:avLst/>
          </a:prstGeom>
          <a:solidFill xmlns:a="http://schemas.openxmlformats.org/drawingml/2006/main">
            <a:srgbClr val="E4DED4"/>
          </a:solidFill>
          <a:ln xmlns:a="http://schemas.openxmlformats.org/drawingml/2006/main" w="9525">
            <a:solidFill>
              <a:srgbClr val="E4DED4"/>
            </a:solidFill>
            <a:prstDash val="solid"/>
          </a:ln>
        </p:spPr>
      </p:sp>
      <p:sp>
        <p:nvSpPr>
          <p:cNvPr id="28" name="">
            <a:extLst xmlns:a="http://schemas.openxmlformats.org/drawingml/2006/main">
              <a:ext uri="{FF2B5EF4-FFF2-40B4-BE49-F238E27FC236}">
                <a16:creationId xmlns:a16="http://schemas.microsoft.com/office/drawing/2014/main" id="{3F4B2762-7850-412B-B56A-4A0F224E6579}"/>
              </a:ext>
            </a:extLst>
          </p:cNvPr>
          <p:cNvSpPr>
            <a:spLocks xmlns:a="http://schemas.openxmlformats.org/drawingml/2006/main" noGrp="1"/>
          </p:cNvSpPr>
          <p:nvPr/>
        </p:nvSpPr>
        <p:spPr>
          <a:xfrm xmlns:a="http://schemas.openxmlformats.org/drawingml/2006/main">
            <a:off x="43053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L2</a:t>
            </a:r>
          </a:p>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挙動</a:t>
            </a:r>
          </a:p>
        </p:txBody>
      </p:sp>
      <p:sp>
        <p:nvSpPr>
          <p:cNvPr id="29" name="">
            <a:extLst xmlns:a="http://schemas.openxmlformats.org/drawingml/2006/main">
              <a:ext uri="{FF2B5EF4-FFF2-40B4-BE49-F238E27FC236}">
                <a16:creationId xmlns:a16="http://schemas.microsoft.com/office/drawing/2014/main" id="{D60447CC-8CEB-4EC8-A7BA-D3FF470B0C37}"/>
              </a:ext>
            </a:extLst>
          </p:cNvPr>
          <p:cNvSpPr>
            <a:spLocks xmlns:a="http://schemas.openxmlformats.org/drawingml/2006/main" noGrp="1"/>
          </p:cNvSpPr>
          <p:nvPr/>
        </p:nvSpPr>
        <p:spPr>
          <a:xfrm xmlns:a="http://schemas.openxmlformats.org/drawingml/2006/main">
            <a:off x="5943600" y="5734050"/>
            <a:ext cx="1657350" cy="476250"/>
          </a:xfrm>
          <a:prstGeom xmlns:a="http://schemas.openxmlformats.org/drawingml/2006/main" prst="rect">
            <a:avLst/>
          </a:prstGeom>
          <a:solidFill xmlns:a="http://schemas.openxmlformats.org/drawingml/2006/main">
            <a:srgbClr val="33824A"/>
          </a:solidFill>
          <a:ln xmlns:a="http://schemas.openxmlformats.org/drawingml/2006/main" w="9525">
            <a:solidFill>
              <a:srgbClr val="33824A"/>
            </a:solidFill>
            <a:prstDash val="solid"/>
          </a:ln>
        </p:spPr>
      </p:sp>
      <p:sp>
        <p:nvSpPr>
          <p:cNvPr id="30" name="">
            <a:extLst xmlns:a="http://schemas.openxmlformats.org/drawingml/2006/main">
              <a:ext uri="{FF2B5EF4-FFF2-40B4-BE49-F238E27FC236}">
                <a16:creationId xmlns:a16="http://schemas.microsoft.com/office/drawing/2014/main" id="{DAA1937D-A821-4988-8F30-36C990FF49B2}"/>
              </a:ext>
            </a:extLst>
          </p:cNvPr>
          <p:cNvSpPr>
            <a:spLocks xmlns:a="http://schemas.openxmlformats.org/drawingml/2006/main" noGrp="1"/>
          </p:cNvSpPr>
          <p:nvPr/>
        </p:nvSpPr>
        <p:spPr>
          <a:xfrm xmlns:a="http://schemas.openxmlformats.org/drawingml/2006/main">
            <a:off x="60579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Yu Gothic"/>
                <a:ea typeface="Yu Gothic"/>
                <a:cs typeface="Yu Gothic"/>
              </a:defRPr>
            </a:pPr>
            <a:r>
              <a:rPr sz="1050" b="1">
                <a:solidFill>
                  <a:srgbClr val="FFFFFF"/>
                </a:solidFill>
                <a:latin typeface="Yu Gothic"/>
                <a:ea typeface="Yu Gothic"/>
                <a:cs typeface="Yu Gothic"/>
              </a:rPr>
              <a:t>L3</a:t>
            </a:r>
          </a:p>
          <a:p xmlns:a="http://schemas.openxmlformats.org/drawingml/2006/main">
            <a:pPr algn="ctr">
              <a:defRPr sz="1050" b="1">
                <a:solidFill>
                  <a:srgbClr val="FFFFFF"/>
                </a:solidFill>
                <a:latin typeface="Yu Gothic"/>
                <a:ea typeface="Yu Gothic"/>
                <a:cs typeface="Yu Gothic"/>
              </a:defRPr>
            </a:pPr>
            <a:r>
              <a:rPr sz="1050" b="1">
                <a:solidFill>
                  <a:srgbClr val="FFFFFF"/>
                </a:solidFill>
                <a:latin typeface="Yu Gothic"/>
                <a:ea typeface="Yu Gothic"/>
                <a:cs typeface="Yu Gothic"/>
              </a:rPr>
              <a:t>構造</a:t>
            </a:r>
          </a:p>
        </p:txBody>
      </p:sp>
      <p:sp>
        <p:nvSpPr>
          <p:cNvPr id="31" name="">
            <a:extLst xmlns:a="http://schemas.openxmlformats.org/drawingml/2006/main">
              <a:ext uri="{FF2B5EF4-FFF2-40B4-BE49-F238E27FC236}">
                <a16:creationId xmlns:a16="http://schemas.microsoft.com/office/drawing/2014/main" id="{D735E1ED-96A2-4EE9-8DFF-14D760999C28}"/>
              </a:ext>
            </a:extLst>
          </p:cNvPr>
          <p:cNvSpPr>
            <a:spLocks xmlns:a="http://schemas.openxmlformats.org/drawingml/2006/main" noGrp="1"/>
          </p:cNvSpPr>
          <p:nvPr/>
        </p:nvSpPr>
        <p:spPr>
          <a:xfrm xmlns:a="http://schemas.openxmlformats.org/drawingml/2006/main">
            <a:off x="7696200" y="5734050"/>
            <a:ext cx="1657350" cy="476250"/>
          </a:xfrm>
          <a:prstGeom xmlns:a="http://schemas.openxmlformats.org/drawingml/2006/main" prst="rect">
            <a:avLst/>
          </a:prstGeom>
          <a:solidFill xmlns:a="http://schemas.openxmlformats.org/drawingml/2006/main">
            <a:srgbClr val="E4DED4"/>
          </a:solidFill>
          <a:ln xmlns:a="http://schemas.openxmlformats.org/drawingml/2006/main" w="9525">
            <a:solidFill>
              <a:srgbClr val="E4DED4"/>
            </a:solidFill>
            <a:prstDash val="solid"/>
          </a:ln>
        </p:spPr>
      </p:sp>
      <p:sp>
        <p:nvSpPr>
          <p:cNvPr id="32" name="">
            <a:extLst xmlns:a="http://schemas.openxmlformats.org/drawingml/2006/main">
              <a:ext uri="{FF2B5EF4-FFF2-40B4-BE49-F238E27FC236}">
                <a16:creationId xmlns:a16="http://schemas.microsoft.com/office/drawing/2014/main" id="{92146063-FCEA-47A3-BFB0-F661C197BD91}"/>
              </a:ext>
            </a:extLst>
          </p:cNvPr>
          <p:cNvSpPr>
            <a:spLocks xmlns:a="http://schemas.openxmlformats.org/drawingml/2006/main" noGrp="1"/>
          </p:cNvSpPr>
          <p:nvPr/>
        </p:nvSpPr>
        <p:spPr>
          <a:xfrm xmlns:a="http://schemas.openxmlformats.org/drawingml/2006/main">
            <a:off x="78105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L4</a:t>
            </a:r>
          </a:p>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候補</a:t>
            </a:r>
          </a:p>
        </p:txBody>
      </p:sp>
      <p:sp>
        <p:nvSpPr>
          <p:cNvPr id="33" name="">
            <a:extLst xmlns:a="http://schemas.openxmlformats.org/drawingml/2006/main">
              <a:ext uri="{FF2B5EF4-FFF2-40B4-BE49-F238E27FC236}">
                <a16:creationId xmlns:a16="http://schemas.microsoft.com/office/drawing/2014/main" id="{92EBD3AF-9650-42D3-B1F9-C8BF8038FEED}"/>
              </a:ext>
            </a:extLst>
          </p:cNvPr>
          <p:cNvSpPr>
            <a:spLocks xmlns:a="http://schemas.openxmlformats.org/drawingml/2006/main" noGrp="1"/>
          </p:cNvSpPr>
          <p:nvPr/>
        </p:nvSpPr>
        <p:spPr>
          <a:xfrm xmlns:a="http://schemas.openxmlformats.org/drawingml/2006/main">
            <a:off x="9448800" y="5734050"/>
            <a:ext cx="1657350" cy="476250"/>
          </a:xfrm>
          <a:prstGeom xmlns:a="http://schemas.openxmlformats.org/drawingml/2006/main" prst="rect">
            <a:avLst/>
          </a:prstGeom>
          <a:solidFill xmlns:a="http://schemas.openxmlformats.org/drawingml/2006/main">
            <a:srgbClr val="E4DED4"/>
          </a:solidFill>
          <a:ln xmlns:a="http://schemas.openxmlformats.org/drawingml/2006/main" w="9525">
            <a:solidFill>
              <a:srgbClr val="E4DED4"/>
            </a:solidFill>
            <a:prstDash val="solid"/>
          </a:ln>
        </p:spPr>
      </p:sp>
      <p:sp>
        <p:nvSpPr>
          <p:cNvPr id="34" name="">
            <a:extLst xmlns:a="http://schemas.openxmlformats.org/drawingml/2006/main">
              <a:ext uri="{FF2B5EF4-FFF2-40B4-BE49-F238E27FC236}">
                <a16:creationId xmlns:a16="http://schemas.microsoft.com/office/drawing/2014/main" id="{62B3C076-C4A6-4074-9A78-29AB97985E5C}"/>
              </a:ext>
            </a:extLst>
          </p:cNvPr>
          <p:cNvSpPr>
            <a:spLocks xmlns:a="http://schemas.openxmlformats.org/drawingml/2006/main" noGrp="1"/>
          </p:cNvSpPr>
          <p:nvPr/>
        </p:nvSpPr>
        <p:spPr>
          <a:xfrm xmlns:a="http://schemas.openxmlformats.org/drawingml/2006/main">
            <a:off x="95631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L5</a:t>
            </a:r>
          </a:p>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介入圧縮</a:t>
            </a:r>
          </a:p>
        </p:txBody>
      </p:sp>
    </p:spTree>
    <p:extLst>
      <p:ext uri="{BB962C8B-B14F-4D97-AF65-F5344CB8AC3E}">
        <p14:creationId xmlns:p14="http://schemas.microsoft.com/office/powerpoint/2010/main" val="1334669976"/>
      </p:ext>
    </p:extLst>
  </p:cSld>
</p:sld>
</file>

<file path=ppt/slides/slide20.xml><?xml version="1.0" encoding="utf-8"?>
<p:sld xmlns:p="http://schemas.openxmlformats.org/presentationml/2006/main">
  <p:cSld>
    <p:bg>
      <p:bgPr>
        <a:solidFill xmlns:a="http://schemas.openxmlformats.org/drawingml/2006/main">
          <a:srgbClr val="ECE7E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FE54197-C67C-4AA9-BDB5-6E06D2CF46F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245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B974DCF-0ACD-4636-898A-396F96A54D8B}"/>
              </a:ext>
            </a:extLst>
          </p:cNvPr>
          <p:cNvSpPr>
            <a:spLocks xmlns:a="http://schemas.openxmlformats.org/drawingml/2006/main" noGrp="1"/>
          </p:cNvSpPr>
          <p:nvPr/>
        </p:nvSpPr>
        <p:spPr>
          <a:xfrm xmlns:a="http://schemas.openxmlformats.org/drawingml/2006/main">
            <a:off x="514350" y="400050"/>
            <a:ext cx="76200" cy="266700"/>
          </a:xfrm>
          <a:prstGeom xmlns:a="http://schemas.openxmlformats.org/drawingml/2006/main" prst="rect">
            <a:avLst/>
          </a:prstGeom>
          <a:solidFill xmlns:a="http://schemas.openxmlformats.org/drawingml/2006/main">
            <a:srgbClr val="33824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E5E21E6-E4A0-4EC0-A7B9-28BF38501CF9}"/>
              </a:ext>
            </a:extLst>
          </p:cNvPr>
          <p:cNvSpPr>
            <a:spLocks xmlns:a="http://schemas.openxmlformats.org/drawingml/2006/main" noGrp="1"/>
          </p:cNvSpPr>
          <p:nvPr/>
        </p:nvSpPr>
        <p:spPr>
          <a:xfrm xmlns:a="http://schemas.openxmlformats.org/drawingml/2006/main">
            <a:off x="704850" y="381000"/>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33824A"/>
                </a:solidFill>
                <a:latin typeface="Yu Gothic"/>
                <a:ea typeface="Yu Gothic"/>
                <a:cs typeface="Yu Gothic"/>
              </a:defRPr>
            </a:pPr>
            <a:r>
              <a:rPr sz="975" b="1">
                <a:solidFill>
                  <a:srgbClr val="33824A"/>
                </a:solidFill>
                <a:latin typeface="Yu Gothic"/>
                <a:ea typeface="Yu Gothic"/>
                <a:cs typeface="Yu Gothic"/>
              </a:rPr>
              <a:t>DEMO 4 GUIDES</a:t>
            </a:r>
          </a:p>
        </p:txBody>
      </p:sp>
      <p:sp>
        <p:nvSpPr>
          <p:cNvPr id="4" name="">
            <a:extLst xmlns:a="http://schemas.openxmlformats.org/drawingml/2006/main">
              <a:ext uri="{FF2B5EF4-FFF2-40B4-BE49-F238E27FC236}">
                <a16:creationId xmlns:a16="http://schemas.microsoft.com/office/drawing/2014/main" id="{D15347F9-795B-4EE2-AD24-CEB201229392}"/>
              </a:ext>
            </a:extLst>
          </p:cNvPr>
          <p:cNvSpPr>
            <a:spLocks xmlns:a="http://schemas.openxmlformats.org/drawingml/2006/main" noGrp="1"/>
          </p:cNvSpPr>
          <p:nvPr/>
        </p:nvSpPr>
        <p:spPr>
          <a:xfrm xmlns:a="http://schemas.openxmlformats.org/drawingml/2006/main">
            <a:off x="533400" y="857250"/>
            <a:ext cx="1000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72452"/>
                </a:solidFill>
                <a:latin typeface="Yu Gothic"/>
                <a:ea typeface="Yu Gothic"/>
                <a:cs typeface="Yu Gothic"/>
              </a:defRPr>
            </a:pPr>
            <a:r>
              <a:rPr sz="2700" b="1">
                <a:solidFill>
                  <a:srgbClr val="172452"/>
                </a:solidFill>
                <a:latin typeface="Yu Gothic"/>
                <a:ea typeface="Yu Gothic"/>
                <a:cs typeface="Yu Gothic"/>
              </a:rPr>
              <a:t>Demo 4の前に、人間が用意しておくGuides</a:t>
            </a:r>
          </a:p>
        </p:txBody>
      </p:sp>
      <p:sp>
        <p:nvSpPr>
          <p:cNvPr id="5" name="">
            <a:extLst xmlns:a="http://schemas.openxmlformats.org/drawingml/2006/main">
              <a:ext uri="{FF2B5EF4-FFF2-40B4-BE49-F238E27FC236}">
                <a16:creationId xmlns:a16="http://schemas.microsoft.com/office/drawing/2014/main" id="{03124A05-410E-46F8-9AE5-9A95CA52A648}"/>
              </a:ext>
            </a:extLst>
          </p:cNvPr>
          <p:cNvSpPr>
            <a:spLocks xmlns:a="http://schemas.openxmlformats.org/drawingml/2006/main" noGrp="1"/>
          </p:cNvSpPr>
          <p:nvPr/>
        </p:nvSpPr>
        <p:spPr>
          <a:xfrm xmlns:a="http://schemas.openxmlformats.org/drawingml/2006/main">
            <a:off x="11125200" y="632460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52607A"/>
                </a:solidFill>
                <a:latin typeface="Yu Gothic"/>
                <a:ea typeface="Yu Gothic"/>
                <a:cs typeface="Yu Gothic"/>
              </a:defRPr>
            </a:pPr>
            <a:r>
              <a:rPr sz="900" b="0">
                <a:solidFill>
                  <a:srgbClr val="52607A"/>
                </a:solidFill>
                <a:latin typeface="Yu Gothic"/>
                <a:ea typeface="Yu Gothic"/>
                <a:cs typeface="Yu Gothic"/>
              </a:rPr>
              <a:t>20</a:t>
            </a:r>
          </a:p>
        </p:txBody>
      </p:sp>
      <p:sp>
        <p:nvSpPr>
          <p:cNvPr id="6" name="">
            <a:extLst xmlns:a="http://schemas.openxmlformats.org/drawingml/2006/main">
              <a:ext uri="{FF2B5EF4-FFF2-40B4-BE49-F238E27FC236}">
                <a16:creationId xmlns:a16="http://schemas.microsoft.com/office/drawing/2014/main" id="{284405C9-1F62-4AB3-9727-44AB358C2542}"/>
              </a:ext>
            </a:extLst>
          </p:cNvPr>
          <p:cNvSpPr>
            <a:spLocks xmlns:a="http://schemas.openxmlformats.org/drawingml/2006/main" noGrp="1"/>
          </p:cNvSpPr>
          <p:nvPr/>
        </p:nvSpPr>
        <p:spPr>
          <a:xfrm xmlns:a="http://schemas.openxmlformats.org/drawingml/2006/main">
            <a:off x="552450" y="1466850"/>
            <a:ext cx="11087100" cy="457200"/>
          </a:xfrm>
          <a:prstGeom xmlns:a="http://schemas.openxmlformats.org/drawingml/2006/main" prst="rect">
            <a:avLst/>
          </a:prstGeom>
          <a:solidFill xmlns:a="http://schemas.openxmlformats.org/drawingml/2006/main">
            <a:srgbClr val="172452"/>
          </a:solidFill>
          <a:ln xmlns:a="http://schemas.openxmlformats.org/drawingml/2006/main" w="9525">
            <a:solidFill>
              <a:srgbClr val="172452"/>
            </a:solidFill>
            <a:prstDash val="solid"/>
          </a:ln>
        </p:spPr>
      </p:sp>
      <p:sp>
        <p:nvSpPr>
          <p:cNvPr id="7" name="">
            <a:extLst xmlns:a="http://schemas.openxmlformats.org/drawingml/2006/main">
              <a:ext uri="{FF2B5EF4-FFF2-40B4-BE49-F238E27FC236}">
                <a16:creationId xmlns:a16="http://schemas.microsoft.com/office/drawing/2014/main" id="{08FC3DEA-B7C8-475B-998F-07AD5A565493}"/>
              </a:ext>
            </a:extLst>
          </p:cNvPr>
          <p:cNvSpPr>
            <a:spLocks xmlns:a="http://schemas.openxmlformats.org/drawingml/2006/main" noGrp="1"/>
          </p:cNvSpPr>
          <p:nvPr/>
        </p:nvSpPr>
        <p:spPr>
          <a:xfrm xmlns:a="http://schemas.openxmlformats.org/drawingml/2006/main">
            <a:off x="666750" y="1552575"/>
            <a:ext cx="1295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FFFFF"/>
                </a:solidFill>
                <a:latin typeface="Yu Gothic"/>
                <a:ea typeface="Yu Gothic"/>
                <a:cs typeface="Yu Gothic"/>
              </a:defRPr>
            </a:pPr>
            <a:r>
              <a:rPr sz="1200" b="1">
                <a:solidFill>
                  <a:srgbClr val="FFFFFF"/>
                </a:solidFill>
                <a:latin typeface="Yu Gothic"/>
                <a:ea typeface="Yu Gothic"/>
                <a:cs typeface="Yu Gothic"/>
              </a:rPr>
              <a:t>ファイル</a:t>
            </a:r>
          </a:p>
        </p:txBody>
      </p:sp>
      <p:sp>
        <p:nvSpPr>
          <p:cNvPr id="8" name="">
            <a:extLst xmlns:a="http://schemas.openxmlformats.org/drawingml/2006/main">
              <a:ext uri="{FF2B5EF4-FFF2-40B4-BE49-F238E27FC236}">
                <a16:creationId xmlns:a16="http://schemas.microsoft.com/office/drawing/2014/main" id="{B254D85C-0CE7-43B2-A387-920EF3B38D85}"/>
              </a:ext>
            </a:extLst>
          </p:cNvPr>
          <p:cNvSpPr>
            <a:spLocks xmlns:a="http://schemas.openxmlformats.org/drawingml/2006/main" noGrp="1"/>
          </p:cNvSpPr>
          <p:nvPr/>
        </p:nvSpPr>
        <p:spPr>
          <a:xfrm xmlns:a="http://schemas.openxmlformats.org/drawingml/2006/main">
            <a:off x="2190750" y="1552575"/>
            <a:ext cx="1295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FFFFF"/>
                </a:solidFill>
                <a:latin typeface="Yu Gothic"/>
                <a:ea typeface="Yu Gothic"/>
                <a:cs typeface="Yu Gothic"/>
              </a:defRPr>
            </a:pPr>
            <a:r>
              <a:rPr sz="1200" b="1">
                <a:solidFill>
                  <a:srgbClr val="FFFFFF"/>
                </a:solidFill>
                <a:latin typeface="Yu Gothic"/>
                <a:ea typeface="Yu Gothic"/>
                <a:cs typeface="Yu Gothic"/>
              </a:rPr>
              <a:t>誰が用意</a:t>
            </a:r>
          </a:p>
        </p:txBody>
      </p:sp>
      <p:sp>
        <p:nvSpPr>
          <p:cNvPr id="9" name="">
            <a:extLst xmlns:a="http://schemas.openxmlformats.org/drawingml/2006/main">
              <a:ext uri="{FF2B5EF4-FFF2-40B4-BE49-F238E27FC236}">
                <a16:creationId xmlns:a16="http://schemas.microsoft.com/office/drawing/2014/main" id="{F2554451-6000-4545-91D8-B1EC94BD9336}"/>
              </a:ext>
            </a:extLst>
          </p:cNvPr>
          <p:cNvSpPr>
            <a:spLocks xmlns:a="http://schemas.openxmlformats.org/drawingml/2006/main" noGrp="1"/>
          </p:cNvSpPr>
          <p:nvPr/>
        </p:nvSpPr>
        <p:spPr>
          <a:xfrm xmlns:a="http://schemas.openxmlformats.org/drawingml/2006/main">
            <a:off x="3714750" y="1552575"/>
            <a:ext cx="7810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FFFFF"/>
                </a:solidFill>
                <a:latin typeface="Yu Gothic"/>
                <a:ea typeface="Yu Gothic"/>
                <a:cs typeface="Yu Gothic"/>
              </a:defRPr>
            </a:pPr>
            <a:r>
              <a:rPr sz="1200" b="1">
                <a:solidFill>
                  <a:srgbClr val="FFFFFF"/>
                </a:solidFill>
                <a:latin typeface="Yu Gothic"/>
                <a:ea typeface="Yu Gothic"/>
                <a:cs typeface="Yu Gothic"/>
              </a:rPr>
              <a:t>中身</a:t>
            </a:r>
          </a:p>
        </p:txBody>
      </p:sp>
      <p:sp>
        <p:nvSpPr>
          <p:cNvPr id="10" name="">
            <a:extLst xmlns:a="http://schemas.openxmlformats.org/drawingml/2006/main">
              <a:ext uri="{FF2B5EF4-FFF2-40B4-BE49-F238E27FC236}">
                <a16:creationId xmlns:a16="http://schemas.microsoft.com/office/drawing/2014/main" id="{D5CB5EBC-746C-44C7-8D97-CBCE69EE2532}"/>
              </a:ext>
            </a:extLst>
          </p:cNvPr>
          <p:cNvSpPr>
            <a:spLocks xmlns:a="http://schemas.openxmlformats.org/drawingml/2006/main" noGrp="1"/>
          </p:cNvSpPr>
          <p:nvPr/>
        </p:nvSpPr>
        <p:spPr>
          <a:xfrm xmlns:a="http://schemas.openxmlformats.org/drawingml/2006/main">
            <a:off x="552450" y="1924050"/>
            <a:ext cx="11087100" cy="457200"/>
          </a:xfrm>
          <a:prstGeom xmlns:a="http://schemas.openxmlformats.org/drawingml/2006/main" prst="rect">
            <a:avLst/>
          </a:prstGeom>
          <a:solidFill xmlns:a="http://schemas.openxmlformats.org/drawingml/2006/main">
            <a:srgbClr val="FBF8F2"/>
          </a:solidFill>
          <a:ln xmlns:a="http://schemas.openxmlformats.org/drawingml/2006/main" w="9525">
            <a:solidFill>
              <a:srgbClr val="D5CEC4"/>
            </a:solidFill>
            <a:prstDash val="solid"/>
          </a:ln>
        </p:spPr>
      </p:sp>
      <p:sp>
        <p:nvSpPr>
          <p:cNvPr id="11" name="">
            <a:extLst xmlns:a="http://schemas.openxmlformats.org/drawingml/2006/main">
              <a:ext uri="{FF2B5EF4-FFF2-40B4-BE49-F238E27FC236}">
                <a16:creationId xmlns:a16="http://schemas.microsoft.com/office/drawing/2014/main" id="{112A29B0-15B4-418F-BED3-B12FAF459B02}"/>
              </a:ext>
            </a:extLst>
          </p:cNvPr>
          <p:cNvSpPr>
            <a:spLocks xmlns:a="http://schemas.openxmlformats.org/drawingml/2006/main" noGrp="1"/>
          </p:cNvSpPr>
          <p:nvPr/>
        </p:nvSpPr>
        <p:spPr>
          <a:xfrm xmlns:a="http://schemas.openxmlformats.org/drawingml/2006/main">
            <a:off x="666750" y="2009775"/>
            <a:ext cx="1295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4204A"/>
                </a:solidFill>
                <a:latin typeface="Yu Gothic"/>
                <a:ea typeface="Yu Gothic"/>
                <a:cs typeface="Yu Gothic"/>
              </a:defRPr>
            </a:pPr>
            <a:r>
              <a:rPr sz="975" b="1">
                <a:solidFill>
                  <a:srgbClr val="14204A"/>
                </a:solidFill>
                <a:latin typeface="Yu Gothic"/>
                <a:ea typeface="Yu Gothic"/>
                <a:cs typeface="Yu Gothic"/>
              </a:rPr>
              <a:t>CR</a:t>
            </a:r>
          </a:p>
        </p:txBody>
      </p:sp>
      <p:sp>
        <p:nvSpPr>
          <p:cNvPr id="12" name="">
            <a:extLst xmlns:a="http://schemas.openxmlformats.org/drawingml/2006/main">
              <a:ext uri="{FF2B5EF4-FFF2-40B4-BE49-F238E27FC236}">
                <a16:creationId xmlns:a16="http://schemas.microsoft.com/office/drawing/2014/main" id="{2DE21E88-3F3A-44BA-80B8-8F157692EC16}"/>
              </a:ext>
            </a:extLst>
          </p:cNvPr>
          <p:cNvSpPr>
            <a:spLocks xmlns:a="http://schemas.openxmlformats.org/drawingml/2006/main" noGrp="1"/>
          </p:cNvSpPr>
          <p:nvPr/>
        </p:nvSpPr>
        <p:spPr>
          <a:xfrm xmlns:a="http://schemas.openxmlformats.org/drawingml/2006/main">
            <a:off x="2190750" y="2009775"/>
            <a:ext cx="1295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2607A"/>
                </a:solidFill>
                <a:latin typeface="Yu Gothic"/>
                <a:ea typeface="Yu Gothic"/>
                <a:cs typeface="Yu Gothic"/>
              </a:defRPr>
            </a:pPr>
            <a:r>
              <a:rPr sz="975" b="0">
                <a:solidFill>
                  <a:srgbClr val="52607A"/>
                </a:solidFill>
                <a:latin typeface="Yu Gothic"/>
                <a:ea typeface="Yu Gothic"/>
                <a:cs typeface="Yu Gothic"/>
              </a:rPr>
              <a:t>人間</a:t>
            </a:r>
          </a:p>
        </p:txBody>
      </p:sp>
      <p:sp>
        <p:nvSpPr>
          <p:cNvPr id="13" name="">
            <a:extLst xmlns:a="http://schemas.openxmlformats.org/drawingml/2006/main">
              <a:ext uri="{FF2B5EF4-FFF2-40B4-BE49-F238E27FC236}">
                <a16:creationId xmlns:a16="http://schemas.microsoft.com/office/drawing/2014/main" id="{71BD6864-26D3-4402-B0C4-66A4E827D002}"/>
              </a:ext>
            </a:extLst>
          </p:cNvPr>
          <p:cNvSpPr>
            <a:spLocks xmlns:a="http://schemas.openxmlformats.org/drawingml/2006/main" noGrp="1"/>
          </p:cNvSpPr>
          <p:nvPr/>
        </p:nvSpPr>
        <p:spPr>
          <a:xfrm xmlns:a="http://schemas.openxmlformats.org/drawingml/2006/main">
            <a:off x="3714750" y="2009775"/>
            <a:ext cx="7810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2607A"/>
                </a:solidFill>
                <a:latin typeface="Yu Gothic"/>
                <a:ea typeface="Yu Gothic"/>
                <a:cs typeface="Yu Gothic"/>
              </a:defRPr>
            </a:pPr>
            <a:r>
              <a:rPr sz="975" b="0">
                <a:solidFill>
                  <a:srgbClr val="52607A"/>
                </a:solidFill>
                <a:latin typeface="Yu Gothic"/>
                <a:ea typeface="Yu Gothic"/>
                <a:cs typeface="Yu Gothic"/>
              </a:rPr>
              <a:t>背景: 配送コスト上昇 / 受け入れ条件: 6,999円は送料500円、7,000円は送料0円 / 対象外: UI・税・DB</a:t>
            </a:r>
          </a:p>
        </p:txBody>
      </p:sp>
      <p:sp>
        <p:nvSpPr>
          <p:cNvPr id="14" name="">
            <a:extLst xmlns:a="http://schemas.openxmlformats.org/drawingml/2006/main">
              <a:ext uri="{FF2B5EF4-FFF2-40B4-BE49-F238E27FC236}">
                <a16:creationId xmlns:a16="http://schemas.microsoft.com/office/drawing/2014/main" id="{ECD72600-727D-4674-BF54-B265385DB032}"/>
              </a:ext>
            </a:extLst>
          </p:cNvPr>
          <p:cNvSpPr>
            <a:spLocks xmlns:a="http://schemas.openxmlformats.org/drawingml/2006/main" noGrp="1"/>
          </p:cNvSpPr>
          <p:nvPr/>
        </p:nvSpPr>
        <p:spPr>
          <a:xfrm xmlns:a="http://schemas.openxmlformats.org/drawingml/2006/main">
            <a:off x="552450" y="2381250"/>
            <a:ext cx="11087100" cy="457200"/>
          </a:xfrm>
          <a:prstGeom xmlns:a="http://schemas.openxmlformats.org/drawingml/2006/main" prst="rect">
            <a:avLst/>
          </a:prstGeom>
          <a:solidFill xmlns:a="http://schemas.openxmlformats.org/drawingml/2006/main">
            <a:srgbClr val="F3EEE7"/>
          </a:solidFill>
          <a:ln xmlns:a="http://schemas.openxmlformats.org/drawingml/2006/main" w="9525">
            <a:solidFill>
              <a:srgbClr val="D5CEC4"/>
            </a:solidFill>
            <a:prstDash val="solid"/>
          </a:ln>
        </p:spPr>
      </p:sp>
      <p:sp>
        <p:nvSpPr>
          <p:cNvPr id="15" name="">
            <a:extLst xmlns:a="http://schemas.openxmlformats.org/drawingml/2006/main">
              <a:ext uri="{FF2B5EF4-FFF2-40B4-BE49-F238E27FC236}">
                <a16:creationId xmlns:a16="http://schemas.microsoft.com/office/drawing/2014/main" id="{156D0586-4113-49AD-BB48-B65D4795654C}"/>
              </a:ext>
            </a:extLst>
          </p:cNvPr>
          <p:cNvSpPr>
            <a:spLocks xmlns:a="http://schemas.openxmlformats.org/drawingml/2006/main" noGrp="1"/>
          </p:cNvSpPr>
          <p:nvPr/>
        </p:nvSpPr>
        <p:spPr>
          <a:xfrm xmlns:a="http://schemas.openxmlformats.org/drawingml/2006/main">
            <a:off x="666750" y="2466975"/>
            <a:ext cx="1295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4204A"/>
                </a:solidFill>
                <a:latin typeface="Yu Gothic"/>
                <a:ea typeface="Yu Gothic"/>
                <a:cs typeface="Yu Gothic"/>
              </a:defRPr>
            </a:pPr>
            <a:r>
              <a:rPr sz="975" b="1">
                <a:solidFill>
                  <a:srgbClr val="14204A"/>
                </a:solidFill>
                <a:latin typeface="Yu Gothic"/>
                <a:ea typeface="Yu Gothic"/>
                <a:cs typeface="Yu Gothic"/>
              </a:rPr>
              <a:t>AGENTS.md</a:t>
            </a:r>
          </a:p>
        </p:txBody>
      </p:sp>
      <p:sp>
        <p:nvSpPr>
          <p:cNvPr id="16" name="">
            <a:extLst xmlns:a="http://schemas.openxmlformats.org/drawingml/2006/main">
              <a:ext uri="{FF2B5EF4-FFF2-40B4-BE49-F238E27FC236}">
                <a16:creationId xmlns:a16="http://schemas.microsoft.com/office/drawing/2014/main" id="{199DE833-24EB-49D0-9112-A9C87576262F}"/>
              </a:ext>
            </a:extLst>
          </p:cNvPr>
          <p:cNvSpPr>
            <a:spLocks xmlns:a="http://schemas.openxmlformats.org/drawingml/2006/main" noGrp="1"/>
          </p:cNvSpPr>
          <p:nvPr/>
        </p:nvSpPr>
        <p:spPr>
          <a:xfrm xmlns:a="http://schemas.openxmlformats.org/drawingml/2006/main">
            <a:off x="2190750" y="2466975"/>
            <a:ext cx="1295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2607A"/>
                </a:solidFill>
                <a:latin typeface="Yu Gothic"/>
                <a:ea typeface="Yu Gothic"/>
                <a:cs typeface="Yu Gothic"/>
              </a:defRPr>
            </a:pPr>
            <a:r>
              <a:rPr sz="975" b="0">
                <a:solidFill>
                  <a:srgbClr val="52607A"/>
                </a:solidFill>
                <a:latin typeface="Yu Gothic"/>
                <a:ea typeface="Yu Gothic"/>
                <a:cs typeface="Yu Gothic"/>
              </a:rPr>
              <a:t>人間/チーム</a:t>
            </a:r>
          </a:p>
        </p:txBody>
      </p:sp>
      <p:sp>
        <p:nvSpPr>
          <p:cNvPr id="17" name="">
            <a:extLst xmlns:a="http://schemas.openxmlformats.org/drawingml/2006/main">
              <a:ext uri="{FF2B5EF4-FFF2-40B4-BE49-F238E27FC236}">
                <a16:creationId xmlns:a16="http://schemas.microsoft.com/office/drawing/2014/main" id="{0709198A-E6C5-452B-A69A-A94CDAEECA76}"/>
              </a:ext>
            </a:extLst>
          </p:cNvPr>
          <p:cNvSpPr>
            <a:spLocks xmlns:a="http://schemas.openxmlformats.org/drawingml/2006/main" noGrp="1"/>
          </p:cNvSpPr>
          <p:nvPr/>
        </p:nvSpPr>
        <p:spPr>
          <a:xfrm xmlns:a="http://schemas.openxmlformats.org/drawingml/2006/main">
            <a:off x="3714750" y="2466975"/>
            <a:ext cx="7810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2607A"/>
                </a:solidFill>
                <a:latin typeface="Yu Gothic"/>
                <a:ea typeface="Yu Gothic"/>
                <a:cs typeface="Yu Gothic"/>
              </a:defRPr>
            </a:pPr>
            <a:r>
              <a:rPr sz="975" b="0">
                <a:solidFill>
                  <a:srgbClr val="52607A"/>
                </a:solidFill>
                <a:latin typeface="Yu Gothic"/>
                <a:ea typeface="Yu Gothic"/>
                <a:cs typeface="Yu Gothic"/>
              </a:rPr>
              <a:t>作業範囲はCR内 / API response形式は変えない / 既存テストを削除して逃げない / sensorsを実行</a:t>
            </a:r>
          </a:p>
        </p:txBody>
      </p:sp>
      <p:sp>
        <p:nvSpPr>
          <p:cNvPr id="18" name="">
            <a:extLst xmlns:a="http://schemas.openxmlformats.org/drawingml/2006/main">
              <a:ext uri="{FF2B5EF4-FFF2-40B4-BE49-F238E27FC236}">
                <a16:creationId xmlns:a16="http://schemas.microsoft.com/office/drawing/2014/main" id="{8B1DF4BD-8257-4D7D-99E6-58EAFEFC83E7}"/>
              </a:ext>
            </a:extLst>
          </p:cNvPr>
          <p:cNvSpPr>
            <a:spLocks xmlns:a="http://schemas.openxmlformats.org/drawingml/2006/main" noGrp="1"/>
          </p:cNvSpPr>
          <p:nvPr/>
        </p:nvSpPr>
        <p:spPr>
          <a:xfrm xmlns:a="http://schemas.openxmlformats.org/drawingml/2006/main">
            <a:off x="552450" y="2838450"/>
            <a:ext cx="11087100" cy="457200"/>
          </a:xfrm>
          <a:prstGeom xmlns:a="http://schemas.openxmlformats.org/drawingml/2006/main" prst="rect">
            <a:avLst/>
          </a:prstGeom>
          <a:solidFill xmlns:a="http://schemas.openxmlformats.org/drawingml/2006/main">
            <a:srgbClr val="FBF8F2"/>
          </a:solidFill>
          <a:ln xmlns:a="http://schemas.openxmlformats.org/drawingml/2006/main" w="9525">
            <a:solidFill>
              <a:srgbClr val="D5CEC4"/>
            </a:solidFill>
            <a:prstDash val="solid"/>
          </a:ln>
        </p:spPr>
      </p:sp>
      <p:sp>
        <p:nvSpPr>
          <p:cNvPr id="19" name="">
            <a:extLst xmlns:a="http://schemas.openxmlformats.org/drawingml/2006/main">
              <a:ext uri="{FF2B5EF4-FFF2-40B4-BE49-F238E27FC236}">
                <a16:creationId xmlns:a16="http://schemas.microsoft.com/office/drawing/2014/main" id="{4362DDB3-7A6E-4D4F-B733-57BBAEFA14D7}"/>
              </a:ext>
            </a:extLst>
          </p:cNvPr>
          <p:cNvSpPr>
            <a:spLocks xmlns:a="http://schemas.openxmlformats.org/drawingml/2006/main" noGrp="1"/>
          </p:cNvSpPr>
          <p:nvPr/>
        </p:nvSpPr>
        <p:spPr>
          <a:xfrm xmlns:a="http://schemas.openxmlformats.org/drawingml/2006/main">
            <a:off x="666750" y="2924175"/>
            <a:ext cx="1295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4204A"/>
                </a:solidFill>
                <a:latin typeface="Yu Gothic"/>
                <a:ea typeface="Yu Gothic"/>
                <a:cs typeface="Yu Gothic"/>
              </a:defRPr>
            </a:pPr>
            <a:r>
              <a:rPr sz="975" b="1">
                <a:solidFill>
                  <a:srgbClr val="14204A"/>
                </a:solidFill>
                <a:latin typeface="Yu Gothic"/>
                <a:ea typeface="Yu Gothic"/>
                <a:cs typeface="Yu Gothic"/>
              </a:rPr>
              <a:t>order-estimate.md</a:t>
            </a:r>
          </a:p>
        </p:txBody>
      </p:sp>
      <p:sp>
        <p:nvSpPr>
          <p:cNvPr id="20" name="">
            <a:extLst xmlns:a="http://schemas.openxmlformats.org/drawingml/2006/main">
              <a:ext uri="{FF2B5EF4-FFF2-40B4-BE49-F238E27FC236}">
                <a16:creationId xmlns:a16="http://schemas.microsoft.com/office/drawing/2014/main" id="{48184C9F-9214-4A7B-B905-2F7F9D601717}"/>
              </a:ext>
            </a:extLst>
          </p:cNvPr>
          <p:cNvSpPr>
            <a:spLocks xmlns:a="http://schemas.openxmlformats.org/drawingml/2006/main" noGrp="1"/>
          </p:cNvSpPr>
          <p:nvPr/>
        </p:nvSpPr>
        <p:spPr>
          <a:xfrm xmlns:a="http://schemas.openxmlformats.org/drawingml/2006/main">
            <a:off x="2190750" y="2924175"/>
            <a:ext cx="1295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2607A"/>
                </a:solidFill>
                <a:latin typeface="Yu Gothic"/>
                <a:ea typeface="Yu Gothic"/>
                <a:cs typeface="Yu Gothic"/>
              </a:defRPr>
            </a:pPr>
            <a:r>
              <a:rPr sz="975" b="0">
                <a:solidFill>
                  <a:srgbClr val="52607A"/>
                </a:solidFill>
                <a:latin typeface="Yu Gothic"/>
                <a:ea typeface="Yu Gothic"/>
                <a:cs typeface="Yu Gothic"/>
              </a:rPr>
              <a:t>既存docs</a:t>
            </a:r>
          </a:p>
        </p:txBody>
      </p:sp>
      <p:sp>
        <p:nvSpPr>
          <p:cNvPr id="21" name="">
            <a:extLst xmlns:a="http://schemas.openxmlformats.org/drawingml/2006/main">
              <a:ext uri="{FF2B5EF4-FFF2-40B4-BE49-F238E27FC236}">
                <a16:creationId xmlns:a16="http://schemas.microsoft.com/office/drawing/2014/main" id="{E7DB3F52-0BA5-4270-AEF0-8CA212BAEBE0}"/>
              </a:ext>
            </a:extLst>
          </p:cNvPr>
          <p:cNvSpPr>
            <a:spLocks xmlns:a="http://schemas.openxmlformats.org/drawingml/2006/main" noGrp="1"/>
          </p:cNvSpPr>
          <p:nvPr/>
        </p:nvSpPr>
        <p:spPr>
          <a:xfrm xmlns:a="http://schemas.openxmlformats.org/drawingml/2006/main">
            <a:off x="3714750" y="2924175"/>
            <a:ext cx="7810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2607A"/>
                </a:solidFill>
                <a:latin typeface="Yu Gothic"/>
                <a:ea typeface="Yu Gothic"/>
                <a:cs typeface="Yu Gothic"/>
              </a:defRPr>
            </a:pPr>
            <a:r>
              <a:rPr sz="975" b="0">
                <a:solidFill>
                  <a:srgbClr val="52607A"/>
                </a:solidFill>
                <a:latin typeface="Yu Gothic"/>
                <a:ea typeface="Yu Gothic"/>
                <a:cs typeface="Yu Gothic"/>
              </a:rPr>
              <a:t>last-updated: 2024-11 / 送料無料閾値: 3,000円 / 現実と異なる可能性あり</a:t>
            </a:r>
          </a:p>
        </p:txBody>
      </p:sp>
      <p:sp>
        <p:nvSpPr>
          <p:cNvPr id="22" name="">
            <a:extLst xmlns:a="http://schemas.openxmlformats.org/drawingml/2006/main">
              <a:ext uri="{FF2B5EF4-FFF2-40B4-BE49-F238E27FC236}">
                <a16:creationId xmlns:a16="http://schemas.microsoft.com/office/drawing/2014/main" id="{E9FD2E48-EF5E-49C8-BB3A-B264C41F91CD}"/>
              </a:ext>
            </a:extLst>
          </p:cNvPr>
          <p:cNvSpPr>
            <a:spLocks xmlns:a="http://schemas.openxmlformats.org/drawingml/2006/main" noGrp="1"/>
          </p:cNvSpPr>
          <p:nvPr/>
        </p:nvSpPr>
        <p:spPr>
          <a:xfrm xmlns:a="http://schemas.openxmlformats.org/drawingml/2006/main">
            <a:off x="552450" y="3295650"/>
            <a:ext cx="11087100" cy="457200"/>
          </a:xfrm>
          <a:prstGeom xmlns:a="http://schemas.openxmlformats.org/drawingml/2006/main" prst="rect">
            <a:avLst/>
          </a:prstGeom>
          <a:solidFill xmlns:a="http://schemas.openxmlformats.org/drawingml/2006/main">
            <a:srgbClr val="F3EEE7"/>
          </a:solidFill>
          <a:ln xmlns:a="http://schemas.openxmlformats.org/drawingml/2006/main" w="9525">
            <a:solidFill>
              <a:srgbClr val="D5CEC4"/>
            </a:solidFill>
            <a:prstDash val="solid"/>
          </a:ln>
        </p:spPr>
      </p:sp>
      <p:sp>
        <p:nvSpPr>
          <p:cNvPr id="23" name="">
            <a:extLst xmlns:a="http://schemas.openxmlformats.org/drawingml/2006/main">
              <a:ext uri="{FF2B5EF4-FFF2-40B4-BE49-F238E27FC236}">
                <a16:creationId xmlns:a16="http://schemas.microsoft.com/office/drawing/2014/main" id="{2833933E-C409-4F8F-B780-DEB76D2D18C3}"/>
              </a:ext>
            </a:extLst>
          </p:cNvPr>
          <p:cNvSpPr>
            <a:spLocks xmlns:a="http://schemas.openxmlformats.org/drawingml/2006/main" noGrp="1"/>
          </p:cNvSpPr>
          <p:nvPr/>
        </p:nvSpPr>
        <p:spPr>
          <a:xfrm xmlns:a="http://schemas.openxmlformats.org/drawingml/2006/main">
            <a:off x="666750" y="3381375"/>
            <a:ext cx="1295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4204A"/>
                </a:solidFill>
                <a:latin typeface="Yu Gothic"/>
                <a:ea typeface="Yu Gothic"/>
                <a:cs typeface="Yu Gothic"/>
              </a:defRPr>
            </a:pPr>
            <a:r>
              <a:rPr sz="975" b="1">
                <a:solidFill>
                  <a:srgbClr val="14204A"/>
                </a:solidFill>
                <a:latin typeface="Yu Gothic"/>
                <a:ea typeface="Yu Gothic"/>
                <a:cs typeface="Yu Gothic"/>
              </a:rPr>
              <a:t>ADR-0001</a:t>
            </a:r>
          </a:p>
        </p:txBody>
      </p:sp>
      <p:sp>
        <p:nvSpPr>
          <p:cNvPr id="24" name="">
            <a:extLst xmlns:a="http://schemas.openxmlformats.org/drawingml/2006/main">
              <a:ext uri="{FF2B5EF4-FFF2-40B4-BE49-F238E27FC236}">
                <a16:creationId xmlns:a16="http://schemas.microsoft.com/office/drawing/2014/main" id="{BE366398-1E09-4408-ACA7-9549DA524461}"/>
              </a:ext>
            </a:extLst>
          </p:cNvPr>
          <p:cNvSpPr>
            <a:spLocks xmlns:a="http://schemas.openxmlformats.org/drawingml/2006/main" noGrp="1"/>
          </p:cNvSpPr>
          <p:nvPr/>
        </p:nvSpPr>
        <p:spPr>
          <a:xfrm xmlns:a="http://schemas.openxmlformats.org/drawingml/2006/main">
            <a:off x="2190750" y="3381375"/>
            <a:ext cx="1295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2607A"/>
                </a:solidFill>
                <a:latin typeface="Yu Gothic"/>
                <a:ea typeface="Yu Gothic"/>
                <a:cs typeface="Yu Gothic"/>
              </a:defRPr>
            </a:pPr>
            <a:r>
              <a:rPr sz="975" b="0">
                <a:solidFill>
                  <a:srgbClr val="52607A"/>
                </a:solidFill>
                <a:latin typeface="Yu Gothic"/>
                <a:ea typeface="Yu Gothic"/>
                <a:cs typeface="Yu Gothic"/>
              </a:rPr>
              <a:t>既存docs</a:t>
            </a:r>
          </a:p>
        </p:txBody>
      </p:sp>
      <p:sp>
        <p:nvSpPr>
          <p:cNvPr id="25" name="">
            <a:extLst xmlns:a="http://schemas.openxmlformats.org/drawingml/2006/main">
              <a:ext uri="{FF2B5EF4-FFF2-40B4-BE49-F238E27FC236}">
                <a16:creationId xmlns:a16="http://schemas.microsoft.com/office/drawing/2014/main" id="{0DD78782-4ED5-43D3-9605-28BF522BD4AB}"/>
              </a:ext>
            </a:extLst>
          </p:cNvPr>
          <p:cNvSpPr>
            <a:spLocks xmlns:a="http://schemas.openxmlformats.org/drawingml/2006/main" noGrp="1"/>
          </p:cNvSpPr>
          <p:nvPr/>
        </p:nvSpPr>
        <p:spPr>
          <a:xfrm xmlns:a="http://schemas.openxmlformats.org/drawingml/2006/main">
            <a:off x="3714750" y="3381375"/>
            <a:ext cx="7810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2607A"/>
                </a:solidFill>
                <a:latin typeface="Yu Gothic"/>
                <a:ea typeface="Yu Gothic"/>
                <a:cs typeface="Yu Gothic"/>
              </a:defRPr>
            </a:pPr>
            <a:r>
              <a:rPr sz="975" b="0">
                <a:solidFill>
                  <a:srgbClr val="52607A"/>
                </a:solidFill>
                <a:latin typeface="Yu Gothic"/>
                <a:ea typeface="Yu Gothic"/>
                <a:cs typeface="Yu Gothic"/>
              </a:rPr>
              <a:t>controllerはHTTP入出力だけ / 計算はservice / 閾値と送料はconfig / policy境界を守る</a:t>
            </a:r>
          </a:p>
        </p:txBody>
      </p:sp>
      <p:sp>
        <p:nvSpPr>
          <p:cNvPr id="26" name="">
            <a:extLst xmlns:a="http://schemas.openxmlformats.org/drawingml/2006/main">
              <a:ext uri="{FF2B5EF4-FFF2-40B4-BE49-F238E27FC236}">
                <a16:creationId xmlns:a16="http://schemas.microsoft.com/office/drawing/2014/main" id="{400EF683-7DAA-451B-B63B-36BB105973D7}"/>
              </a:ext>
            </a:extLst>
          </p:cNvPr>
          <p:cNvSpPr>
            <a:spLocks xmlns:a="http://schemas.openxmlformats.org/drawingml/2006/main" noGrp="1"/>
          </p:cNvSpPr>
          <p:nvPr/>
        </p:nvSpPr>
        <p:spPr>
          <a:xfrm xmlns:a="http://schemas.openxmlformats.org/drawingml/2006/main">
            <a:off x="1428750" y="5410200"/>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C85B1A"/>
                </a:solidFill>
                <a:latin typeface="Yu Gothic"/>
                <a:ea typeface="Yu Gothic"/>
                <a:cs typeface="Yu Gothic"/>
              </a:defRPr>
            </a:pPr>
            <a:r>
              <a:rPr sz="1650" b="1">
                <a:solidFill>
                  <a:srgbClr val="C85B1A"/>
                </a:solidFill>
                <a:latin typeface="Yu Gothic"/>
                <a:ea typeface="Yu Gothic"/>
                <a:cs typeface="Yu Gothic"/>
              </a:rPr>
              <a:t>ここはAIが勝手に作るものではない。人間が入口として置き、AIに読ませる前提。</a:t>
            </a:r>
          </a:p>
        </p:txBody>
      </p:sp>
    </p:spTree>
    <p:extLst>
      <p:ext uri="{BB962C8B-B14F-4D97-AF65-F5344CB8AC3E}">
        <p14:creationId xmlns:p14="http://schemas.microsoft.com/office/powerpoint/2010/main" val="110002462"/>
      </p:ext>
    </p:extLst>
  </p:cSld>
</p:sld>
</file>

<file path=ppt/slides/slide21.xml><?xml version="1.0" encoding="utf-8"?>
<p:sld xmlns:p="http://schemas.openxmlformats.org/presentationml/2006/main">
  <p:cSld>
    <p:bg>
      <p:bgPr>
        <a:solidFill xmlns:a="http://schemas.openxmlformats.org/drawingml/2006/main">
          <a:srgbClr val="ECE7E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6D9934A-53CD-4F85-9875-005B9E5FD12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245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F926D0F-D869-4925-9EBC-B9E4EC5873E4}"/>
              </a:ext>
            </a:extLst>
          </p:cNvPr>
          <p:cNvSpPr>
            <a:spLocks xmlns:a="http://schemas.openxmlformats.org/drawingml/2006/main" noGrp="1"/>
          </p:cNvSpPr>
          <p:nvPr/>
        </p:nvSpPr>
        <p:spPr>
          <a:xfrm xmlns:a="http://schemas.openxmlformats.org/drawingml/2006/main">
            <a:off x="514350" y="400050"/>
            <a:ext cx="76200" cy="266700"/>
          </a:xfrm>
          <a:prstGeom xmlns:a="http://schemas.openxmlformats.org/drawingml/2006/main" prst="rect">
            <a:avLst/>
          </a:prstGeom>
          <a:solidFill xmlns:a="http://schemas.openxmlformats.org/drawingml/2006/main">
            <a:srgbClr val="33824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B39CDA6-A684-4C43-B1B5-7D2EE5C54F95}"/>
              </a:ext>
            </a:extLst>
          </p:cNvPr>
          <p:cNvSpPr>
            <a:spLocks xmlns:a="http://schemas.openxmlformats.org/drawingml/2006/main" noGrp="1"/>
          </p:cNvSpPr>
          <p:nvPr/>
        </p:nvSpPr>
        <p:spPr>
          <a:xfrm xmlns:a="http://schemas.openxmlformats.org/drawingml/2006/main">
            <a:off x="704850" y="381000"/>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33824A"/>
                </a:solidFill>
                <a:latin typeface="Yu Gothic"/>
                <a:ea typeface="Yu Gothic"/>
                <a:cs typeface="Yu Gothic"/>
              </a:defRPr>
            </a:pPr>
            <a:r>
              <a:rPr sz="975" b="1">
                <a:solidFill>
                  <a:srgbClr val="33824A"/>
                </a:solidFill>
                <a:latin typeface="Yu Gothic"/>
                <a:ea typeface="Yu Gothic"/>
                <a:cs typeface="Yu Gothic"/>
              </a:rPr>
              <a:t>DEMO 4</a:t>
            </a:r>
          </a:p>
        </p:txBody>
      </p:sp>
      <p:sp>
        <p:nvSpPr>
          <p:cNvPr id="4" name="">
            <a:extLst xmlns:a="http://schemas.openxmlformats.org/drawingml/2006/main">
              <a:ext uri="{FF2B5EF4-FFF2-40B4-BE49-F238E27FC236}">
                <a16:creationId xmlns:a16="http://schemas.microsoft.com/office/drawing/2014/main" id="{A7340A93-3C4E-4C1A-BA69-7EEF6E30E6C1}"/>
              </a:ext>
            </a:extLst>
          </p:cNvPr>
          <p:cNvSpPr>
            <a:spLocks xmlns:a="http://schemas.openxmlformats.org/drawingml/2006/main" noGrp="1"/>
          </p:cNvSpPr>
          <p:nvPr/>
        </p:nvSpPr>
        <p:spPr>
          <a:xfrm xmlns:a="http://schemas.openxmlformats.org/drawingml/2006/main">
            <a:off x="533400" y="857250"/>
            <a:ext cx="1000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72452"/>
                </a:solidFill>
                <a:latin typeface="Yu Gothic"/>
                <a:ea typeface="Yu Gothic"/>
                <a:cs typeface="Yu Gothic"/>
              </a:defRPr>
            </a:pPr>
            <a:r>
              <a:rPr sz="2700" b="1">
                <a:solidFill>
                  <a:srgbClr val="172452"/>
                </a:solidFill>
                <a:latin typeface="Yu Gothic"/>
                <a:ea typeface="Yu Gothic"/>
                <a:cs typeface="Yu Gothic"/>
              </a:rPr>
              <a:t>Guidesを読ませて、リリース候補にできる形で頼む</a:t>
            </a:r>
          </a:p>
        </p:txBody>
      </p:sp>
      <p:sp>
        <p:nvSpPr>
          <p:cNvPr id="5" name="">
            <a:extLst xmlns:a="http://schemas.openxmlformats.org/drawingml/2006/main">
              <a:ext uri="{FF2B5EF4-FFF2-40B4-BE49-F238E27FC236}">
                <a16:creationId xmlns:a16="http://schemas.microsoft.com/office/drawing/2014/main" id="{43FEBAE7-24AC-4D44-913F-FB28047D38BD}"/>
              </a:ext>
            </a:extLst>
          </p:cNvPr>
          <p:cNvSpPr>
            <a:spLocks xmlns:a="http://schemas.openxmlformats.org/drawingml/2006/main" noGrp="1"/>
          </p:cNvSpPr>
          <p:nvPr/>
        </p:nvSpPr>
        <p:spPr>
          <a:xfrm xmlns:a="http://schemas.openxmlformats.org/drawingml/2006/main">
            <a:off x="7658100" y="323850"/>
            <a:ext cx="3429000" cy="266700"/>
          </a:xfrm>
          <a:prstGeom xmlns:a="http://schemas.openxmlformats.org/drawingml/2006/main" prst="rect">
            <a:avLst/>
          </a:prstGeom>
          <a:solidFill xmlns:a="http://schemas.openxmlformats.org/drawingml/2006/main">
            <a:srgbClr val="F4F0E8"/>
          </a:solidFill>
          <a:ln xmlns:a="http://schemas.openxmlformats.org/drawingml/2006/main" w="9525">
            <a:solidFill>
              <a:srgbClr val="D5CEC4"/>
            </a:solidFill>
            <a:prstDash val="solid"/>
          </a:ln>
        </p:spPr>
      </p:sp>
      <p:sp>
        <p:nvSpPr>
          <p:cNvPr id="6" name="">
            <a:extLst xmlns:a="http://schemas.openxmlformats.org/drawingml/2006/main">
              <a:ext uri="{FF2B5EF4-FFF2-40B4-BE49-F238E27FC236}">
                <a16:creationId xmlns:a16="http://schemas.microsoft.com/office/drawing/2014/main" id="{EBCF4D32-EE06-4761-9631-BF267F7FE641}"/>
              </a:ext>
            </a:extLst>
          </p:cNvPr>
          <p:cNvSpPr>
            <a:spLocks xmlns:a="http://schemas.openxmlformats.org/drawingml/2006/main" noGrp="1"/>
          </p:cNvSpPr>
          <p:nvPr/>
        </p:nvSpPr>
        <p:spPr>
          <a:xfrm xmlns:a="http://schemas.openxmlformats.org/drawingml/2006/main">
            <a:off x="7791450" y="371475"/>
            <a:ext cx="3162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33824A"/>
                </a:solidFill>
                <a:latin typeface="Yu Gothic"/>
                <a:ea typeface="Yu Gothic"/>
                <a:cs typeface="Yu Gothic"/>
              </a:defRPr>
            </a:pPr>
            <a:r>
              <a:rPr sz="975" b="1">
                <a:solidFill>
                  <a:srgbClr val="33824A"/>
                </a:solidFill>
                <a:latin typeface="Yu Gothic"/>
                <a:ea typeface="Yu Gothic"/>
                <a:cs typeface="Yu Gothic"/>
              </a:rPr>
              <a:t>L4: Guides / Sensors / Steering を一周させる</a:t>
            </a:r>
          </a:p>
        </p:txBody>
      </p:sp>
      <p:sp>
        <p:nvSpPr>
          <p:cNvPr id="7" name="">
            <a:extLst xmlns:a="http://schemas.openxmlformats.org/drawingml/2006/main">
              <a:ext uri="{FF2B5EF4-FFF2-40B4-BE49-F238E27FC236}">
                <a16:creationId xmlns:a16="http://schemas.microsoft.com/office/drawing/2014/main" id="{C836F6EB-3BD6-4458-B5BB-8DB1C7078A08}"/>
              </a:ext>
            </a:extLst>
          </p:cNvPr>
          <p:cNvSpPr>
            <a:spLocks xmlns:a="http://schemas.openxmlformats.org/drawingml/2006/main" noGrp="1"/>
          </p:cNvSpPr>
          <p:nvPr/>
        </p:nvSpPr>
        <p:spPr>
          <a:xfrm xmlns:a="http://schemas.openxmlformats.org/drawingml/2006/main">
            <a:off x="7658100" y="647700"/>
            <a:ext cx="3429000" cy="266700"/>
          </a:xfrm>
          <a:prstGeom xmlns:a="http://schemas.openxmlformats.org/drawingml/2006/main" prst="rect">
            <a:avLst/>
          </a:prstGeom>
          <a:solidFill xmlns:a="http://schemas.openxmlformats.org/drawingml/2006/main">
            <a:srgbClr val="EEF3EC"/>
          </a:solidFill>
          <a:ln xmlns:a="http://schemas.openxmlformats.org/drawingml/2006/main" w="9525">
            <a:solidFill>
              <a:srgbClr val="C7D8C5"/>
            </a:solidFill>
            <a:prstDash val="solid"/>
          </a:ln>
        </p:spPr>
      </p:sp>
      <p:sp>
        <p:nvSpPr>
          <p:cNvPr id="8" name="">
            <a:extLst xmlns:a="http://schemas.openxmlformats.org/drawingml/2006/main">
              <a:ext uri="{FF2B5EF4-FFF2-40B4-BE49-F238E27FC236}">
                <a16:creationId xmlns:a16="http://schemas.microsoft.com/office/drawing/2014/main" id="{598DD04B-CE29-4EEE-B6A3-D27A6490E9F7}"/>
              </a:ext>
            </a:extLst>
          </p:cNvPr>
          <p:cNvSpPr>
            <a:spLocks xmlns:a="http://schemas.openxmlformats.org/drawingml/2006/main" noGrp="1"/>
          </p:cNvSpPr>
          <p:nvPr/>
        </p:nvSpPr>
        <p:spPr>
          <a:xfrm xmlns:a="http://schemas.openxmlformats.org/drawingml/2006/main">
            <a:off x="7791450" y="695325"/>
            <a:ext cx="3162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72452"/>
                </a:solidFill>
                <a:latin typeface="Yu Gothic"/>
                <a:ea typeface="Yu Gothic"/>
                <a:cs typeface="Yu Gothic"/>
              </a:defRPr>
            </a:pPr>
            <a:r>
              <a:rPr sz="975" b="1">
                <a:solidFill>
                  <a:srgbClr val="172452"/>
                </a:solidFill>
                <a:latin typeface="Yu Gothic"/>
                <a:ea typeface="Yu Gothic"/>
                <a:cs typeface="Yu Gothic"/>
              </a:rPr>
              <a:t>お題: 送料無料 5,000円 -&gt; 7,000円</a:t>
            </a:r>
          </a:p>
        </p:txBody>
      </p:sp>
      <p:sp>
        <p:nvSpPr>
          <p:cNvPr id="9" name="">
            <a:extLst xmlns:a="http://schemas.openxmlformats.org/drawingml/2006/main">
              <a:ext uri="{FF2B5EF4-FFF2-40B4-BE49-F238E27FC236}">
                <a16:creationId xmlns:a16="http://schemas.microsoft.com/office/drawing/2014/main" id="{01C620DC-AD76-4248-9EC1-5CC5304A819D}"/>
              </a:ext>
            </a:extLst>
          </p:cNvPr>
          <p:cNvSpPr>
            <a:spLocks xmlns:a="http://schemas.openxmlformats.org/drawingml/2006/main" noGrp="1"/>
          </p:cNvSpPr>
          <p:nvPr/>
        </p:nvSpPr>
        <p:spPr>
          <a:xfrm xmlns:a="http://schemas.openxmlformats.org/drawingml/2006/main">
            <a:off x="11125200" y="632460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52607A"/>
                </a:solidFill>
                <a:latin typeface="Yu Gothic"/>
                <a:ea typeface="Yu Gothic"/>
                <a:cs typeface="Yu Gothic"/>
              </a:defRPr>
            </a:pPr>
            <a:r>
              <a:rPr sz="900" b="0">
                <a:solidFill>
                  <a:srgbClr val="52607A"/>
                </a:solidFill>
                <a:latin typeface="Yu Gothic"/>
                <a:ea typeface="Yu Gothic"/>
                <a:cs typeface="Yu Gothic"/>
              </a:rPr>
              <a:t>21</a:t>
            </a:r>
          </a:p>
        </p:txBody>
      </p:sp>
      <p:sp>
        <p:nvSpPr>
          <p:cNvPr id="10" name="">
            <a:extLst xmlns:a="http://schemas.openxmlformats.org/drawingml/2006/main">
              <a:ext uri="{FF2B5EF4-FFF2-40B4-BE49-F238E27FC236}">
                <a16:creationId xmlns:a16="http://schemas.microsoft.com/office/drawing/2014/main" id="{2CFD6563-3CA1-4053-9258-3F83F588EF62}"/>
              </a:ext>
            </a:extLst>
          </p:cNvPr>
          <p:cNvSpPr>
            <a:spLocks xmlns:a="http://schemas.openxmlformats.org/drawingml/2006/main" noGrp="1"/>
          </p:cNvSpPr>
          <p:nvPr/>
        </p:nvSpPr>
        <p:spPr>
          <a:xfrm xmlns:a="http://schemas.openxmlformats.org/drawingml/2006/main">
            <a:off x="666750" y="1752600"/>
            <a:ext cx="3333750" cy="2095500"/>
          </a:xfrm>
          <a:prstGeom xmlns:a="http://schemas.openxmlformats.org/drawingml/2006/main" prst="rect">
            <a:avLst/>
          </a:prstGeom>
          <a:solidFill xmlns:a="http://schemas.openxmlformats.org/drawingml/2006/main">
            <a:srgbClr val="FBF8F2"/>
          </a:solidFill>
          <a:ln xmlns:a="http://schemas.openxmlformats.org/drawingml/2006/main" w="9525">
            <a:solidFill>
              <a:srgbClr val="D5CEC4"/>
            </a:solidFill>
            <a:prstDash val="solid"/>
          </a:ln>
        </p:spPr>
      </p:sp>
      <p:sp>
        <p:nvSpPr>
          <p:cNvPr id="11" name="">
            <a:extLst xmlns:a="http://schemas.openxmlformats.org/drawingml/2006/main">
              <a:ext uri="{FF2B5EF4-FFF2-40B4-BE49-F238E27FC236}">
                <a16:creationId xmlns:a16="http://schemas.microsoft.com/office/drawing/2014/main" id="{AB3CD414-46FA-4330-9FF8-997344931A85}"/>
              </a:ext>
            </a:extLst>
          </p:cNvPr>
          <p:cNvSpPr>
            <a:spLocks xmlns:a="http://schemas.openxmlformats.org/drawingml/2006/main" noGrp="1"/>
          </p:cNvSpPr>
          <p:nvPr/>
        </p:nvSpPr>
        <p:spPr>
          <a:xfrm xmlns:a="http://schemas.openxmlformats.org/drawingml/2006/main">
            <a:off x="666750" y="1752600"/>
            <a:ext cx="66675" cy="2095500"/>
          </a:xfrm>
          <a:prstGeom xmlns:a="http://schemas.openxmlformats.org/drawingml/2006/main" prst="rect">
            <a:avLst/>
          </a:prstGeom>
          <a:solidFill xmlns:a="http://schemas.openxmlformats.org/drawingml/2006/main">
            <a:srgbClr val="1A4F8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F173530-66C5-4306-BAF0-E7567B6CA8B4}"/>
              </a:ext>
            </a:extLst>
          </p:cNvPr>
          <p:cNvSpPr>
            <a:spLocks xmlns:a="http://schemas.openxmlformats.org/drawingml/2006/main" noGrp="1"/>
          </p:cNvSpPr>
          <p:nvPr/>
        </p:nvSpPr>
        <p:spPr>
          <a:xfrm xmlns:a="http://schemas.openxmlformats.org/drawingml/2006/main">
            <a:off x="895350" y="1905000"/>
            <a:ext cx="2876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A4F8F"/>
                </a:solidFill>
                <a:latin typeface="Yu Gothic"/>
                <a:ea typeface="Yu Gothic"/>
                <a:cs typeface="Yu Gothic"/>
              </a:defRPr>
            </a:pPr>
            <a:r>
              <a:rPr sz="1500" b="1">
                <a:solidFill>
                  <a:srgbClr val="1A4F8F"/>
                </a:solidFill>
                <a:latin typeface="Yu Gothic"/>
                <a:ea typeface="Yu Gothic"/>
                <a:cs typeface="Yu Gothic"/>
              </a:rPr>
              <a:t>前提として読むもの</a:t>
            </a:r>
          </a:p>
        </p:txBody>
      </p:sp>
      <p:sp>
        <p:nvSpPr>
          <p:cNvPr id="13" name="">
            <a:extLst xmlns:a="http://schemas.openxmlformats.org/drawingml/2006/main">
              <a:ext uri="{FF2B5EF4-FFF2-40B4-BE49-F238E27FC236}">
                <a16:creationId xmlns:a16="http://schemas.microsoft.com/office/drawing/2014/main" id="{FA8DCA99-3F47-42AE-A79A-B7ECA788E6F0}"/>
              </a:ext>
            </a:extLst>
          </p:cNvPr>
          <p:cNvSpPr>
            <a:spLocks xmlns:a="http://schemas.openxmlformats.org/drawingml/2006/main" noGrp="1"/>
          </p:cNvSpPr>
          <p:nvPr/>
        </p:nvSpPr>
        <p:spPr>
          <a:xfrm xmlns:a="http://schemas.openxmlformats.org/drawingml/2006/main">
            <a:off x="895350" y="2286000"/>
            <a:ext cx="287655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2607A"/>
                </a:solidFill>
                <a:latin typeface="Yu Gothic"/>
                <a:ea typeface="Yu Gothic"/>
                <a:cs typeface="Yu Gothic"/>
              </a:defRPr>
            </a:pPr>
            <a:r>
              <a:rPr sz="1275" b="0">
                <a:solidFill>
                  <a:srgbClr val="52607A"/>
                </a:solidFill>
                <a:latin typeface="Yu Gothic"/>
                <a:ea typeface="Yu Gothic"/>
                <a:cs typeface="Yu Gothic"/>
              </a:rPr>
              <a:t>CR</a:t>
            </a:r>
          </a:p>
          <a:p xmlns:a="http://schemas.openxmlformats.org/drawingml/2006/main">
            <a:pPr algn="l">
              <a:defRPr sz="1275" b="0">
                <a:solidFill>
                  <a:srgbClr val="52607A"/>
                </a:solidFill>
                <a:latin typeface="Yu Gothic"/>
                <a:ea typeface="Yu Gothic"/>
                <a:cs typeface="Yu Gothic"/>
              </a:defRPr>
            </a:pPr>
            <a:r>
              <a:rPr sz="1275" b="0">
                <a:solidFill>
                  <a:srgbClr val="52607A"/>
                </a:solidFill>
                <a:latin typeface="Yu Gothic"/>
                <a:ea typeface="Yu Gothic"/>
                <a:cs typeface="Yu Gothic"/>
              </a:rPr>
              <a:t>AGENTS.md / CLAUDE.md</a:t>
            </a:r>
          </a:p>
          <a:p xmlns:a="http://schemas.openxmlformats.org/drawingml/2006/main">
            <a:pPr algn="l">
              <a:defRPr sz="1275" b="0">
                <a:solidFill>
                  <a:srgbClr val="52607A"/>
                </a:solidFill>
                <a:latin typeface="Yu Gothic"/>
                <a:ea typeface="Yu Gothic"/>
                <a:cs typeface="Yu Gothic"/>
              </a:defRPr>
            </a:pPr>
            <a:r>
              <a:rPr sz="1275" b="0">
                <a:solidFill>
                  <a:srgbClr val="52607A"/>
                </a:solidFill>
                <a:latin typeface="Yu Gothic"/>
                <a:ea typeface="Yu Gothic"/>
                <a:cs typeface="Yu Gothic"/>
              </a:rPr>
              <a:t>order-estimate.md</a:t>
            </a:r>
          </a:p>
          <a:p xmlns:a="http://schemas.openxmlformats.org/drawingml/2006/main">
            <a:pPr algn="l">
              <a:defRPr sz="1275" b="0">
                <a:solidFill>
                  <a:srgbClr val="52607A"/>
                </a:solidFill>
                <a:latin typeface="Yu Gothic"/>
                <a:ea typeface="Yu Gothic"/>
                <a:cs typeface="Yu Gothic"/>
              </a:defRPr>
            </a:pPr>
            <a:r>
              <a:rPr sz="1275" b="0">
                <a:solidFill>
                  <a:srgbClr val="52607A"/>
                </a:solidFill>
                <a:latin typeface="Yu Gothic"/>
                <a:ea typeface="Yu Gothic"/>
                <a:cs typeface="Yu Gothic"/>
              </a:rPr>
              <a:t>ADR-0001</a:t>
            </a:r>
          </a:p>
          <a:p xmlns:a="http://schemas.openxmlformats.org/drawingml/2006/main">
            <a:r>
              <a:t/>
            </a:r>
          </a:p>
          <a:p xmlns:a="http://schemas.openxmlformats.org/drawingml/2006/main">
            <a:pPr algn="l">
              <a:defRPr sz="1275" b="0">
                <a:solidFill>
                  <a:srgbClr val="52607A"/>
                </a:solidFill>
                <a:latin typeface="Yu Gothic"/>
                <a:ea typeface="Yu Gothic"/>
                <a:cs typeface="Yu Gothic"/>
              </a:defRPr>
            </a:pPr>
            <a:r>
              <a:rPr sz="1275" b="0">
                <a:solidFill>
                  <a:srgbClr val="52607A"/>
                </a:solidFill>
                <a:latin typeface="Yu Gothic"/>
                <a:ea typeface="Yu Gothic"/>
                <a:cs typeface="Yu Gothic"/>
              </a:rPr>
              <a:t>古いdocsは鵜呑みにせず、コードとテストで確認する。</a:t>
            </a:r>
          </a:p>
        </p:txBody>
      </p:sp>
      <p:sp>
        <p:nvSpPr>
          <p:cNvPr id="14" name="">
            <a:extLst xmlns:a="http://schemas.openxmlformats.org/drawingml/2006/main">
              <a:ext uri="{FF2B5EF4-FFF2-40B4-BE49-F238E27FC236}">
                <a16:creationId xmlns:a16="http://schemas.microsoft.com/office/drawing/2014/main" id="{5CFB8535-101C-4CC0-909C-3F5BDAB75493}"/>
              </a:ext>
            </a:extLst>
          </p:cNvPr>
          <p:cNvSpPr>
            <a:spLocks xmlns:a="http://schemas.openxmlformats.org/drawingml/2006/main" noGrp="1"/>
          </p:cNvSpPr>
          <p:nvPr/>
        </p:nvSpPr>
        <p:spPr>
          <a:xfrm xmlns:a="http://schemas.openxmlformats.org/drawingml/2006/main">
            <a:off x="4324350" y="1752600"/>
            <a:ext cx="3714750" cy="2095500"/>
          </a:xfrm>
          <a:prstGeom xmlns:a="http://schemas.openxmlformats.org/drawingml/2006/main" prst="rect">
            <a:avLst/>
          </a:prstGeom>
          <a:solidFill xmlns:a="http://schemas.openxmlformats.org/drawingml/2006/main">
            <a:srgbClr val="172452"/>
          </a:solidFill>
          <a:ln xmlns:a="http://schemas.openxmlformats.org/drawingml/2006/main" w="9525">
            <a:solidFill>
              <a:srgbClr val="172452"/>
            </a:solidFill>
            <a:prstDash val="solid"/>
          </a:ln>
        </p:spPr>
      </p:sp>
      <p:sp>
        <p:nvSpPr>
          <p:cNvPr id="15" name="">
            <a:extLst xmlns:a="http://schemas.openxmlformats.org/drawingml/2006/main">
              <a:ext uri="{FF2B5EF4-FFF2-40B4-BE49-F238E27FC236}">
                <a16:creationId xmlns:a16="http://schemas.microsoft.com/office/drawing/2014/main" id="{E22ACAC6-5D24-44EE-96D0-8F504898D2A5}"/>
              </a:ext>
            </a:extLst>
          </p:cNvPr>
          <p:cNvSpPr>
            <a:spLocks xmlns:a="http://schemas.openxmlformats.org/drawingml/2006/main" noGrp="1"/>
          </p:cNvSpPr>
          <p:nvPr/>
        </p:nvSpPr>
        <p:spPr>
          <a:xfrm xmlns:a="http://schemas.openxmlformats.org/drawingml/2006/main">
            <a:off x="4533900" y="1943100"/>
            <a:ext cx="32956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F8FAFC"/>
                </a:solidFill>
                <a:latin typeface="Menlo"/>
                <a:ea typeface="Menlo"/>
                <a:cs typeface="Menlo"/>
              </a:defRPr>
            </a:pPr>
            <a:r>
              <a:rPr sz="900" b="0">
                <a:solidFill>
                  <a:srgbClr val="F8FAFC"/>
                </a:solidFill>
                <a:latin typeface="Menlo"/>
                <a:ea typeface="Menlo"/>
                <a:cs typeface="Menlo"/>
              </a:rPr>
              <a:t>そのまま貼るプロンプト</a:t>
            </a:r>
          </a:p>
          <a:p xmlns:a="http://schemas.openxmlformats.org/drawingml/2006/main">
            <a:pPr algn="l">
              <a:defRPr sz="900" b="0">
                <a:solidFill>
                  <a:srgbClr val="F8FAFC"/>
                </a:solidFill>
                <a:latin typeface="Menlo"/>
                <a:ea typeface="Menlo"/>
                <a:cs typeface="Menlo"/>
              </a:defRPr>
            </a:pPr>
            <a:r>
              <a:rPr sz="900" b="0">
                <a:solidFill>
                  <a:srgbClr val="F8FAFC"/>
                </a:solidFill>
                <a:latin typeface="Menlo"/>
                <a:ea typeface="Menlo"/>
                <a:cs typeface="Menlo"/>
              </a:rPr>
              <a:t>AGENTS.mdを読んだ上で、</a:t>
            </a:r>
          </a:p>
          <a:p xmlns:a="http://schemas.openxmlformats.org/drawingml/2006/main">
            <a:pPr algn="l">
              <a:defRPr sz="900" b="0">
                <a:solidFill>
                  <a:srgbClr val="F8FAFC"/>
                </a:solidFill>
                <a:latin typeface="Menlo"/>
                <a:ea typeface="Menlo"/>
                <a:cs typeface="Menlo"/>
              </a:defRPr>
            </a:pPr>
            <a:r>
              <a:rPr sz="900" b="0">
                <a:solidFill>
                  <a:srgbClr val="F8FAFC"/>
                </a:solidFill>
                <a:latin typeface="Menlo"/>
                <a:ea typeface="Menlo"/>
                <a:cs typeface="Menlo"/>
              </a:rPr>
              <a:t>CR-2026-06-26-free-shipping-thresholdを実装してください。</a:t>
            </a:r>
          </a:p>
          <a:p xmlns:a="http://schemas.openxmlformats.org/drawingml/2006/main">
            <a:pPr algn="l">
              <a:defRPr sz="900" b="0">
                <a:solidFill>
                  <a:srgbClr val="F8FAFC"/>
                </a:solidFill>
                <a:latin typeface="Menlo"/>
                <a:ea typeface="Menlo"/>
                <a:cs typeface="Menlo"/>
              </a:defRPr>
            </a:pPr>
            <a:r>
              <a:rPr sz="900" b="0">
                <a:solidFill>
                  <a:srgbClr val="F8FAFC"/>
                </a:solidFill>
                <a:latin typeface="Menlo"/>
                <a:ea typeface="Menlo"/>
                <a:cs typeface="Menlo"/>
              </a:rPr>
              <a:t>- 既存testを残す/書き換える/記録へ移す</a:t>
            </a:r>
          </a:p>
          <a:p xmlns:a="http://schemas.openxmlformats.org/drawingml/2006/main">
            <a:pPr algn="l">
              <a:defRPr sz="900" b="0">
                <a:solidFill>
                  <a:srgbClr val="F8FAFC"/>
                </a:solidFill>
                <a:latin typeface="Menlo"/>
                <a:ea typeface="Menlo"/>
                <a:cs typeface="Menlo"/>
              </a:defRPr>
            </a:pPr>
            <a:r>
              <a:rPr sz="900" b="0">
                <a:solidFill>
                  <a:srgbClr val="F8FAFC"/>
                </a:solidFill>
                <a:latin typeface="Menlo"/>
                <a:ea typeface="Menlo"/>
                <a:cs typeface="Menlo"/>
              </a:rPr>
              <a:t>- 4999/5000を6999/7000へ書き換える</a:t>
            </a:r>
          </a:p>
          <a:p xmlns:a="http://schemas.openxmlformats.org/drawingml/2006/main">
            <a:pPr algn="l">
              <a:defRPr sz="900" b="0">
                <a:solidFill>
                  <a:srgbClr val="F8FAFC"/>
                </a:solidFill>
                <a:latin typeface="Menlo"/>
                <a:ea typeface="Menlo"/>
                <a:cs typeface="Menlo"/>
              </a:defRPr>
            </a:pPr>
            <a:r>
              <a:rPr sz="900" b="0">
                <a:solidFill>
                  <a:srgbClr val="F8FAFC"/>
                </a:solidFill>
                <a:latin typeface="Menlo"/>
                <a:ea typeface="Menlo"/>
                <a:cs typeface="Menlo"/>
              </a:rPr>
              <a:t>- spec / ADR / worklogを更新する</a:t>
            </a:r>
          </a:p>
          <a:p xmlns:a="http://schemas.openxmlformats.org/drawingml/2006/main">
            <a:pPr algn="l">
              <a:defRPr sz="900" b="0">
                <a:solidFill>
                  <a:srgbClr val="F8FAFC"/>
                </a:solidFill>
                <a:latin typeface="Menlo"/>
                <a:ea typeface="Menlo"/>
                <a:cs typeface="Menlo"/>
              </a:defRPr>
            </a:pPr>
            <a:r>
              <a:rPr sz="900" b="0">
                <a:solidFill>
                  <a:srgbClr val="F8FAFC"/>
                </a:solidFill>
                <a:latin typeface="Menlo"/>
                <a:ea typeface="Menlo"/>
                <a:cs typeface="Menlo"/>
              </a:rPr>
              <a:t>- 全センサー緑で完了報告する</a:t>
            </a:r>
          </a:p>
        </p:txBody>
      </p:sp>
      <p:sp>
        <p:nvSpPr>
          <p:cNvPr id="16" name="">
            <a:extLst xmlns:a="http://schemas.openxmlformats.org/drawingml/2006/main">
              <a:ext uri="{FF2B5EF4-FFF2-40B4-BE49-F238E27FC236}">
                <a16:creationId xmlns:a16="http://schemas.microsoft.com/office/drawing/2014/main" id="{BBBB4F3E-5A95-4926-9E0D-F4DB047E4613}"/>
              </a:ext>
            </a:extLst>
          </p:cNvPr>
          <p:cNvSpPr>
            <a:spLocks xmlns:a="http://schemas.openxmlformats.org/drawingml/2006/main" noGrp="1"/>
          </p:cNvSpPr>
          <p:nvPr/>
        </p:nvSpPr>
        <p:spPr>
          <a:xfrm xmlns:a="http://schemas.openxmlformats.org/drawingml/2006/main">
            <a:off x="8362950" y="1752600"/>
            <a:ext cx="3028950" cy="2095500"/>
          </a:xfrm>
          <a:prstGeom xmlns:a="http://schemas.openxmlformats.org/drawingml/2006/main" prst="rect">
            <a:avLst/>
          </a:prstGeom>
          <a:solidFill xmlns:a="http://schemas.openxmlformats.org/drawingml/2006/main">
            <a:srgbClr val="FBF8F2"/>
          </a:solidFill>
          <a:ln xmlns:a="http://schemas.openxmlformats.org/drawingml/2006/main" w="9525">
            <a:solidFill>
              <a:srgbClr val="D5CEC4"/>
            </a:solidFill>
            <a:prstDash val="solid"/>
          </a:ln>
        </p:spPr>
      </p:sp>
      <p:sp>
        <p:nvSpPr>
          <p:cNvPr id="17" name="">
            <a:extLst xmlns:a="http://schemas.openxmlformats.org/drawingml/2006/main">
              <a:ext uri="{FF2B5EF4-FFF2-40B4-BE49-F238E27FC236}">
                <a16:creationId xmlns:a16="http://schemas.microsoft.com/office/drawing/2014/main" id="{206BDDAC-C2AA-404E-888A-DCA86091D5D1}"/>
              </a:ext>
            </a:extLst>
          </p:cNvPr>
          <p:cNvSpPr>
            <a:spLocks xmlns:a="http://schemas.openxmlformats.org/drawingml/2006/main" noGrp="1"/>
          </p:cNvSpPr>
          <p:nvPr/>
        </p:nvSpPr>
        <p:spPr>
          <a:xfrm xmlns:a="http://schemas.openxmlformats.org/drawingml/2006/main">
            <a:off x="8362950" y="1752600"/>
            <a:ext cx="66675" cy="2095500"/>
          </a:xfrm>
          <a:prstGeom xmlns:a="http://schemas.openxmlformats.org/drawingml/2006/main" prst="rect">
            <a:avLst/>
          </a:prstGeom>
          <a:solidFill xmlns:a="http://schemas.openxmlformats.org/drawingml/2006/main">
            <a:srgbClr val="C85B1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4E71146-D240-4B10-A270-185B736AD132}"/>
              </a:ext>
            </a:extLst>
          </p:cNvPr>
          <p:cNvSpPr>
            <a:spLocks xmlns:a="http://schemas.openxmlformats.org/drawingml/2006/main" noGrp="1"/>
          </p:cNvSpPr>
          <p:nvPr/>
        </p:nvSpPr>
        <p:spPr>
          <a:xfrm xmlns:a="http://schemas.openxmlformats.org/drawingml/2006/main">
            <a:off x="8591550" y="190500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C85B1A"/>
                </a:solidFill>
                <a:latin typeface="Yu Gothic"/>
                <a:ea typeface="Yu Gothic"/>
                <a:cs typeface="Yu Gothic"/>
              </a:defRPr>
            </a:pPr>
            <a:r>
              <a:rPr sz="1500" b="1">
                <a:solidFill>
                  <a:srgbClr val="C85B1A"/>
                </a:solidFill>
                <a:latin typeface="Yu Gothic"/>
                <a:ea typeface="Yu Gothic"/>
                <a:cs typeface="Yu Gothic"/>
              </a:rPr>
              <a:t>AIが生成/更新するもの</a:t>
            </a:r>
          </a:p>
        </p:txBody>
      </p:sp>
      <p:sp>
        <p:nvSpPr>
          <p:cNvPr id="19" name="">
            <a:extLst xmlns:a="http://schemas.openxmlformats.org/drawingml/2006/main">
              <a:ext uri="{FF2B5EF4-FFF2-40B4-BE49-F238E27FC236}">
                <a16:creationId xmlns:a16="http://schemas.microsoft.com/office/drawing/2014/main" id="{40491107-8925-4E2E-A526-1F0B142949E0}"/>
              </a:ext>
            </a:extLst>
          </p:cNvPr>
          <p:cNvSpPr>
            <a:spLocks xmlns:a="http://schemas.openxmlformats.org/drawingml/2006/main" noGrp="1"/>
          </p:cNvSpPr>
          <p:nvPr/>
        </p:nvSpPr>
        <p:spPr>
          <a:xfrm xmlns:a="http://schemas.openxmlformats.org/drawingml/2006/main">
            <a:off x="8591550" y="2286000"/>
            <a:ext cx="257175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2607A"/>
                </a:solidFill>
                <a:latin typeface="Yu Gothic"/>
                <a:ea typeface="Yu Gothic"/>
                <a:cs typeface="Yu Gothic"/>
              </a:defRPr>
            </a:pPr>
            <a:r>
              <a:rPr sz="1350" b="0">
                <a:solidFill>
                  <a:srgbClr val="52607A"/>
                </a:solidFill>
                <a:latin typeface="Yu Gothic"/>
                <a:ea typeface="Yu Gothic"/>
                <a:cs typeface="Yu Gothic"/>
              </a:rPr>
              <a:t>src/config/pricing.js</a:t>
            </a:r>
          </a:p>
          <a:p xmlns:a="http://schemas.openxmlformats.org/drawingml/2006/main">
            <a:pPr algn="l">
              <a:defRPr sz="1350" b="0">
                <a:solidFill>
                  <a:srgbClr val="52607A"/>
                </a:solidFill>
                <a:latin typeface="Yu Gothic"/>
                <a:ea typeface="Yu Gothic"/>
                <a:cs typeface="Yu Gothic"/>
              </a:defRPr>
            </a:pPr>
            <a:r>
              <a:rPr sz="1350" b="0">
                <a:solidFill>
                  <a:srgbClr val="52607A"/>
                </a:solidFill>
                <a:latin typeface="Yu Gothic"/>
                <a:ea typeface="Yu Gothic"/>
                <a:cs typeface="Yu Gothic"/>
              </a:rPr>
              <a:t>境界値テスト</a:t>
            </a:r>
          </a:p>
          <a:p xmlns:a="http://schemas.openxmlformats.org/drawingml/2006/main">
            <a:pPr algn="l">
              <a:defRPr sz="1350" b="0">
                <a:solidFill>
                  <a:srgbClr val="52607A"/>
                </a:solidFill>
                <a:latin typeface="Yu Gothic"/>
                <a:ea typeface="Yu Gothic"/>
                <a:cs typeface="Yu Gothic"/>
              </a:defRPr>
            </a:pPr>
            <a:r>
              <a:rPr sz="1350" b="0">
                <a:solidFill>
                  <a:srgbClr val="52607A"/>
                </a:solidFill>
                <a:latin typeface="Yu Gothic"/>
                <a:ea typeface="Yu Gothic"/>
                <a:cs typeface="Yu Gothic"/>
              </a:rPr>
              <a:t>order-estimate.md</a:t>
            </a:r>
          </a:p>
          <a:p xmlns:a="http://schemas.openxmlformats.org/drawingml/2006/main">
            <a:pPr algn="l">
              <a:defRPr sz="1350" b="0">
                <a:solidFill>
                  <a:srgbClr val="52607A"/>
                </a:solidFill>
                <a:latin typeface="Yu Gothic"/>
                <a:ea typeface="Yu Gothic"/>
                <a:cs typeface="Yu Gothic"/>
              </a:defRPr>
            </a:pPr>
            <a:r>
              <a:rPr sz="1350" b="0">
                <a:solidFill>
                  <a:srgbClr val="52607A"/>
                </a:solidFill>
                <a:latin typeface="Yu Gothic"/>
                <a:ea typeface="Yu Gothic"/>
                <a:cs typeface="Yu Gothic"/>
              </a:rPr>
              <a:t>ADR</a:t>
            </a:r>
          </a:p>
          <a:p xmlns:a="http://schemas.openxmlformats.org/drawingml/2006/main">
            <a:pPr algn="l">
              <a:defRPr sz="1350" b="0">
                <a:solidFill>
                  <a:srgbClr val="52607A"/>
                </a:solidFill>
                <a:latin typeface="Yu Gothic"/>
                <a:ea typeface="Yu Gothic"/>
                <a:cs typeface="Yu Gothic"/>
              </a:defRPr>
            </a:pPr>
            <a:r>
              <a:rPr sz="1350" b="0">
                <a:solidFill>
                  <a:srgbClr val="52607A"/>
                </a:solidFill>
                <a:latin typeface="Yu Gothic"/>
                <a:ea typeface="Yu Gothic"/>
                <a:cs typeface="Yu Gothic"/>
              </a:rPr>
              <a:t>worklog</a:t>
            </a:r>
          </a:p>
        </p:txBody>
      </p:sp>
      <p:sp>
        <p:nvSpPr>
          <p:cNvPr id="20" name="">
            <a:extLst xmlns:a="http://schemas.openxmlformats.org/drawingml/2006/main">
              <a:ext uri="{FF2B5EF4-FFF2-40B4-BE49-F238E27FC236}">
                <a16:creationId xmlns:a16="http://schemas.microsoft.com/office/drawing/2014/main" id="{042054E6-5994-42CB-849C-31A12E555049}"/>
              </a:ext>
            </a:extLst>
          </p:cNvPr>
          <p:cNvSpPr>
            <a:spLocks xmlns:a="http://schemas.openxmlformats.org/drawingml/2006/main" noGrp="1"/>
          </p:cNvSpPr>
          <p:nvPr/>
        </p:nvSpPr>
        <p:spPr>
          <a:xfrm xmlns:a="http://schemas.openxmlformats.org/drawingml/2006/main">
            <a:off x="685800" y="4229100"/>
            <a:ext cx="5048250" cy="1104900"/>
          </a:xfrm>
          <a:prstGeom xmlns:a="http://schemas.openxmlformats.org/drawingml/2006/main" prst="rect">
            <a:avLst/>
          </a:prstGeom>
          <a:solidFill xmlns:a="http://schemas.openxmlformats.org/drawingml/2006/main">
            <a:srgbClr val="F2F7EF"/>
          </a:solidFill>
          <a:ln xmlns:a="http://schemas.openxmlformats.org/drawingml/2006/main" w="9525">
            <a:solidFill>
              <a:srgbClr val="BFD3B8"/>
            </a:solidFill>
            <a:prstDash val="solid"/>
          </a:ln>
        </p:spPr>
      </p:sp>
      <p:sp>
        <p:nvSpPr>
          <p:cNvPr id="21" name="">
            <a:extLst xmlns:a="http://schemas.openxmlformats.org/drawingml/2006/main">
              <a:ext uri="{FF2B5EF4-FFF2-40B4-BE49-F238E27FC236}">
                <a16:creationId xmlns:a16="http://schemas.microsoft.com/office/drawing/2014/main" id="{65CD2528-8FBB-4527-B04F-15E119E4EFFE}"/>
              </a:ext>
            </a:extLst>
          </p:cNvPr>
          <p:cNvSpPr>
            <a:spLocks xmlns:a="http://schemas.openxmlformats.org/drawingml/2006/main" noGrp="1"/>
          </p:cNvSpPr>
          <p:nvPr/>
        </p:nvSpPr>
        <p:spPr>
          <a:xfrm xmlns:a="http://schemas.openxmlformats.org/drawingml/2006/main">
            <a:off x="685800" y="4229100"/>
            <a:ext cx="66675" cy="1104900"/>
          </a:xfrm>
          <a:prstGeom xmlns:a="http://schemas.openxmlformats.org/drawingml/2006/main" prst="rect">
            <a:avLst/>
          </a:prstGeom>
          <a:solidFill xmlns:a="http://schemas.openxmlformats.org/drawingml/2006/main">
            <a:srgbClr val="33824A"/>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70E84FF6-B9C4-4562-9F0B-52AFA92DD68B}"/>
              </a:ext>
            </a:extLst>
          </p:cNvPr>
          <p:cNvSpPr>
            <a:spLocks xmlns:a="http://schemas.openxmlformats.org/drawingml/2006/main" noGrp="1"/>
          </p:cNvSpPr>
          <p:nvPr/>
        </p:nvSpPr>
        <p:spPr>
          <a:xfrm xmlns:a="http://schemas.openxmlformats.org/drawingml/2006/main">
            <a:off x="914400" y="4381500"/>
            <a:ext cx="459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33824A"/>
                </a:solidFill>
                <a:latin typeface="Yu Gothic"/>
                <a:ea typeface="Yu Gothic"/>
                <a:cs typeface="Yu Gothic"/>
              </a:defRPr>
            </a:pPr>
            <a:r>
              <a:rPr sz="1500" b="1">
                <a:solidFill>
                  <a:srgbClr val="33824A"/>
                </a:solidFill>
                <a:latin typeface="Yu Gothic"/>
                <a:ea typeface="Yu Gothic"/>
                <a:cs typeface="Yu Gothic"/>
              </a:rPr>
              <a:t>達成できたこと</a:t>
            </a:r>
          </a:p>
        </p:txBody>
      </p:sp>
      <p:sp>
        <p:nvSpPr>
          <p:cNvPr id="23" name="">
            <a:extLst xmlns:a="http://schemas.openxmlformats.org/drawingml/2006/main">
              <a:ext uri="{FF2B5EF4-FFF2-40B4-BE49-F238E27FC236}">
                <a16:creationId xmlns:a16="http://schemas.microsoft.com/office/drawing/2014/main" id="{2009F474-943D-4011-A8B9-CDA70543FA7B}"/>
              </a:ext>
            </a:extLst>
          </p:cNvPr>
          <p:cNvSpPr>
            <a:spLocks xmlns:a="http://schemas.openxmlformats.org/drawingml/2006/main" noGrp="1"/>
          </p:cNvSpPr>
          <p:nvPr/>
        </p:nvSpPr>
        <p:spPr>
          <a:xfrm xmlns:a="http://schemas.openxmlformats.org/drawingml/2006/main">
            <a:off x="914400" y="4762500"/>
            <a:ext cx="4591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2607A"/>
                </a:solidFill>
                <a:latin typeface="Yu Gothic"/>
                <a:ea typeface="Yu Gothic"/>
                <a:cs typeface="Yu Gothic"/>
              </a:defRPr>
            </a:pPr>
            <a:r>
              <a:rPr sz="1275" b="0">
                <a:solidFill>
                  <a:srgbClr val="52607A"/>
                </a:solidFill>
                <a:latin typeface="Yu Gothic"/>
                <a:ea typeface="Yu Gothic"/>
                <a:cs typeface="Yu Gothic"/>
              </a:rPr>
              <a:t>作業前提と確認が揃った</a:t>
            </a:r>
          </a:p>
        </p:txBody>
      </p:sp>
      <p:sp>
        <p:nvSpPr>
          <p:cNvPr id="24" name="">
            <a:extLst xmlns:a="http://schemas.openxmlformats.org/drawingml/2006/main">
              <a:ext uri="{FF2B5EF4-FFF2-40B4-BE49-F238E27FC236}">
                <a16:creationId xmlns:a16="http://schemas.microsoft.com/office/drawing/2014/main" id="{7F476FBF-2DF8-41C3-A916-0BBA9CE2033E}"/>
              </a:ext>
            </a:extLst>
          </p:cNvPr>
          <p:cNvSpPr>
            <a:spLocks xmlns:a="http://schemas.openxmlformats.org/drawingml/2006/main" noGrp="1"/>
          </p:cNvSpPr>
          <p:nvPr/>
        </p:nvSpPr>
        <p:spPr>
          <a:xfrm xmlns:a="http://schemas.openxmlformats.org/drawingml/2006/main">
            <a:off x="6076950" y="4229100"/>
            <a:ext cx="5048250" cy="1104900"/>
          </a:xfrm>
          <a:prstGeom xmlns:a="http://schemas.openxmlformats.org/drawingml/2006/main" prst="rect">
            <a:avLst/>
          </a:prstGeom>
          <a:solidFill xmlns:a="http://schemas.openxmlformats.org/drawingml/2006/main">
            <a:srgbClr val="FFF6EE"/>
          </a:solidFill>
          <a:ln xmlns:a="http://schemas.openxmlformats.org/drawingml/2006/main" w="9525">
            <a:solidFill>
              <a:srgbClr val="E3C6A7"/>
            </a:solidFill>
            <a:prstDash val="solid"/>
          </a:ln>
        </p:spPr>
      </p:sp>
      <p:sp>
        <p:nvSpPr>
          <p:cNvPr id="25" name="">
            <a:extLst xmlns:a="http://schemas.openxmlformats.org/drawingml/2006/main">
              <a:ext uri="{FF2B5EF4-FFF2-40B4-BE49-F238E27FC236}">
                <a16:creationId xmlns:a16="http://schemas.microsoft.com/office/drawing/2014/main" id="{A85430ED-A248-434D-B76E-85B63F679E5C}"/>
              </a:ext>
            </a:extLst>
          </p:cNvPr>
          <p:cNvSpPr>
            <a:spLocks xmlns:a="http://schemas.openxmlformats.org/drawingml/2006/main" noGrp="1"/>
          </p:cNvSpPr>
          <p:nvPr/>
        </p:nvSpPr>
        <p:spPr>
          <a:xfrm xmlns:a="http://schemas.openxmlformats.org/drawingml/2006/main">
            <a:off x="6076950" y="4229100"/>
            <a:ext cx="66675" cy="1104900"/>
          </a:xfrm>
          <a:prstGeom xmlns:a="http://schemas.openxmlformats.org/drawingml/2006/main" prst="rect">
            <a:avLst/>
          </a:prstGeom>
          <a:solidFill xmlns:a="http://schemas.openxmlformats.org/drawingml/2006/main">
            <a:srgbClr val="C85B1A"/>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26348B33-5BD6-4485-AD18-2E404FE92F34}"/>
              </a:ext>
            </a:extLst>
          </p:cNvPr>
          <p:cNvSpPr>
            <a:spLocks xmlns:a="http://schemas.openxmlformats.org/drawingml/2006/main" noGrp="1"/>
          </p:cNvSpPr>
          <p:nvPr/>
        </p:nvSpPr>
        <p:spPr>
          <a:xfrm xmlns:a="http://schemas.openxmlformats.org/drawingml/2006/main">
            <a:off x="6305550" y="4381500"/>
            <a:ext cx="459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C85B1A"/>
                </a:solidFill>
                <a:latin typeface="Yu Gothic"/>
                <a:ea typeface="Yu Gothic"/>
                <a:cs typeface="Yu Gothic"/>
              </a:defRPr>
            </a:pPr>
            <a:r>
              <a:rPr sz="1500" b="1">
                <a:solidFill>
                  <a:srgbClr val="C85B1A"/>
                </a:solidFill>
                <a:latin typeface="Yu Gothic"/>
                <a:ea typeface="Yu Gothic"/>
                <a:cs typeface="Yu Gothic"/>
              </a:rPr>
              <a:t>まだ足りないこと</a:t>
            </a:r>
          </a:p>
        </p:txBody>
      </p:sp>
      <p:sp>
        <p:nvSpPr>
          <p:cNvPr id="27" name="">
            <a:extLst xmlns:a="http://schemas.openxmlformats.org/drawingml/2006/main">
              <a:ext uri="{FF2B5EF4-FFF2-40B4-BE49-F238E27FC236}">
                <a16:creationId xmlns:a16="http://schemas.microsoft.com/office/drawing/2014/main" id="{39D9E1CF-96FB-4D46-BF41-13E378BC7111}"/>
              </a:ext>
            </a:extLst>
          </p:cNvPr>
          <p:cNvSpPr>
            <a:spLocks xmlns:a="http://schemas.openxmlformats.org/drawingml/2006/main" noGrp="1"/>
          </p:cNvSpPr>
          <p:nvPr/>
        </p:nvSpPr>
        <p:spPr>
          <a:xfrm xmlns:a="http://schemas.openxmlformats.org/drawingml/2006/main">
            <a:off x="6305550" y="4762500"/>
            <a:ext cx="4591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2607A"/>
                </a:solidFill>
                <a:latin typeface="Yu Gothic"/>
                <a:ea typeface="Yu Gothic"/>
                <a:cs typeface="Yu Gothic"/>
              </a:defRPr>
            </a:pPr>
            <a:r>
              <a:rPr sz="1275" b="0">
                <a:solidFill>
                  <a:srgbClr val="52607A"/>
                </a:solidFill>
                <a:latin typeface="Yu Gothic"/>
                <a:ea typeface="Yu Gothic"/>
                <a:cs typeface="Yu Gothic"/>
              </a:rPr>
              <a:t>出口レビューは人間が行う</a:t>
            </a:r>
          </a:p>
        </p:txBody>
      </p:sp>
      <p:sp>
        <p:nvSpPr>
          <p:cNvPr id="28" name="">
            <a:extLst xmlns:a="http://schemas.openxmlformats.org/drawingml/2006/main">
              <a:ext uri="{FF2B5EF4-FFF2-40B4-BE49-F238E27FC236}">
                <a16:creationId xmlns:a16="http://schemas.microsoft.com/office/drawing/2014/main" id="{43FABA50-75DD-45F0-B0B5-44CD59B1F6D6}"/>
              </a:ext>
            </a:extLst>
          </p:cNvPr>
          <p:cNvSpPr>
            <a:spLocks xmlns:a="http://schemas.openxmlformats.org/drawingml/2006/main" noGrp="1"/>
          </p:cNvSpPr>
          <p:nvPr/>
        </p:nvSpPr>
        <p:spPr>
          <a:xfrm xmlns:a="http://schemas.openxmlformats.org/drawingml/2006/main">
            <a:off x="685800" y="5734050"/>
            <a:ext cx="1657350" cy="476250"/>
          </a:xfrm>
          <a:prstGeom xmlns:a="http://schemas.openxmlformats.org/drawingml/2006/main" prst="rect">
            <a:avLst/>
          </a:prstGeom>
          <a:solidFill xmlns:a="http://schemas.openxmlformats.org/drawingml/2006/main">
            <a:srgbClr val="E4DED4"/>
          </a:solidFill>
          <a:ln xmlns:a="http://schemas.openxmlformats.org/drawingml/2006/main" w="9525">
            <a:solidFill>
              <a:srgbClr val="E4DED4"/>
            </a:solidFill>
            <a:prstDash val="solid"/>
          </a:ln>
        </p:spPr>
      </p:sp>
      <p:sp>
        <p:nvSpPr>
          <p:cNvPr id="29" name="">
            <a:extLst xmlns:a="http://schemas.openxmlformats.org/drawingml/2006/main">
              <a:ext uri="{FF2B5EF4-FFF2-40B4-BE49-F238E27FC236}">
                <a16:creationId xmlns:a16="http://schemas.microsoft.com/office/drawing/2014/main" id="{13D6D3B4-2374-4681-B36A-95A5DC1C3D63}"/>
              </a:ext>
            </a:extLst>
          </p:cNvPr>
          <p:cNvSpPr>
            <a:spLocks xmlns:a="http://schemas.openxmlformats.org/drawingml/2006/main" noGrp="1"/>
          </p:cNvSpPr>
          <p:nvPr/>
        </p:nvSpPr>
        <p:spPr>
          <a:xfrm xmlns:a="http://schemas.openxmlformats.org/drawingml/2006/main">
            <a:off x="8001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L0</a:t>
            </a:r>
          </a:p>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開始前</a:t>
            </a:r>
          </a:p>
        </p:txBody>
      </p:sp>
      <p:sp>
        <p:nvSpPr>
          <p:cNvPr id="30" name="">
            <a:extLst xmlns:a="http://schemas.openxmlformats.org/drawingml/2006/main">
              <a:ext uri="{FF2B5EF4-FFF2-40B4-BE49-F238E27FC236}">
                <a16:creationId xmlns:a16="http://schemas.microsoft.com/office/drawing/2014/main" id="{1AEB7428-706B-4A71-A4D6-37E4A8A49057}"/>
              </a:ext>
            </a:extLst>
          </p:cNvPr>
          <p:cNvSpPr>
            <a:spLocks xmlns:a="http://schemas.openxmlformats.org/drawingml/2006/main" noGrp="1"/>
          </p:cNvSpPr>
          <p:nvPr/>
        </p:nvSpPr>
        <p:spPr>
          <a:xfrm xmlns:a="http://schemas.openxmlformats.org/drawingml/2006/main">
            <a:off x="2438400" y="5734050"/>
            <a:ext cx="1657350" cy="476250"/>
          </a:xfrm>
          <a:prstGeom xmlns:a="http://schemas.openxmlformats.org/drawingml/2006/main" prst="rect">
            <a:avLst/>
          </a:prstGeom>
          <a:solidFill xmlns:a="http://schemas.openxmlformats.org/drawingml/2006/main">
            <a:srgbClr val="E4DED4"/>
          </a:solidFill>
          <a:ln xmlns:a="http://schemas.openxmlformats.org/drawingml/2006/main" w="9525">
            <a:solidFill>
              <a:srgbClr val="E4DED4"/>
            </a:solidFill>
            <a:prstDash val="solid"/>
          </a:ln>
        </p:spPr>
      </p:sp>
      <p:sp>
        <p:nvSpPr>
          <p:cNvPr id="31" name="">
            <a:extLst xmlns:a="http://schemas.openxmlformats.org/drawingml/2006/main">
              <a:ext uri="{FF2B5EF4-FFF2-40B4-BE49-F238E27FC236}">
                <a16:creationId xmlns:a16="http://schemas.microsoft.com/office/drawing/2014/main" id="{309473C0-1190-4213-9752-571789DAFA1B}"/>
              </a:ext>
            </a:extLst>
          </p:cNvPr>
          <p:cNvSpPr>
            <a:spLocks xmlns:a="http://schemas.openxmlformats.org/drawingml/2006/main" noGrp="1"/>
          </p:cNvSpPr>
          <p:nvPr/>
        </p:nvSpPr>
        <p:spPr>
          <a:xfrm xmlns:a="http://schemas.openxmlformats.org/drawingml/2006/main">
            <a:off x="25527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L1</a:t>
            </a:r>
          </a:p>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変更</a:t>
            </a:r>
          </a:p>
        </p:txBody>
      </p:sp>
      <p:sp>
        <p:nvSpPr>
          <p:cNvPr id="32" name="">
            <a:extLst xmlns:a="http://schemas.openxmlformats.org/drawingml/2006/main">
              <a:ext uri="{FF2B5EF4-FFF2-40B4-BE49-F238E27FC236}">
                <a16:creationId xmlns:a16="http://schemas.microsoft.com/office/drawing/2014/main" id="{4892678C-37CD-4D4F-8B03-082330D185A5}"/>
              </a:ext>
            </a:extLst>
          </p:cNvPr>
          <p:cNvSpPr>
            <a:spLocks xmlns:a="http://schemas.openxmlformats.org/drawingml/2006/main" noGrp="1"/>
          </p:cNvSpPr>
          <p:nvPr/>
        </p:nvSpPr>
        <p:spPr>
          <a:xfrm xmlns:a="http://schemas.openxmlformats.org/drawingml/2006/main">
            <a:off x="4191000" y="5734050"/>
            <a:ext cx="1657350" cy="476250"/>
          </a:xfrm>
          <a:prstGeom xmlns:a="http://schemas.openxmlformats.org/drawingml/2006/main" prst="rect">
            <a:avLst/>
          </a:prstGeom>
          <a:solidFill xmlns:a="http://schemas.openxmlformats.org/drawingml/2006/main">
            <a:srgbClr val="E4DED4"/>
          </a:solidFill>
          <a:ln xmlns:a="http://schemas.openxmlformats.org/drawingml/2006/main" w="9525">
            <a:solidFill>
              <a:srgbClr val="E4DED4"/>
            </a:solidFill>
            <a:prstDash val="solid"/>
          </a:ln>
        </p:spPr>
      </p:sp>
      <p:sp>
        <p:nvSpPr>
          <p:cNvPr id="33" name="">
            <a:extLst xmlns:a="http://schemas.openxmlformats.org/drawingml/2006/main">
              <a:ext uri="{FF2B5EF4-FFF2-40B4-BE49-F238E27FC236}">
                <a16:creationId xmlns:a16="http://schemas.microsoft.com/office/drawing/2014/main" id="{F3777DB0-6C79-461E-A77B-DA11022A68EF}"/>
              </a:ext>
            </a:extLst>
          </p:cNvPr>
          <p:cNvSpPr>
            <a:spLocks xmlns:a="http://schemas.openxmlformats.org/drawingml/2006/main" noGrp="1"/>
          </p:cNvSpPr>
          <p:nvPr/>
        </p:nvSpPr>
        <p:spPr>
          <a:xfrm xmlns:a="http://schemas.openxmlformats.org/drawingml/2006/main">
            <a:off x="43053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L2</a:t>
            </a:r>
          </a:p>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挙動</a:t>
            </a:r>
          </a:p>
        </p:txBody>
      </p:sp>
      <p:sp>
        <p:nvSpPr>
          <p:cNvPr id="34" name="">
            <a:extLst xmlns:a="http://schemas.openxmlformats.org/drawingml/2006/main">
              <a:ext uri="{FF2B5EF4-FFF2-40B4-BE49-F238E27FC236}">
                <a16:creationId xmlns:a16="http://schemas.microsoft.com/office/drawing/2014/main" id="{D03BE5E3-031F-4A4C-9E95-742B3F072EA4}"/>
              </a:ext>
            </a:extLst>
          </p:cNvPr>
          <p:cNvSpPr>
            <a:spLocks xmlns:a="http://schemas.openxmlformats.org/drawingml/2006/main" noGrp="1"/>
          </p:cNvSpPr>
          <p:nvPr/>
        </p:nvSpPr>
        <p:spPr>
          <a:xfrm xmlns:a="http://schemas.openxmlformats.org/drawingml/2006/main">
            <a:off x="5943600" y="5734050"/>
            <a:ext cx="1657350" cy="476250"/>
          </a:xfrm>
          <a:prstGeom xmlns:a="http://schemas.openxmlformats.org/drawingml/2006/main" prst="rect">
            <a:avLst/>
          </a:prstGeom>
          <a:solidFill xmlns:a="http://schemas.openxmlformats.org/drawingml/2006/main">
            <a:srgbClr val="E4DED4"/>
          </a:solidFill>
          <a:ln xmlns:a="http://schemas.openxmlformats.org/drawingml/2006/main" w="9525">
            <a:solidFill>
              <a:srgbClr val="E4DED4"/>
            </a:solidFill>
            <a:prstDash val="solid"/>
          </a:ln>
        </p:spPr>
      </p:sp>
      <p:sp>
        <p:nvSpPr>
          <p:cNvPr id="35" name="">
            <a:extLst xmlns:a="http://schemas.openxmlformats.org/drawingml/2006/main">
              <a:ext uri="{FF2B5EF4-FFF2-40B4-BE49-F238E27FC236}">
                <a16:creationId xmlns:a16="http://schemas.microsoft.com/office/drawing/2014/main" id="{16849779-8C6A-44D6-B4A0-A6EAD3E58E51}"/>
              </a:ext>
            </a:extLst>
          </p:cNvPr>
          <p:cNvSpPr>
            <a:spLocks xmlns:a="http://schemas.openxmlformats.org/drawingml/2006/main" noGrp="1"/>
          </p:cNvSpPr>
          <p:nvPr/>
        </p:nvSpPr>
        <p:spPr>
          <a:xfrm xmlns:a="http://schemas.openxmlformats.org/drawingml/2006/main">
            <a:off x="60579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L3</a:t>
            </a:r>
          </a:p>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構造</a:t>
            </a:r>
          </a:p>
        </p:txBody>
      </p:sp>
      <p:sp>
        <p:nvSpPr>
          <p:cNvPr id="36" name="">
            <a:extLst xmlns:a="http://schemas.openxmlformats.org/drawingml/2006/main">
              <a:ext uri="{FF2B5EF4-FFF2-40B4-BE49-F238E27FC236}">
                <a16:creationId xmlns:a16="http://schemas.microsoft.com/office/drawing/2014/main" id="{CA3CCB4A-25B7-442E-8102-6DBDE294D9D2}"/>
              </a:ext>
            </a:extLst>
          </p:cNvPr>
          <p:cNvSpPr>
            <a:spLocks xmlns:a="http://schemas.openxmlformats.org/drawingml/2006/main" noGrp="1"/>
          </p:cNvSpPr>
          <p:nvPr/>
        </p:nvSpPr>
        <p:spPr>
          <a:xfrm xmlns:a="http://schemas.openxmlformats.org/drawingml/2006/main">
            <a:off x="7696200" y="5734050"/>
            <a:ext cx="1657350" cy="476250"/>
          </a:xfrm>
          <a:prstGeom xmlns:a="http://schemas.openxmlformats.org/drawingml/2006/main" prst="rect">
            <a:avLst/>
          </a:prstGeom>
          <a:solidFill xmlns:a="http://schemas.openxmlformats.org/drawingml/2006/main">
            <a:srgbClr val="33824A"/>
          </a:solidFill>
          <a:ln xmlns:a="http://schemas.openxmlformats.org/drawingml/2006/main" w="9525">
            <a:solidFill>
              <a:srgbClr val="33824A"/>
            </a:solidFill>
            <a:prstDash val="solid"/>
          </a:ln>
        </p:spPr>
      </p:sp>
      <p:sp>
        <p:nvSpPr>
          <p:cNvPr id="37" name="">
            <a:extLst xmlns:a="http://schemas.openxmlformats.org/drawingml/2006/main">
              <a:ext uri="{FF2B5EF4-FFF2-40B4-BE49-F238E27FC236}">
                <a16:creationId xmlns:a16="http://schemas.microsoft.com/office/drawing/2014/main" id="{2E438D83-C284-4C49-AA54-B7A48476A0A8}"/>
              </a:ext>
            </a:extLst>
          </p:cNvPr>
          <p:cNvSpPr>
            <a:spLocks xmlns:a="http://schemas.openxmlformats.org/drawingml/2006/main" noGrp="1"/>
          </p:cNvSpPr>
          <p:nvPr/>
        </p:nvSpPr>
        <p:spPr>
          <a:xfrm xmlns:a="http://schemas.openxmlformats.org/drawingml/2006/main">
            <a:off x="78105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Yu Gothic"/>
                <a:ea typeface="Yu Gothic"/>
                <a:cs typeface="Yu Gothic"/>
              </a:defRPr>
            </a:pPr>
            <a:r>
              <a:rPr sz="1050" b="1">
                <a:solidFill>
                  <a:srgbClr val="FFFFFF"/>
                </a:solidFill>
                <a:latin typeface="Yu Gothic"/>
                <a:ea typeface="Yu Gothic"/>
                <a:cs typeface="Yu Gothic"/>
              </a:rPr>
              <a:t>L4</a:t>
            </a:r>
          </a:p>
          <a:p xmlns:a="http://schemas.openxmlformats.org/drawingml/2006/main">
            <a:pPr algn="ctr">
              <a:defRPr sz="1050" b="1">
                <a:solidFill>
                  <a:srgbClr val="FFFFFF"/>
                </a:solidFill>
                <a:latin typeface="Yu Gothic"/>
                <a:ea typeface="Yu Gothic"/>
                <a:cs typeface="Yu Gothic"/>
              </a:defRPr>
            </a:pPr>
            <a:r>
              <a:rPr sz="1050" b="1">
                <a:solidFill>
                  <a:srgbClr val="FFFFFF"/>
                </a:solidFill>
                <a:latin typeface="Yu Gothic"/>
                <a:ea typeface="Yu Gothic"/>
                <a:cs typeface="Yu Gothic"/>
              </a:rPr>
              <a:t>候補</a:t>
            </a:r>
          </a:p>
        </p:txBody>
      </p:sp>
      <p:sp>
        <p:nvSpPr>
          <p:cNvPr id="38" name="">
            <a:extLst xmlns:a="http://schemas.openxmlformats.org/drawingml/2006/main">
              <a:ext uri="{FF2B5EF4-FFF2-40B4-BE49-F238E27FC236}">
                <a16:creationId xmlns:a16="http://schemas.microsoft.com/office/drawing/2014/main" id="{13902222-1C39-40AC-BE20-4E421F865C6E}"/>
              </a:ext>
            </a:extLst>
          </p:cNvPr>
          <p:cNvSpPr>
            <a:spLocks xmlns:a="http://schemas.openxmlformats.org/drawingml/2006/main" noGrp="1"/>
          </p:cNvSpPr>
          <p:nvPr/>
        </p:nvSpPr>
        <p:spPr>
          <a:xfrm xmlns:a="http://schemas.openxmlformats.org/drawingml/2006/main">
            <a:off x="9448800" y="5734050"/>
            <a:ext cx="1657350" cy="476250"/>
          </a:xfrm>
          <a:prstGeom xmlns:a="http://schemas.openxmlformats.org/drawingml/2006/main" prst="rect">
            <a:avLst/>
          </a:prstGeom>
          <a:solidFill xmlns:a="http://schemas.openxmlformats.org/drawingml/2006/main">
            <a:srgbClr val="E4DED4"/>
          </a:solidFill>
          <a:ln xmlns:a="http://schemas.openxmlformats.org/drawingml/2006/main" w="9525">
            <a:solidFill>
              <a:srgbClr val="E4DED4"/>
            </a:solidFill>
            <a:prstDash val="solid"/>
          </a:ln>
        </p:spPr>
      </p:sp>
      <p:sp>
        <p:nvSpPr>
          <p:cNvPr id="39" name="">
            <a:extLst xmlns:a="http://schemas.openxmlformats.org/drawingml/2006/main">
              <a:ext uri="{FF2B5EF4-FFF2-40B4-BE49-F238E27FC236}">
                <a16:creationId xmlns:a16="http://schemas.microsoft.com/office/drawing/2014/main" id="{98240F3D-93E7-4847-B238-B09AF1068E18}"/>
              </a:ext>
            </a:extLst>
          </p:cNvPr>
          <p:cNvSpPr>
            <a:spLocks xmlns:a="http://schemas.openxmlformats.org/drawingml/2006/main" noGrp="1"/>
          </p:cNvSpPr>
          <p:nvPr/>
        </p:nvSpPr>
        <p:spPr>
          <a:xfrm xmlns:a="http://schemas.openxmlformats.org/drawingml/2006/main">
            <a:off x="95631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L5</a:t>
            </a:r>
          </a:p>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介入圧縮</a:t>
            </a:r>
          </a:p>
        </p:txBody>
      </p:sp>
    </p:spTree>
    <p:extLst>
      <p:ext uri="{BB962C8B-B14F-4D97-AF65-F5344CB8AC3E}">
        <p14:creationId xmlns:p14="http://schemas.microsoft.com/office/powerpoint/2010/main" val="337813946"/>
      </p:ext>
    </p:extLst>
  </p:cSld>
</p:sld>
</file>

<file path=ppt/slides/slide22.xml><?xml version="1.0" encoding="utf-8"?>
<p:sld xmlns:p="http://schemas.openxmlformats.org/presentationml/2006/main">
  <p:cSld>
    <p:bg>
      <p:bgPr>
        <a:solidFill xmlns:a="http://schemas.openxmlformats.org/drawingml/2006/main">
          <a:srgbClr val="ECE7E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E98FADB-DE21-4823-B1D5-0097A6A7396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245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153A385-F83C-40AD-AB06-F50D85A22CDE}"/>
              </a:ext>
            </a:extLst>
          </p:cNvPr>
          <p:cNvSpPr>
            <a:spLocks xmlns:a="http://schemas.openxmlformats.org/drawingml/2006/main" noGrp="1"/>
          </p:cNvSpPr>
          <p:nvPr/>
        </p:nvSpPr>
        <p:spPr>
          <a:xfrm xmlns:a="http://schemas.openxmlformats.org/drawingml/2006/main">
            <a:off x="514350" y="400050"/>
            <a:ext cx="76200" cy="266700"/>
          </a:xfrm>
          <a:prstGeom xmlns:a="http://schemas.openxmlformats.org/drawingml/2006/main" prst="rect">
            <a:avLst/>
          </a:prstGeom>
          <a:solidFill xmlns:a="http://schemas.openxmlformats.org/drawingml/2006/main">
            <a:srgbClr val="33824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714B917-42F6-4A68-8261-D49A7DFBA5F8}"/>
              </a:ext>
            </a:extLst>
          </p:cNvPr>
          <p:cNvSpPr>
            <a:spLocks xmlns:a="http://schemas.openxmlformats.org/drawingml/2006/main" noGrp="1"/>
          </p:cNvSpPr>
          <p:nvPr/>
        </p:nvSpPr>
        <p:spPr>
          <a:xfrm xmlns:a="http://schemas.openxmlformats.org/drawingml/2006/main">
            <a:off x="704850" y="381000"/>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33824A"/>
                </a:solidFill>
                <a:latin typeface="Yu Gothic"/>
                <a:ea typeface="Yu Gothic"/>
                <a:cs typeface="Yu Gothic"/>
              </a:defRPr>
            </a:pPr>
            <a:r>
              <a:rPr sz="975" b="1">
                <a:solidFill>
                  <a:srgbClr val="33824A"/>
                </a:solidFill>
                <a:latin typeface="Yu Gothic"/>
                <a:ea typeface="Yu Gothic"/>
                <a:cs typeface="Yu Gothic"/>
              </a:rPr>
              <a:t>RED TO GREEN</a:t>
            </a:r>
          </a:p>
        </p:txBody>
      </p:sp>
      <p:sp>
        <p:nvSpPr>
          <p:cNvPr id="4" name="">
            <a:extLst xmlns:a="http://schemas.openxmlformats.org/drawingml/2006/main">
              <a:ext uri="{FF2B5EF4-FFF2-40B4-BE49-F238E27FC236}">
                <a16:creationId xmlns:a16="http://schemas.microsoft.com/office/drawing/2014/main" id="{0A132105-DA42-4084-95A9-85A5AEE79428}"/>
              </a:ext>
            </a:extLst>
          </p:cNvPr>
          <p:cNvSpPr>
            <a:spLocks xmlns:a="http://schemas.openxmlformats.org/drawingml/2006/main" noGrp="1"/>
          </p:cNvSpPr>
          <p:nvPr/>
        </p:nvSpPr>
        <p:spPr>
          <a:xfrm xmlns:a="http://schemas.openxmlformats.org/drawingml/2006/main">
            <a:off x="533400" y="857250"/>
            <a:ext cx="1000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72452"/>
                </a:solidFill>
                <a:latin typeface="Yu Gothic"/>
                <a:ea typeface="Yu Gothic"/>
                <a:cs typeface="Yu Gothic"/>
              </a:defRPr>
            </a:pPr>
            <a:r>
              <a:rPr sz="2700" b="1">
                <a:solidFill>
                  <a:srgbClr val="172452"/>
                </a:solidFill>
                <a:latin typeface="Yu Gothic"/>
                <a:ea typeface="Yu Gothic"/>
                <a:cs typeface="Yu Gothic"/>
              </a:rPr>
              <a:t>古い挙動テストを、新仕様の受け入れテストへ変える</a:t>
            </a:r>
          </a:p>
        </p:txBody>
      </p:sp>
      <p:sp>
        <p:nvSpPr>
          <p:cNvPr id="5" name="">
            <a:extLst xmlns:a="http://schemas.openxmlformats.org/drawingml/2006/main">
              <a:ext uri="{FF2B5EF4-FFF2-40B4-BE49-F238E27FC236}">
                <a16:creationId xmlns:a16="http://schemas.microsoft.com/office/drawing/2014/main" id="{DD7CC831-1806-4B82-AC29-71F23DC31AC8}"/>
              </a:ext>
            </a:extLst>
          </p:cNvPr>
          <p:cNvSpPr>
            <a:spLocks xmlns:a="http://schemas.openxmlformats.org/drawingml/2006/main" noGrp="1"/>
          </p:cNvSpPr>
          <p:nvPr/>
        </p:nvSpPr>
        <p:spPr>
          <a:xfrm xmlns:a="http://schemas.openxmlformats.org/drawingml/2006/main">
            <a:off x="11125200" y="632460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52607A"/>
                </a:solidFill>
                <a:latin typeface="Yu Gothic"/>
                <a:ea typeface="Yu Gothic"/>
                <a:cs typeface="Yu Gothic"/>
              </a:defRPr>
            </a:pPr>
            <a:r>
              <a:rPr sz="900" b="0">
                <a:solidFill>
                  <a:srgbClr val="52607A"/>
                </a:solidFill>
                <a:latin typeface="Yu Gothic"/>
                <a:ea typeface="Yu Gothic"/>
                <a:cs typeface="Yu Gothic"/>
              </a:rPr>
              <a:t>22</a:t>
            </a:r>
          </a:p>
        </p:txBody>
      </p:sp>
      <p:sp>
        <p:nvSpPr>
          <p:cNvPr id="6" name="">
            <a:extLst xmlns:a="http://schemas.openxmlformats.org/drawingml/2006/main">
              <a:ext uri="{FF2B5EF4-FFF2-40B4-BE49-F238E27FC236}">
                <a16:creationId xmlns:a16="http://schemas.microsoft.com/office/drawing/2014/main" id="{254D8444-E36F-451A-81BB-629881B2815E}"/>
              </a:ext>
            </a:extLst>
          </p:cNvPr>
          <p:cNvSpPr>
            <a:spLocks xmlns:a="http://schemas.openxmlformats.org/drawingml/2006/main" noGrp="1"/>
          </p:cNvSpPr>
          <p:nvPr/>
        </p:nvSpPr>
        <p:spPr>
          <a:xfrm xmlns:a="http://schemas.openxmlformats.org/drawingml/2006/main">
            <a:off x="742950" y="1676400"/>
            <a:ext cx="7000875" cy="3143250"/>
          </a:xfrm>
          <a:prstGeom xmlns:a="http://schemas.openxmlformats.org/drawingml/2006/main" prst="rect">
            <a:avLst/>
          </a:prstGeom>
          <a:solidFill xmlns:a="http://schemas.openxmlformats.org/drawingml/2006/main">
            <a:srgbClr val="172452"/>
          </a:solidFill>
          <a:ln xmlns:a="http://schemas.openxmlformats.org/drawingml/2006/main" w="9525">
            <a:solidFill>
              <a:srgbClr val="172452"/>
            </a:solidFill>
            <a:prstDash val="solid"/>
          </a:ln>
        </p:spPr>
      </p:sp>
      <p:sp>
        <p:nvSpPr>
          <p:cNvPr id="7" name="">
            <a:extLst xmlns:a="http://schemas.openxmlformats.org/drawingml/2006/main">
              <a:ext uri="{FF2B5EF4-FFF2-40B4-BE49-F238E27FC236}">
                <a16:creationId xmlns:a16="http://schemas.microsoft.com/office/drawing/2014/main" id="{2D09FC0A-C75E-4EF4-8C69-865C7A84D708}"/>
              </a:ext>
            </a:extLst>
          </p:cNvPr>
          <p:cNvSpPr>
            <a:spLocks xmlns:a="http://schemas.openxmlformats.org/drawingml/2006/main" noGrp="1"/>
          </p:cNvSpPr>
          <p:nvPr/>
        </p:nvSpPr>
        <p:spPr>
          <a:xfrm xmlns:a="http://schemas.openxmlformats.org/drawingml/2006/main">
            <a:off x="952500" y="1866900"/>
            <a:ext cx="6581775" cy="2762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F8FAFC"/>
                </a:solidFill>
                <a:latin typeface="Menlo"/>
                <a:ea typeface="Menlo"/>
                <a:cs typeface="Menlo"/>
              </a:defRPr>
            </a:pPr>
            <a:r>
              <a:rPr sz="1200" b="0">
                <a:solidFill>
                  <a:srgbClr val="F8FAFC"/>
                </a:solidFill>
                <a:latin typeface="Menlo"/>
                <a:ea typeface="Menlo"/>
                <a:cs typeface="Menlo"/>
              </a:rPr>
              <a:t>RED: expected free shipping at 5000, got 500</a:t>
            </a:r>
          </a:p>
          <a:p xmlns:a="http://schemas.openxmlformats.org/drawingml/2006/main">
            <a:r>
              <a:t/>
            </a:r>
          </a:p>
          <a:p xmlns:a="http://schemas.openxmlformats.org/drawingml/2006/main">
            <a:pPr algn="l">
              <a:defRPr sz="1200" b="0">
                <a:solidFill>
                  <a:srgbClr val="F8FAFC"/>
                </a:solidFill>
                <a:latin typeface="Menlo"/>
                <a:ea typeface="Menlo"/>
                <a:cs typeface="Menlo"/>
              </a:defRPr>
            </a:pPr>
            <a:r>
              <a:rPr sz="1200" b="0">
                <a:solidFill>
                  <a:srgbClr val="F8FAFC"/>
                </a:solidFill>
                <a:latin typeface="Menlo"/>
                <a:ea typeface="Menlo"/>
                <a:cs typeface="Menlo"/>
              </a:rPr>
              <a:t>rewrite:</a:t>
            </a:r>
          </a:p>
          <a:p xmlns:a="http://schemas.openxmlformats.org/drawingml/2006/main">
            <a:pPr algn="l">
              <a:defRPr sz="1200" b="0">
                <a:solidFill>
                  <a:srgbClr val="F8FAFC"/>
                </a:solidFill>
                <a:latin typeface="Menlo"/>
                <a:ea typeface="Menlo"/>
                <a:cs typeface="Menlo"/>
              </a:defRPr>
            </a:pPr>
            <a:r>
              <a:rPr sz="1200" b="0">
                <a:solidFill>
                  <a:srgbClr val="F8FAFC"/>
                </a:solidFill>
                <a:latin typeface="Menlo"/>
                <a:ea typeface="Menlo"/>
                <a:cs typeface="Menlo"/>
              </a:rPr>
              <a:t>- 4999 / 5000 -&gt; 6999 / 7000</a:t>
            </a:r>
          </a:p>
          <a:p xmlns:a="http://schemas.openxmlformats.org/drawingml/2006/main">
            <a:pPr algn="l">
              <a:defRPr sz="1200" b="0">
                <a:solidFill>
                  <a:srgbClr val="F8FAFC"/>
                </a:solidFill>
                <a:latin typeface="Menlo"/>
                <a:ea typeface="Menlo"/>
                <a:cs typeface="Menlo"/>
              </a:defRPr>
            </a:pPr>
            <a:r>
              <a:rPr sz="1200" b="0">
                <a:solidFill>
                  <a:srgbClr val="F8FAFC"/>
                </a:solidFill>
                <a:latin typeface="Menlo"/>
                <a:ea typeface="Menlo"/>
                <a:cs typeface="Menlo"/>
              </a:rPr>
              <a:t>- response shape stays</a:t>
            </a:r>
          </a:p>
          <a:p xmlns:a="http://schemas.openxmlformats.org/drawingml/2006/main">
            <a:pPr algn="l">
              <a:defRPr sz="1200" b="0">
                <a:solidFill>
                  <a:srgbClr val="F8FAFC"/>
                </a:solidFill>
                <a:latin typeface="Menlo"/>
                <a:ea typeface="Menlo"/>
                <a:cs typeface="Menlo"/>
              </a:defRPr>
            </a:pPr>
            <a:r>
              <a:rPr sz="1200" b="0">
                <a:solidFill>
                  <a:srgbClr val="F8FAFC"/>
                </a:solidFill>
                <a:latin typeface="Menlo"/>
                <a:ea typeface="Menlo"/>
                <a:cs typeface="Menlo"/>
              </a:rPr>
              <a:t>- invalid input stays</a:t>
            </a:r>
          </a:p>
          <a:p xmlns:a="http://schemas.openxmlformats.org/drawingml/2006/main">
            <a:pPr algn="l">
              <a:defRPr sz="1200" b="0">
                <a:solidFill>
                  <a:srgbClr val="F8FAFC"/>
                </a:solidFill>
                <a:latin typeface="Menlo"/>
                <a:ea typeface="Menlo"/>
                <a:cs typeface="Menlo"/>
              </a:defRPr>
            </a:pPr>
            <a:r>
              <a:rPr sz="1200" b="0">
                <a:solidFill>
                  <a:srgbClr val="F8FAFC"/>
                </a:solidFill>
                <a:latin typeface="Menlo"/>
                <a:ea typeface="Menlo"/>
                <a:cs typeface="Menlo"/>
              </a:rPr>
              <a:t>- total = subtotal + shippingFee stays</a:t>
            </a:r>
          </a:p>
          <a:p xmlns:a="http://schemas.openxmlformats.org/drawingml/2006/main">
            <a:r>
              <a:t/>
            </a:r>
          </a:p>
          <a:p xmlns:a="http://schemas.openxmlformats.org/drawingml/2006/main">
            <a:pPr algn="l">
              <a:defRPr sz="1200" b="0">
                <a:solidFill>
                  <a:srgbClr val="F8FAFC"/>
                </a:solidFill>
                <a:latin typeface="Menlo"/>
                <a:ea typeface="Menlo"/>
                <a:cs typeface="Menlo"/>
              </a:defRPr>
            </a:pPr>
            <a:r>
              <a:rPr sz="1200" b="0">
                <a:solidFill>
                  <a:srgbClr val="F8FAFC"/>
                </a:solidFill>
                <a:latin typeface="Menlo"/>
                <a:ea typeface="Menlo"/>
                <a:cs typeface="Menlo"/>
              </a:rPr>
              <a:t>| sensor | after fix |</a:t>
            </a:r>
          </a:p>
          <a:p xmlns:a="http://schemas.openxmlformats.org/drawingml/2006/main">
            <a:pPr algn="l">
              <a:defRPr sz="1200" b="0">
                <a:solidFill>
                  <a:srgbClr val="F8FAFC"/>
                </a:solidFill>
                <a:latin typeface="Menlo"/>
                <a:ea typeface="Menlo"/>
                <a:cs typeface="Menlo"/>
              </a:defRPr>
            </a:pPr>
            <a:r>
              <a:rPr sz="1200" b="0">
                <a:solidFill>
                  <a:srgbClr val="F8FAFC"/>
                </a:solidFill>
                <a:latin typeface="Menlo"/>
                <a:ea typeface="Menlo"/>
                <a:cs typeface="Menlo"/>
              </a:rPr>
              <a:t>| test | green |</a:t>
            </a:r>
          </a:p>
          <a:p xmlns:a="http://schemas.openxmlformats.org/drawingml/2006/main">
            <a:pPr algn="l">
              <a:defRPr sz="1200" b="0">
                <a:solidFill>
                  <a:srgbClr val="F8FAFC"/>
                </a:solidFill>
                <a:latin typeface="Menlo"/>
                <a:ea typeface="Menlo"/>
                <a:cs typeface="Menlo"/>
              </a:defRPr>
            </a:pPr>
            <a:r>
              <a:rPr sz="1200" b="0">
                <a:solidFill>
                  <a:srgbClr val="F8FAFC"/>
                </a:solidFill>
                <a:latin typeface="Menlo"/>
                <a:ea typeface="Menlo"/>
                <a:cs typeface="Menlo"/>
              </a:rPr>
              <a:t>| policy-boundary | green |</a:t>
            </a:r>
          </a:p>
          <a:p xmlns:a="http://schemas.openxmlformats.org/drawingml/2006/main">
            <a:pPr algn="l">
              <a:defRPr sz="1200" b="0">
                <a:solidFill>
                  <a:srgbClr val="F8FAFC"/>
                </a:solidFill>
                <a:latin typeface="Menlo"/>
                <a:ea typeface="Menlo"/>
                <a:cs typeface="Menlo"/>
              </a:defRPr>
            </a:pPr>
            <a:r>
              <a:rPr sz="1200" b="0">
                <a:solidFill>
                  <a:srgbClr val="F8FAFC"/>
                </a:solidFill>
                <a:latin typeface="Menlo"/>
                <a:ea typeface="Menlo"/>
                <a:cs typeface="Menlo"/>
              </a:rPr>
              <a:t>| APIレスポンス形式 | green |</a:t>
            </a:r>
          </a:p>
        </p:txBody>
      </p:sp>
      <p:sp>
        <p:nvSpPr>
          <p:cNvPr id="8" name="">
            <a:extLst xmlns:a="http://schemas.openxmlformats.org/drawingml/2006/main">
              <a:ext uri="{FF2B5EF4-FFF2-40B4-BE49-F238E27FC236}">
                <a16:creationId xmlns:a16="http://schemas.microsoft.com/office/drawing/2014/main" id="{B257BDC5-FA45-48AA-A132-0F03F1C59EFE}"/>
              </a:ext>
            </a:extLst>
          </p:cNvPr>
          <p:cNvSpPr>
            <a:spLocks xmlns:a="http://schemas.openxmlformats.org/drawingml/2006/main" noGrp="1"/>
          </p:cNvSpPr>
          <p:nvPr/>
        </p:nvSpPr>
        <p:spPr>
          <a:xfrm xmlns:a="http://schemas.openxmlformats.org/drawingml/2006/main">
            <a:off x="8115300" y="1676400"/>
            <a:ext cx="2952750" cy="3143250"/>
          </a:xfrm>
          <a:prstGeom xmlns:a="http://schemas.openxmlformats.org/drawingml/2006/main" prst="rect">
            <a:avLst/>
          </a:prstGeom>
          <a:solidFill xmlns:a="http://schemas.openxmlformats.org/drawingml/2006/main">
            <a:srgbClr val="FBF8F2"/>
          </a:solidFill>
          <a:ln xmlns:a="http://schemas.openxmlformats.org/drawingml/2006/main" w="9525">
            <a:solidFill>
              <a:srgbClr val="D5CEC4"/>
            </a:solidFill>
            <a:prstDash val="solid"/>
          </a:ln>
        </p:spPr>
      </p:sp>
      <p:sp>
        <p:nvSpPr>
          <p:cNvPr id="9" name="">
            <a:extLst xmlns:a="http://schemas.openxmlformats.org/drawingml/2006/main">
              <a:ext uri="{FF2B5EF4-FFF2-40B4-BE49-F238E27FC236}">
                <a16:creationId xmlns:a16="http://schemas.microsoft.com/office/drawing/2014/main" id="{9E3D74C2-8401-480F-895D-5E2D3054F384}"/>
              </a:ext>
            </a:extLst>
          </p:cNvPr>
          <p:cNvSpPr>
            <a:spLocks xmlns:a="http://schemas.openxmlformats.org/drawingml/2006/main" noGrp="1"/>
          </p:cNvSpPr>
          <p:nvPr/>
        </p:nvSpPr>
        <p:spPr>
          <a:xfrm xmlns:a="http://schemas.openxmlformats.org/drawingml/2006/main">
            <a:off x="8115300" y="1676400"/>
            <a:ext cx="66675" cy="3143250"/>
          </a:xfrm>
          <a:prstGeom xmlns:a="http://schemas.openxmlformats.org/drawingml/2006/main" prst="rect">
            <a:avLst/>
          </a:prstGeom>
          <a:solidFill xmlns:a="http://schemas.openxmlformats.org/drawingml/2006/main">
            <a:srgbClr val="33824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275C65C-6357-4A38-8326-6C55F2B863CF}"/>
              </a:ext>
            </a:extLst>
          </p:cNvPr>
          <p:cNvSpPr>
            <a:spLocks xmlns:a="http://schemas.openxmlformats.org/drawingml/2006/main" noGrp="1"/>
          </p:cNvSpPr>
          <p:nvPr/>
        </p:nvSpPr>
        <p:spPr>
          <a:xfrm xmlns:a="http://schemas.openxmlformats.org/drawingml/2006/main">
            <a:off x="8343900" y="1828800"/>
            <a:ext cx="2495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33824A"/>
                </a:solidFill>
                <a:latin typeface="Yu Gothic"/>
                <a:ea typeface="Yu Gothic"/>
                <a:cs typeface="Yu Gothic"/>
              </a:defRPr>
            </a:pPr>
            <a:r>
              <a:rPr sz="1500" b="1">
                <a:solidFill>
                  <a:srgbClr val="33824A"/>
                </a:solidFill>
                <a:latin typeface="Yu Gothic"/>
                <a:ea typeface="Yu Gothic"/>
                <a:cs typeface="Yu Gothic"/>
              </a:rPr>
              <a:t>Demo 1との違い</a:t>
            </a:r>
          </a:p>
        </p:txBody>
      </p:sp>
      <p:sp>
        <p:nvSpPr>
          <p:cNvPr id="11" name="">
            <a:extLst xmlns:a="http://schemas.openxmlformats.org/drawingml/2006/main">
              <a:ext uri="{FF2B5EF4-FFF2-40B4-BE49-F238E27FC236}">
                <a16:creationId xmlns:a16="http://schemas.microsoft.com/office/drawing/2014/main" id="{B1BA53F4-5D25-4991-B116-DD5B974F36A9}"/>
              </a:ext>
            </a:extLst>
          </p:cNvPr>
          <p:cNvSpPr>
            <a:spLocks xmlns:a="http://schemas.openxmlformats.org/drawingml/2006/main" noGrp="1"/>
          </p:cNvSpPr>
          <p:nvPr/>
        </p:nvSpPr>
        <p:spPr>
          <a:xfrm xmlns:a="http://schemas.openxmlformats.org/drawingml/2006/main">
            <a:off x="8343900" y="2209800"/>
            <a:ext cx="2495550"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52607A"/>
                </a:solidFill>
                <a:latin typeface="Yu Gothic"/>
                <a:ea typeface="Yu Gothic"/>
                <a:cs typeface="Yu Gothic"/>
              </a:defRPr>
            </a:pPr>
            <a:r>
              <a:rPr sz="1500" b="0">
                <a:solidFill>
                  <a:srgbClr val="52607A"/>
                </a:solidFill>
                <a:latin typeface="Yu Gothic"/>
                <a:ea typeface="Yu Gothic"/>
                <a:cs typeface="Yu Gothic"/>
              </a:rPr>
              <a:t>人間がcurlで探していた不安を、今回はテストが赤として止める。</a:t>
            </a:r>
          </a:p>
          <a:p xmlns:a="http://schemas.openxmlformats.org/drawingml/2006/main">
            <a:pPr algn="l">
              <a:defRPr sz="1500" b="0">
                <a:solidFill>
                  <a:srgbClr val="52607A"/>
                </a:solidFill>
                <a:latin typeface="Yu Gothic"/>
                <a:ea typeface="Yu Gothic"/>
                <a:cs typeface="Yu Gothic"/>
              </a:defRPr>
            </a:pPr>
            <a:r>
              <a:rPr sz="1500" b="0">
                <a:solidFill>
                  <a:srgbClr val="52607A"/>
                </a:solidFill>
                <a:latin typeface="Yu Gothic"/>
                <a:ea typeface="Yu Gothic"/>
                <a:cs typeface="Yu Gothic"/>
              </a:rPr>
              <a:t>AIはどのテストを残し、どれを書き換えるかを説明して緑へ戻す。</a:t>
            </a:r>
          </a:p>
        </p:txBody>
      </p:sp>
      <p:sp>
        <p:nvSpPr>
          <p:cNvPr id="12" name="">
            <a:extLst xmlns:a="http://schemas.openxmlformats.org/drawingml/2006/main">
              <a:ext uri="{FF2B5EF4-FFF2-40B4-BE49-F238E27FC236}">
                <a16:creationId xmlns:a16="http://schemas.microsoft.com/office/drawing/2014/main" id="{37E12B30-90D2-404A-B5E4-324A1B43DB1E}"/>
              </a:ext>
            </a:extLst>
          </p:cNvPr>
          <p:cNvSpPr>
            <a:spLocks xmlns:a="http://schemas.openxmlformats.org/drawingml/2006/main" noGrp="1"/>
          </p:cNvSpPr>
          <p:nvPr/>
        </p:nvSpPr>
        <p:spPr>
          <a:xfrm xmlns:a="http://schemas.openxmlformats.org/drawingml/2006/main">
            <a:off x="685800" y="5734050"/>
            <a:ext cx="1657350" cy="476250"/>
          </a:xfrm>
          <a:prstGeom xmlns:a="http://schemas.openxmlformats.org/drawingml/2006/main" prst="rect">
            <a:avLst/>
          </a:prstGeom>
          <a:solidFill xmlns:a="http://schemas.openxmlformats.org/drawingml/2006/main">
            <a:srgbClr val="E4DED4"/>
          </a:solidFill>
          <a:ln xmlns:a="http://schemas.openxmlformats.org/drawingml/2006/main" w="9525">
            <a:solidFill>
              <a:srgbClr val="E4DED4"/>
            </a:solidFill>
            <a:prstDash val="solid"/>
          </a:ln>
        </p:spPr>
      </p:sp>
      <p:sp>
        <p:nvSpPr>
          <p:cNvPr id="13" name="">
            <a:extLst xmlns:a="http://schemas.openxmlformats.org/drawingml/2006/main">
              <a:ext uri="{FF2B5EF4-FFF2-40B4-BE49-F238E27FC236}">
                <a16:creationId xmlns:a16="http://schemas.microsoft.com/office/drawing/2014/main" id="{1F141E5C-B2C7-42B6-8732-0ABD5994958D}"/>
              </a:ext>
            </a:extLst>
          </p:cNvPr>
          <p:cNvSpPr>
            <a:spLocks xmlns:a="http://schemas.openxmlformats.org/drawingml/2006/main" noGrp="1"/>
          </p:cNvSpPr>
          <p:nvPr/>
        </p:nvSpPr>
        <p:spPr>
          <a:xfrm xmlns:a="http://schemas.openxmlformats.org/drawingml/2006/main">
            <a:off x="8001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L0</a:t>
            </a:r>
          </a:p>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開始前</a:t>
            </a:r>
          </a:p>
        </p:txBody>
      </p:sp>
      <p:sp>
        <p:nvSpPr>
          <p:cNvPr id="14" name="">
            <a:extLst xmlns:a="http://schemas.openxmlformats.org/drawingml/2006/main">
              <a:ext uri="{FF2B5EF4-FFF2-40B4-BE49-F238E27FC236}">
                <a16:creationId xmlns:a16="http://schemas.microsoft.com/office/drawing/2014/main" id="{BB97073E-E655-4BA3-A2EA-EA238214BCF3}"/>
              </a:ext>
            </a:extLst>
          </p:cNvPr>
          <p:cNvSpPr>
            <a:spLocks xmlns:a="http://schemas.openxmlformats.org/drawingml/2006/main" noGrp="1"/>
          </p:cNvSpPr>
          <p:nvPr/>
        </p:nvSpPr>
        <p:spPr>
          <a:xfrm xmlns:a="http://schemas.openxmlformats.org/drawingml/2006/main">
            <a:off x="2438400" y="5734050"/>
            <a:ext cx="1657350" cy="476250"/>
          </a:xfrm>
          <a:prstGeom xmlns:a="http://schemas.openxmlformats.org/drawingml/2006/main" prst="rect">
            <a:avLst/>
          </a:prstGeom>
          <a:solidFill xmlns:a="http://schemas.openxmlformats.org/drawingml/2006/main">
            <a:srgbClr val="E4DED4"/>
          </a:solidFill>
          <a:ln xmlns:a="http://schemas.openxmlformats.org/drawingml/2006/main" w="9525">
            <a:solidFill>
              <a:srgbClr val="E4DED4"/>
            </a:solidFill>
            <a:prstDash val="solid"/>
          </a:ln>
        </p:spPr>
      </p:sp>
      <p:sp>
        <p:nvSpPr>
          <p:cNvPr id="15" name="">
            <a:extLst xmlns:a="http://schemas.openxmlformats.org/drawingml/2006/main">
              <a:ext uri="{FF2B5EF4-FFF2-40B4-BE49-F238E27FC236}">
                <a16:creationId xmlns:a16="http://schemas.microsoft.com/office/drawing/2014/main" id="{46CBF337-1C9E-457B-AA25-BD0165D44968}"/>
              </a:ext>
            </a:extLst>
          </p:cNvPr>
          <p:cNvSpPr>
            <a:spLocks xmlns:a="http://schemas.openxmlformats.org/drawingml/2006/main" noGrp="1"/>
          </p:cNvSpPr>
          <p:nvPr/>
        </p:nvSpPr>
        <p:spPr>
          <a:xfrm xmlns:a="http://schemas.openxmlformats.org/drawingml/2006/main">
            <a:off x="25527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L1</a:t>
            </a:r>
          </a:p>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変更</a:t>
            </a:r>
          </a:p>
        </p:txBody>
      </p:sp>
      <p:sp>
        <p:nvSpPr>
          <p:cNvPr id="16" name="">
            <a:extLst xmlns:a="http://schemas.openxmlformats.org/drawingml/2006/main">
              <a:ext uri="{FF2B5EF4-FFF2-40B4-BE49-F238E27FC236}">
                <a16:creationId xmlns:a16="http://schemas.microsoft.com/office/drawing/2014/main" id="{59C4B572-6277-4FEA-A234-7FDBC504F753}"/>
              </a:ext>
            </a:extLst>
          </p:cNvPr>
          <p:cNvSpPr>
            <a:spLocks xmlns:a="http://schemas.openxmlformats.org/drawingml/2006/main" noGrp="1"/>
          </p:cNvSpPr>
          <p:nvPr/>
        </p:nvSpPr>
        <p:spPr>
          <a:xfrm xmlns:a="http://schemas.openxmlformats.org/drawingml/2006/main">
            <a:off x="4191000" y="5734050"/>
            <a:ext cx="1657350" cy="476250"/>
          </a:xfrm>
          <a:prstGeom xmlns:a="http://schemas.openxmlformats.org/drawingml/2006/main" prst="rect">
            <a:avLst/>
          </a:prstGeom>
          <a:solidFill xmlns:a="http://schemas.openxmlformats.org/drawingml/2006/main">
            <a:srgbClr val="E4DED4"/>
          </a:solidFill>
          <a:ln xmlns:a="http://schemas.openxmlformats.org/drawingml/2006/main" w="9525">
            <a:solidFill>
              <a:srgbClr val="E4DED4"/>
            </a:solidFill>
            <a:prstDash val="solid"/>
          </a:ln>
        </p:spPr>
      </p:sp>
      <p:sp>
        <p:nvSpPr>
          <p:cNvPr id="17" name="">
            <a:extLst xmlns:a="http://schemas.openxmlformats.org/drawingml/2006/main">
              <a:ext uri="{FF2B5EF4-FFF2-40B4-BE49-F238E27FC236}">
                <a16:creationId xmlns:a16="http://schemas.microsoft.com/office/drawing/2014/main" id="{68B95F01-EACF-4EBE-A620-26576F3AAF69}"/>
              </a:ext>
            </a:extLst>
          </p:cNvPr>
          <p:cNvSpPr>
            <a:spLocks xmlns:a="http://schemas.openxmlformats.org/drawingml/2006/main" noGrp="1"/>
          </p:cNvSpPr>
          <p:nvPr/>
        </p:nvSpPr>
        <p:spPr>
          <a:xfrm xmlns:a="http://schemas.openxmlformats.org/drawingml/2006/main">
            <a:off x="43053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L2</a:t>
            </a:r>
          </a:p>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挙動</a:t>
            </a:r>
          </a:p>
        </p:txBody>
      </p:sp>
      <p:sp>
        <p:nvSpPr>
          <p:cNvPr id="18" name="">
            <a:extLst xmlns:a="http://schemas.openxmlformats.org/drawingml/2006/main">
              <a:ext uri="{FF2B5EF4-FFF2-40B4-BE49-F238E27FC236}">
                <a16:creationId xmlns:a16="http://schemas.microsoft.com/office/drawing/2014/main" id="{713598F4-ECC3-4335-AC0F-DB669CA44F2E}"/>
              </a:ext>
            </a:extLst>
          </p:cNvPr>
          <p:cNvSpPr>
            <a:spLocks xmlns:a="http://schemas.openxmlformats.org/drawingml/2006/main" noGrp="1"/>
          </p:cNvSpPr>
          <p:nvPr/>
        </p:nvSpPr>
        <p:spPr>
          <a:xfrm xmlns:a="http://schemas.openxmlformats.org/drawingml/2006/main">
            <a:off x="5943600" y="5734050"/>
            <a:ext cx="1657350" cy="476250"/>
          </a:xfrm>
          <a:prstGeom xmlns:a="http://schemas.openxmlformats.org/drawingml/2006/main" prst="rect">
            <a:avLst/>
          </a:prstGeom>
          <a:solidFill xmlns:a="http://schemas.openxmlformats.org/drawingml/2006/main">
            <a:srgbClr val="E4DED4"/>
          </a:solidFill>
          <a:ln xmlns:a="http://schemas.openxmlformats.org/drawingml/2006/main" w="9525">
            <a:solidFill>
              <a:srgbClr val="E4DED4"/>
            </a:solidFill>
            <a:prstDash val="solid"/>
          </a:ln>
        </p:spPr>
      </p:sp>
      <p:sp>
        <p:nvSpPr>
          <p:cNvPr id="19" name="">
            <a:extLst xmlns:a="http://schemas.openxmlformats.org/drawingml/2006/main">
              <a:ext uri="{FF2B5EF4-FFF2-40B4-BE49-F238E27FC236}">
                <a16:creationId xmlns:a16="http://schemas.microsoft.com/office/drawing/2014/main" id="{854349BA-3106-4696-90BE-510F49B4C570}"/>
              </a:ext>
            </a:extLst>
          </p:cNvPr>
          <p:cNvSpPr>
            <a:spLocks xmlns:a="http://schemas.openxmlformats.org/drawingml/2006/main" noGrp="1"/>
          </p:cNvSpPr>
          <p:nvPr/>
        </p:nvSpPr>
        <p:spPr>
          <a:xfrm xmlns:a="http://schemas.openxmlformats.org/drawingml/2006/main">
            <a:off x="60579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L3</a:t>
            </a:r>
          </a:p>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構造</a:t>
            </a:r>
          </a:p>
        </p:txBody>
      </p:sp>
      <p:sp>
        <p:nvSpPr>
          <p:cNvPr id="20" name="">
            <a:extLst xmlns:a="http://schemas.openxmlformats.org/drawingml/2006/main">
              <a:ext uri="{FF2B5EF4-FFF2-40B4-BE49-F238E27FC236}">
                <a16:creationId xmlns:a16="http://schemas.microsoft.com/office/drawing/2014/main" id="{A0DD5AD3-5945-4A85-863E-E2A6E2792BCB}"/>
              </a:ext>
            </a:extLst>
          </p:cNvPr>
          <p:cNvSpPr>
            <a:spLocks xmlns:a="http://schemas.openxmlformats.org/drawingml/2006/main" noGrp="1"/>
          </p:cNvSpPr>
          <p:nvPr/>
        </p:nvSpPr>
        <p:spPr>
          <a:xfrm xmlns:a="http://schemas.openxmlformats.org/drawingml/2006/main">
            <a:off x="7696200" y="5734050"/>
            <a:ext cx="1657350" cy="476250"/>
          </a:xfrm>
          <a:prstGeom xmlns:a="http://schemas.openxmlformats.org/drawingml/2006/main" prst="rect">
            <a:avLst/>
          </a:prstGeom>
          <a:solidFill xmlns:a="http://schemas.openxmlformats.org/drawingml/2006/main">
            <a:srgbClr val="33824A"/>
          </a:solidFill>
          <a:ln xmlns:a="http://schemas.openxmlformats.org/drawingml/2006/main" w="9525">
            <a:solidFill>
              <a:srgbClr val="33824A"/>
            </a:solidFill>
            <a:prstDash val="solid"/>
          </a:ln>
        </p:spPr>
      </p:sp>
      <p:sp>
        <p:nvSpPr>
          <p:cNvPr id="21" name="">
            <a:extLst xmlns:a="http://schemas.openxmlformats.org/drawingml/2006/main">
              <a:ext uri="{FF2B5EF4-FFF2-40B4-BE49-F238E27FC236}">
                <a16:creationId xmlns:a16="http://schemas.microsoft.com/office/drawing/2014/main" id="{67BC302E-BA3F-4DD5-BC13-56BC368A9FA8}"/>
              </a:ext>
            </a:extLst>
          </p:cNvPr>
          <p:cNvSpPr>
            <a:spLocks xmlns:a="http://schemas.openxmlformats.org/drawingml/2006/main" noGrp="1"/>
          </p:cNvSpPr>
          <p:nvPr/>
        </p:nvSpPr>
        <p:spPr>
          <a:xfrm xmlns:a="http://schemas.openxmlformats.org/drawingml/2006/main">
            <a:off x="78105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Yu Gothic"/>
                <a:ea typeface="Yu Gothic"/>
                <a:cs typeface="Yu Gothic"/>
              </a:defRPr>
            </a:pPr>
            <a:r>
              <a:rPr sz="1050" b="1">
                <a:solidFill>
                  <a:srgbClr val="FFFFFF"/>
                </a:solidFill>
                <a:latin typeface="Yu Gothic"/>
                <a:ea typeface="Yu Gothic"/>
                <a:cs typeface="Yu Gothic"/>
              </a:rPr>
              <a:t>L4</a:t>
            </a:r>
          </a:p>
          <a:p xmlns:a="http://schemas.openxmlformats.org/drawingml/2006/main">
            <a:pPr algn="ctr">
              <a:defRPr sz="1050" b="1">
                <a:solidFill>
                  <a:srgbClr val="FFFFFF"/>
                </a:solidFill>
                <a:latin typeface="Yu Gothic"/>
                <a:ea typeface="Yu Gothic"/>
                <a:cs typeface="Yu Gothic"/>
              </a:defRPr>
            </a:pPr>
            <a:r>
              <a:rPr sz="1050" b="1">
                <a:solidFill>
                  <a:srgbClr val="FFFFFF"/>
                </a:solidFill>
                <a:latin typeface="Yu Gothic"/>
                <a:ea typeface="Yu Gothic"/>
                <a:cs typeface="Yu Gothic"/>
              </a:rPr>
              <a:t>候補</a:t>
            </a:r>
          </a:p>
        </p:txBody>
      </p:sp>
      <p:sp>
        <p:nvSpPr>
          <p:cNvPr id="22" name="">
            <a:extLst xmlns:a="http://schemas.openxmlformats.org/drawingml/2006/main">
              <a:ext uri="{FF2B5EF4-FFF2-40B4-BE49-F238E27FC236}">
                <a16:creationId xmlns:a16="http://schemas.microsoft.com/office/drawing/2014/main" id="{57426954-7E23-4C20-B754-D59342329908}"/>
              </a:ext>
            </a:extLst>
          </p:cNvPr>
          <p:cNvSpPr>
            <a:spLocks xmlns:a="http://schemas.openxmlformats.org/drawingml/2006/main" noGrp="1"/>
          </p:cNvSpPr>
          <p:nvPr/>
        </p:nvSpPr>
        <p:spPr>
          <a:xfrm xmlns:a="http://schemas.openxmlformats.org/drawingml/2006/main">
            <a:off x="9448800" y="5734050"/>
            <a:ext cx="1657350" cy="476250"/>
          </a:xfrm>
          <a:prstGeom xmlns:a="http://schemas.openxmlformats.org/drawingml/2006/main" prst="rect">
            <a:avLst/>
          </a:prstGeom>
          <a:solidFill xmlns:a="http://schemas.openxmlformats.org/drawingml/2006/main">
            <a:srgbClr val="E4DED4"/>
          </a:solidFill>
          <a:ln xmlns:a="http://schemas.openxmlformats.org/drawingml/2006/main" w="9525">
            <a:solidFill>
              <a:srgbClr val="E4DED4"/>
            </a:solidFill>
            <a:prstDash val="solid"/>
          </a:ln>
        </p:spPr>
      </p:sp>
      <p:sp>
        <p:nvSpPr>
          <p:cNvPr id="23" name="">
            <a:extLst xmlns:a="http://schemas.openxmlformats.org/drawingml/2006/main">
              <a:ext uri="{FF2B5EF4-FFF2-40B4-BE49-F238E27FC236}">
                <a16:creationId xmlns:a16="http://schemas.microsoft.com/office/drawing/2014/main" id="{3250C205-60EA-47B5-A761-41D9520FC31D}"/>
              </a:ext>
            </a:extLst>
          </p:cNvPr>
          <p:cNvSpPr>
            <a:spLocks xmlns:a="http://schemas.openxmlformats.org/drawingml/2006/main" noGrp="1"/>
          </p:cNvSpPr>
          <p:nvPr/>
        </p:nvSpPr>
        <p:spPr>
          <a:xfrm xmlns:a="http://schemas.openxmlformats.org/drawingml/2006/main">
            <a:off x="95631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L5</a:t>
            </a:r>
          </a:p>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介入圧縮</a:t>
            </a:r>
          </a:p>
        </p:txBody>
      </p:sp>
    </p:spTree>
    <p:extLst>
      <p:ext uri="{BB962C8B-B14F-4D97-AF65-F5344CB8AC3E}">
        <p14:creationId xmlns:p14="http://schemas.microsoft.com/office/powerpoint/2010/main" val="583540832"/>
      </p:ext>
    </p:extLst>
  </p:cSld>
</p:sld>
</file>

<file path=ppt/slides/slide23.xml><?xml version="1.0" encoding="utf-8"?>
<p:sld xmlns:p="http://schemas.openxmlformats.org/presentationml/2006/main">
  <p:cSld>
    <p:bg>
      <p:bgPr>
        <a:solidFill xmlns:a="http://schemas.openxmlformats.org/drawingml/2006/main">
          <a:srgbClr val="ECE7E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C146C41-9D40-4173-81CD-362CA3CF0F6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245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B495AD4-2F11-418D-AF89-C3DD57F2DF5C}"/>
              </a:ext>
            </a:extLst>
          </p:cNvPr>
          <p:cNvSpPr>
            <a:spLocks xmlns:a="http://schemas.openxmlformats.org/drawingml/2006/main" noGrp="1"/>
          </p:cNvSpPr>
          <p:nvPr/>
        </p:nvSpPr>
        <p:spPr>
          <a:xfrm xmlns:a="http://schemas.openxmlformats.org/drawingml/2006/main">
            <a:off x="514350" y="400050"/>
            <a:ext cx="76200" cy="266700"/>
          </a:xfrm>
          <a:prstGeom xmlns:a="http://schemas.openxmlformats.org/drawingml/2006/main" prst="rect">
            <a:avLst/>
          </a:prstGeom>
          <a:solidFill xmlns:a="http://schemas.openxmlformats.org/drawingml/2006/main">
            <a:srgbClr val="33824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23E93DF-FB31-4C58-8183-4FDCD57BD7AF}"/>
              </a:ext>
            </a:extLst>
          </p:cNvPr>
          <p:cNvSpPr>
            <a:spLocks xmlns:a="http://schemas.openxmlformats.org/drawingml/2006/main" noGrp="1"/>
          </p:cNvSpPr>
          <p:nvPr/>
        </p:nvSpPr>
        <p:spPr>
          <a:xfrm xmlns:a="http://schemas.openxmlformats.org/drawingml/2006/main">
            <a:off x="704850" y="381000"/>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33824A"/>
                </a:solidFill>
                <a:latin typeface="Yu Gothic"/>
                <a:ea typeface="Yu Gothic"/>
                <a:cs typeface="Yu Gothic"/>
              </a:defRPr>
            </a:pPr>
            <a:r>
              <a:rPr sz="975" b="1">
                <a:solidFill>
                  <a:srgbClr val="33824A"/>
                </a:solidFill>
                <a:latin typeface="Yu Gothic"/>
                <a:ea typeface="Yu Gothic"/>
                <a:cs typeface="Yu Gothic"/>
              </a:rPr>
              <a:t>RESPONSIBILITY</a:t>
            </a:r>
          </a:p>
        </p:txBody>
      </p:sp>
      <p:sp>
        <p:nvSpPr>
          <p:cNvPr id="4" name="">
            <a:extLst xmlns:a="http://schemas.openxmlformats.org/drawingml/2006/main">
              <a:ext uri="{FF2B5EF4-FFF2-40B4-BE49-F238E27FC236}">
                <a16:creationId xmlns:a16="http://schemas.microsoft.com/office/drawing/2014/main" id="{5E8767DD-B7A7-4DED-B677-EA931C4D792F}"/>
              </a:ext>
            </a:extLst>
          </p:cNvPr>
          <p:cNvSpPr>
            <a:spLocks xmlns:a="http://schemas.openxmlformats.org/drawingml/2006/main" noGrp="1"/>
          </p:cNvSpPr>
          <p:nvPr/>
        </p:nvSpPr>
        <p:spPr>
          <a:xfrm xmlns:a="http://schemas.openxmlformats.org/drawingml/2006/main">
            <a:off x="533400" y="857250"/>
            <a:ext cx="1000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72452"/>
                </a:solidFill>
                <a:latin typeface="Yu Gothic"/>
                <a:ea typeface="Yu Gothic"/>
                <a:cs typeface="Yu Gothic"/>
              </a:defRPr>
            </a:pPr>
            <a:r>
              <a:rPr sz="2700" b="1">
                <a:solidFill>
                  <a:srgbClr val="172452"/>
                </a:solidFill>
                <a:latin typeface="Yu Gothic"/>
                <a:ea typeface="Yu Gothic"/>
                <a:cs typeface="Yu Gothic"/>
              </a:rPr>
              <a:t>人間とAIと機械の責務を分ける</a:t>
            </a:r>
          </a:p>
        </p:txBody>
      </p:sp>
      <p:sp>
        <p:nvSpPr>
          <p:cNvPr id="5" name="">
            <a:extLst xmlns:a="http://schemas.openxmlformats.org/drawingml/2006/main">
              <a:ext uri="{FF2B5EF4-FFF2-40B4-BE49-F238E27FC236}">
                <a16:creationId xmlns:a16="http://schemas.microsoft.com/office/drawing/2014/main" id="{9A696D16-5C1E-4202-AF56-25049F9E52D1}"/>
              </a:ext>
            </a:extLst>
          </p:cNvPr>
          <p:cNvSpPr>
            <a:spLocks xmlns:a="http://schemas.openxmlformats.org/drawingml/2006/main" noGrp="1"/>
          </p:cNvSpPr>
          <p:nvPr/>
        </p:nvSpPr>
        <p:spPr>
          <a:xfrm xmlns:a="http://schemas.openxmlformats.org/drawingml/2006/main">
            <a:off x="11125200" y="632460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52607A"/>
                </a:solidFill>
                <a:latin typeface="Yu Gothic"/>
                <a:ea typeface="Yu Gothic"/>
                <a:cs typeface="Yu Gothic"/>
              </a:defRPr>
            </a:pPr>
            <a:r>
              <a:rPr sz="900" b="0">
                <a:solidFill>
                  <a:srgbClr val="52607A"/>
                </a:solidFill>
                <a:latin typeface="Yu Gothic"/>
                <a:ea typeface="Yu Gothic"/>
                <a:cs typeface="Yu Gothic"/>
              </a:rPr>
              <a:t>23</a:t>
            </a:r>
          </a:p>
        </p:txBody>
      </p:sp>
      <p:sp>
        <p:nvSpPr>
          <p:cNvPr id="6" name="">
            <a:extLst xmlns:a="http://schemas.openxmlformats.org/drawingml/2006/main">
              <a:ext uri="{FF2B5EF4-FFF2-40B4-BE49-F238E27FC236}">
                <a16:creationId xmlns:a16="http://schemas.microsoft.com/office/drawing/2014/main" id="{9CB132CE-BAB4-46F3-A068-FCE172A4BAE0}"/>
              </a:ext>
            </a:extLst>
          </p:cNvPr>
          <p:cNvSpPr>
            <a:spLocks xmlns:a="http://schemas.openxmlformats.org/drawingml/2006/main" noGrp="1"/>
          </p:cNvSpPr>
          <p:nvPr/>
        </p:nvSpPr>
        <p:spPr>
          <a:xfrm xmlns:a="http://schemas.openxmlformats.org/drawingml/2006/main">
            <a:off x="819150" y="1676400"/>
            <a:ext cx="10287000" cy="533400"/>
          </a:xfrm>
          <a:prstGeom xmlns:a="http://schemas.openxmlformats.org/drawingml/2006/main" prst="rect">
            <a:avLst/>
          </a:prstGeom>
          <a:solidFill xmlns:a="http://schemas.openxmlformats.org/drawingml/2006/main">
            <a:srgbClr val="172452"/>
          </a:solidFill>
          <a:ln xmlns:a="http://schemas.openxmlformats.org/drawingml/2006/main" w="9525">
            <a:solidFill>
              <a:srgbClr val="172452"/>
            </a:solidFill>
            <a:prstDash val="solid"/>
          </a:ln>
        </p:spPr>
      </p:sp>
      <p:sp>
        <p:nvSpPr>
          <p:cNvPr id="7" name="">
            <a:extLst xmlns:a="http://schemas.openxmlformats.org/drawingml/2006/main">
              <a:ext uri="{FF2B5EF4-FFF2-40B4-BE49-F238E27FC236}">
                <a16:creationId xmlns:a16="http://schemas.microsoft.com/office/drawing/2014/main" id="{4FE01DE6-37EE-4F4C-AF26-FB29D0ABF651}"/>
              </a:ext>
            </a:extLst>
          </p:cNvPr>
          <p:cNvSpPr>
            <a:spLocks xmlns:a="http://schemas.openxmlformats.org/drawingml/2006/main" noGrp="1"/>
          </p:cNvSpPr>
          <p:nvPr/>
        </p:nvSpPr>
        <p:spPr>
          <a:xfrm xmlns:a="http://schemas.openxmlformats.org/drawingml/2006/main">
            <a:off x="933450" y="1762125"/>
            <a:ext cx="1295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FFFFF"/>
                </a:solidFill>
                <a:latin typeface="Yu Gothic"/>
                <a:ea typeface="Yu Gothic"/>
                <a:cs typeface="Yu Gothic"/>
              </a:defRPr>
            </a:pPr>
            <a:r>
              <a:rPr sz="1200" b="1">
                <a:solidFill>
                  <a:srgbClr val="FFFFFF"/>
                </a:solidFill>
                <a:latin typeface="Yu Gothic"/>
                <a:ea typeface="Yu Gothic"/>
                <a:cs typeface="Yu Gothic"/>
              </a:rPr>
              <a:t>担当</a:t>
            </a:r>
          </a:p>
        </p:txBody>
      </p:sp>
      <p:sp>
        <p:nvSpPr>
          <p:cNvPr id="8" name="">
            <a:extLst xmlns:a="http://schemas.openxmlformats.org/drawingml/2006/main">
              <a:ext uri="{FF2B5EF4-FFF2-40B4-BE49-F238E27FC236}">
                <a16:creationId xmlns:a16="http://schemas.microsoft.com/office/drawing/2014/main" id="{00512B8C-5C6D-4CF6-B5BE-FBD3AC7B9A90}"/>
              </a:ext>
            </a:extLst>
          </p:cNvPr>
          <p:cNvSpPr>
            <a:spLocks xmlns:a="http://schemas.openxmlformats.org/drawingml/2006/main" noGrp="1"/>
          </p:cNvSpPr>
          <p:nvPr/>
        </p:nvSpPr>
        <p:spPr>
          <a:xfrm xmlns:a="http://schemas.openxmlformats.org/drawingml/2006/main">
            <a:off x="2457450" y="1762125"/>
            <a:ext cx="4724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FFFFF"/>
                </a:solidFill>
                <a:latin typeface="Yu Gothic"/>
                <a:ea typeface="Yu Gothic"/>
                <a:cs typeface="Yu Gothic"/>
              </a:defRPr>
            </a:pPr>
            <a:r>
              <a:rPr sz="1200" b="1">
                <a:solidFill>
                  <a:srgbClr val="FFFFFF"/>
                </a:solidFill>
                <a:latin typeface="Yu Gothic"/>
                <a:ea typeface="Yu Gothic"/>
                <a:cs typeface="Yu Gothic"/>
              </a:rPr>
              <a:t>見るもの</a:t>
            </a:r>
          </a:p>
        </p:txBody>
      </p:sp>
      <p:sp>
        <p:nvSpPr>
          <p:cNvPr id="9" name="">
            <a:extLst xmlns:a="http://schemas.openxmlformats.org/drawingml/2006/main">
              <a:ext uri="{FF2B5EF4-FFF2-40B4-BE49-F238E27FC236}">
                <a16:creationId xmlns:a16="http://schemas.microsoft.com/office/drawing/2014/main" id="{C20AC02C-3E33-40AA-957A-9D5A873D3EF5}"/>
              </a:ext>
            </a:extLst>
          </p:cNvPr>
          <p:cNvSpPr>
            <a:spLocks xmlns:a="http://schemas.openxmlformats.org/drawingml/2006/main" noGrp="1"/>
          </p:cNvSpPr>
          <p:nvPr/>
        </p:nvSpPr>
        <p:spPr>
          <a:xfrm xmlns:a="http://schemas.openxmlformats.org/drawingml/2006/main">
            <a:off x="7410450" y="1762125"/>
            <a:ext cx="3581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FFFFF"/>
                </a:solidFill>
                <a:latin typeface="Yu Gothic"/>
                <a:ea typeface="Yu Gothic"/>
                <a:cs typeface="Yu Gothic"/>
              </a:defRPr>
            </a:pPr>
            <a:r>
              <a:rPr sz="1200" b="1">
                <a:solidFill>
                  <a:srgbClr val="FFFFFF"/>
                </a:solidFill>
                <a:latin typeface="Yu Gothic"/>
                <a:ea typeface="Yu Gothic"/>
                <a:cs typeface="Yu Gothic"/>
              </a:rPr>
              <a:t>判断</a:t>
            </a:r>
          </a:p>
        </p:txBody>
      </p:sp>
      <p:sp>
        <p:nvSpPr>
          <p:cNvPr id="10" name="">
            <a:extLst xmlns:a="http://schemas.openxmlformats.org/drawingml/2006/main">
              <a:ext uri="{FF2B5EF4-FFF2-40B4-BE49-F238E27FC236}">
                <a16:creationId xmlns:a16="http://schemas.microsoft.com/office/drawing/2014/main" id="{FA4F16CB-8B6B-4BB6-909B-F9C2A5F52D66}"/>
              </a:ext>
            </a:extLst>
          </p:cNvPr>
          <p:cNvSpPr>
            <a:spLocks xmlns:a="http://schemas.openxmlformats.org/drawingml/2006/main" noGrp="1"/>
          </p:cNvSpPr>
          <p:nvPr/>
        </p:nvSpPr>
        <p:spPr>
          <a:xfrm xmlns:a="http://schemas.openxmlformats.org/drawingml/2006/main">
            <a:off x="819150" y="2209800"/>
            <a:ext cx="10287000" cy="533400"/>
          </a:xfrm>
          <a:prstGeom xmlns:a="http://schemas.openxmlformats.org/drawingml/2006/main" prst="rect">
            <a:avLst/>
          </a:prstGeom>
          <a:solidFill xmlns:a="http://schemas.openxmlformats.org/drawingml/2006/main">
            <a:srgbClr val="FBF8F2"/>
          </a:solidFill>
          <a:ln xmlns:a="http://schemas.openxmlformats.org/drawingml/2006/main" w="9525">
            <a:solidFill>
              <a:srgbClr val="D5CEC4"/>
            </a:solidFill>
            <a:prstDash val="solid"/>
          </a:ln>
        </p:spPr>
      </p:sp>
      <p:sp>
        <p:nvSpPr>
          <p:cNvPr id="11" name="">
            <a:extLst xmlns:a="http://schemas.openxmlformats.org/drawingml/2006/main">
              <a:ext uri="{FF2B5EF4-FFF2-40B4-BE49-F238E27FC236}">
                <a16:creationId xmlns:a16="http://schemas.microsoft.com/office/drawing/2014/main" id="{AB22E13A-0D13-4F4D-BA59-481C5EBA11E7}"/>
              </a:ext>
            </a:extLst>
          </p:cNvPr>
          <p:cNvSpPr>
            <a:spLocks xmlns:a="http://schemas.openxmlformats.org/drawingml/2006/main" noGrp="1"/>
          </p:cNvSpPr>
          <p:nvPr/>
        </p:nvSpPr>
        <p:spPr>
          <a:xfrm xmlns:a="http://schemas.openxmlformats.org/drawingml/2006/main">
            <a:off x="933450" y="2295525"/>
            <a:ext cx="1295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14204A"/>
                </a:solidFill>
                <a:latin typeface="Yu Gothic"/>
                <a:ea typeface="Yu Gothic"/>
                <a:cs typeface="Yu Gothic"/>
              </a:defRPr>
            </a:pPr>
            <a:r>
              <a:rPr sz="1275" b="1">
                <a:solidFill>
                  <a:srgbClr val="14204A"/>
                </a:solidFill>
                <a:latin typeface="Yu Gothic"/>
                <a:ea typeface="Yu Gothic"/>
                <a:cs typeface="Yu Gothic"/>
              </a:rPr>
              <a:t>機械</a:t>
            </a:r>
          </a:p>
        </p:txBody>
      </p:sp>
      <p:sp>
        <p:nvSpPr>
          <p:cNvPr id="12" name="">
            <a:extLst xmlns:a="http://schemas.openxmlformats.org/drawingml/2006/main">
              <a:ext uri="{FF2B5EF4-FFF2-40B4-BE49-F238E27FC236}">
                <a16:creationId xmlns:a16="http://schemas.microsoft.com/office/drawing/2014/main" id="{ED3DB4B9-0B6E-4E72-B343-A98F28EC8145}"/>
              </a:ext>
            </a:extLst>
          </p:cNvPr>
          <p:cNvSpPr>
            <a:spLocks xmlns:a="http://schemas.openxmlformats.org/drawingml/2006/main" noGrp="1"/>
          </p:cNvSpPr>
          <p:nvPr/>
        </p:nvSpPr>
        <p:spPr>
          <a:xfrm xmlns:a="http://schemas.openxmlformats.org/drawingml/2006/main">
            <a:off x="2457450" y="2295525"/>
            <a:ext cx="4724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2607A"/>
                </a:solidFill>
                <a:latin typeface="Yu Gothic"/>
                <a:ea typeface="Yu Gothic"/>
                <a:cs typeface="Yu Gothic"/>
              </a:defRPr>
            </a:pPr>
            <a:r>
              <a:rPr sz="1275" b="0">
                <a:solidFill>
                  <a:srgbClr val="52607A"/>
                </a:solidFill>
                <a:latin typeface="Yu Gothic"/>
                <a:ea typeface="Yu Gothic"/>
                <a:cs typeface="Yu Gothic"/>
              </a:rPr>
              <a:t>test / lint / typecheck / policy-boundary / APIレスポンス形式</a:t>
            </a:r>
          </a:p>
        </p:txBody>
      </p:sp>
      <p:sp>
        <p:nvSpPr>
          <p:cNvPr id="13" name="">
            <a:extLst xmlns:a="http://schemas.openxmlformats.org/drawingml/2006/main">
              <a:ext uri="{FF2B5EF4-FFF2-40B4-BE49-F238E27FC236}">
                <a16:creationId xmlns:a16="http://schemas.microsoft.com/office/drawing/2014/main" id="{3BCE2586-60F4-4482-9E3F-B0E4EC2347EF}"/>
              </a:ext>
            </a:extLst>
          </p:cNvPr>
          <p:cNvSpPr>
            <a:spLocks xmlns:a="http://schemas.openxmlformats.org/drawingml/2006/main" noGrp="1"/>
          </p:cNvSpPr>
          <p:nvPr/>
        </p:nvSpPr>
        <p:spPr>
          <a:xfrm xmlns:a="http://schemas.openxmlformats.org/drawingml/2006/main">
            <a:off x="7410450" y="2295525"/>
            <a:ext cx="3581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2607A"/>
                </a:solidFill>
                <a:latin typeface="Yu Gothic"/>
                <a:ea typeface="Yu Gothic"/>
                <a:cs typeface="Yu Gothic"/>
              </a:defRPr>
            </a:pPr>
            <a:r>
              <a:rPr sz="1275" b="0">
                <a:solidFill>
                  <a:srgbClr val="52607A"/>
                </a:solidFill>
                <a:latin typeface="Yu Gothic"/>
                <a:ea typeface="Yu Gothic"/>
                <a:cs typeface="Yu Gothic"/>
              </a:rPr>
              <a:t>条件に合わなければ赤</a:t>
            </a:r>
          </a:p>
        </p:txBody>
      </p:sp>
      <p:sp>
        <p:nvSpPr>
          <p:cNvPr id="14" name="">
            <a:extLst xmlns:a="http://schemas.openxmlformats.org/drawingml/2006/main">
              <a:ext uri="{FF2B5EF4-FFF2-40B4-BE49-F238E27FC236}">
                <a16:creationId xmlns:a16="http://schemas.microsoft.com/office/drawing/2014/main" id="{8D68C98C-E586-441C-88FE-ED14EF0E9D52}"/>
              </a:ext>
            </a:extLst>
          </p:cNvPr>
          <p:cNvSpPr>
            <a:spLocks xmlns:a="http://schemas.openxmlformats.org/drawingml/2006/main" noGrp="1"/>
          </p:cNvSpPr>
          <p:nvPr/>
        </p:nvSpPr>
        <p:spPr>
          <a:xfrm xmlns:a="http://schemas.openxmlformats.org/drawingml/2006/main">
            <a:off x="819150" y="2743200"/>
            <a:ext cx="10287000" cy="533400"/>
          </a:xfrm>
          <a:prstGeom xmlns:a="http://schemas.openxmlformats.org/drawingml/2006/main" prst="rect">
            <a:avLst/>
          </a:prstGeom>
          <a:solidFill xmlns:a="http://schemas.openxmlformats.org/drawingml/2006/main">
            <a:srgbClr val="F3EEE7"/>
          </a:solidFill>
          <a:ln xmlns:a="http://schemas.openxmlformats.org/drawingml/2006/main" w="9525">
            <a:solidFill>
              <a:srgbClr val="D5CEC4"/>
            </a:solidFill>
            <a:prstDash val="solid"/>
          </a:ln>
        </p:spPr>
      </p:sp>
      <p:sp>
        <p:nvSpPr>
          <p:cNvPr id="15" name="">
            <a:extLst xmlns:a="http://schemas.openxmlformats.org/drawingml/2006/main">
              <a:ext uri="{FF2B5EF4-FFF2-40B4-BE49-F238E27FC236}">
                <a16:creationId xmlns:a16="http://schemas.microsoft.com/office/drawing/2014/main" id="{398CF943-C40E-435A-9DDA-513CB091DEE8}"/>
              </a:ext>
            </a:extLst>
          </p:cNvPr>
          <p:cNvSpPr>
            <a:spLocks xmlns:a="http://schemas.openxmlformats.org/drawingml/2006/main" noGrp="1"/>
          </p:cNvSpPr>
          <p:nvPr/>
        </p:nvSpPr>
        <p:spPr>
          <a:xfrm xmlns:a="http://schemas.openxmlformats.org/drawingml/2006/main">
            <a:off x="933450" y="2828925"/>
            <a:ext cx="1295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14204A"/>
                </a:solidFill>
                <a:latin typeface="Yu Gothic"/>
                <a:ea typeface="Yu Gothic"/>
                <a:cs typeface="Yu Gothic"/>
              </a:defRPr>
            </a:pPr>
            <a:r>
              <a:rPr sz="1275" b="1">
                <a:solidFill>
                  <a:srgbClr val="14204A"/>
                </a:solidFill>
                <a:latin typeface="Yu Gothic"/>
                <a:ea typeface="Yu Gothic"/>
                <a:cs typeface="Yu Gothic"/>
              </a:rPr>
              <a:t>AI</a:t>
            </a:r>
          </a:p>
        </p:txBody>
      </p:sp>
      <p:sp>
        <p:nvSpPr>
          <p:cNvPr id="16" name="">
            <a:extLst xmlns:a="http://schemas.openxmlformats.org/drawingml/2006/main">
              <a:ext uri="{FF2B5EF4-FFF2-40B4-BE49-F238E27FC236}">
                <a16:creationId xmlns:a16="http://schemas.microsoft.com/office/drawing/2014/main" id="{E26304DC-8D76-4C05-B0C4-5166CD4BFCC6}"/>
              </a:ext>
            </a:extLst>
          </p:cNvPr>
          <p:cNvSpPr>
            <a:spLocks xmlns:a="http://schemas.openxmlformats.org/drawingml/2006/main" noGrp="1"/>
          </p:cNvSpPr>
          <p:nvPr/>
        </p:nvSpPr>
        <p:spPr>
          <a:xfrm xmlns:a="http://schemas.openxmlformats.org/drawingml/2006/main">
            <a:off x="2457450" y="2828925"/>
            <a:ext cx="4724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2607A"/>
                </a:solidFill>
                <a:latin typeface="Yu Gothic"/>
                <a:ea typeface="Yu Gothic"/>
                <a:cs typeface="Yu Gothic"/>
              </a:defRPr>
            </a:pPr>
            <a:r>
              <a:rPr sz="1275" b="0">
                <a:solidFill>
                  <a:srgbClr val="52607A"/>
                </a:solidFill>
                <a:latin typeface="Yu Gothic"/>
                <a:ea typeface="Yu Gothic"/>
                <a:cs typeface="Yu Gothic"/>
              </a:rPr>
              <a:t>赤の原因、関連ファイル、修復方針</a:t>
            </a:r>
          </a:p>
        </p:txBody>
      </p:sp>
      <p:sp>
        <p:nvSpPr>
          <p:cNvPr id="17" name="">
            <a:extLst xmlns:a="http://schemas.openxmlformats.org/drawingml/2006/main">
              <a:ext uri="{FF2B5EF4-FFF2-40B4-BE49-F238E27FC236}">
                <a16:creationId xmlns:a16="http://schemas.microsoft.com/office/drawing/2014/main" id="{B53DB6E0-F4D5-4D04-8860-7F835B6CB090}"/>
              </a:ext>
            </a:extLst>
          </p:cNvPr>
          <p:cNvSpPr>
            <a:spLocks xmlns:a="http://schemas.openxmlformats.org/drawingml/2006/main" noGrp="1"/>
          </p:cNvSpPr>
          <p:nvPr/>
        </p:nvSpPr>
        <p:spPr>
          <a:xfrm xmlns:a="http://schemas.openxmlformats.org/drawingml/2006/main">
            <a:off x="7410450" y="2828925"/>
            <a:ext cx="3581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2607A"/>
                </a:solidFill>
                <a:latin typeface="Yu Gothic"/>
                <a:ea typeface="Yu Gothic"/>
                <a:cs typeface="Yu Gothic"/>
              </a:defRPr>
            </a:pPr>
            <a:r>
              <a:rPr sz="1275" b="0">
                <a:solidFill>
                  <a:srgbClr val="52607A"/>
                </a:solidFill>
                <a:latin typeface="Yu Gothic"/>
                <a:ea typeface="Yu Gothic"/>
                <a:cs typeface="Yu Gothic"/>
              </a:rPr>
              <a:t>修正して再実行</a:t>
            </a:r>
          </a:p>
        </p:txBody>
      </p:sp>
      <p:sp>
        <p:nvSpPr>
          <p:cNvPr id="18" name="">
            <a:extLst xmlns:a="http://schemas.openxmlformats.org/drawingml/2006/main">
              <a:ext uri="{FF2B5EF4-FFF2-40B4-BE49-F238E27FC236}">
                <a16:creationId xmlns:a16="http://schemas.microsoft.com/office/drawing/2014/main" id="{A6217ACD-0BB8-4EB2-B820-F3338FFD8116}"/>
              </a:ext>
            </a:extLst>
          </p:cNvPr>
          <p:cNvSpPr>
            <a:spLocks xmlns:a="http://schemas.openxmlformats.org/drawingml/2006/main" noGrp="1"/>
          </p:cNvSpPr>
          <p:nvPr/>
        </p:nvSpPr>
        <p:spPr>
          <a:xfrm xmlns:a="http://schemas.openxmlformats.org/drawingml/2006/main">
            <a:off x="819150" y="3276600"/>
            <a:ext cx="10287000" cy="533400"/>
          </a:xfrm>
          <a:prstGeom xmlns:a="http://schemas.openxmlformats.org/drawingml/2006/main" prst="rect">
            <a:avLst/>
          </a:prstGeom>
          <a:solidFill xmlns:a="http://schemas.openxmlformats.org/drawingml/2006/main">
            <a:srgbClr val="FBF8F2"/>
          </a:solidFill>
          <a:ln xmlns:a="http://schemas.openxmlformats.org/drawingml/2006/main" w="9525">
            <a:solidFill>
              <a:srgbClr val="D5CEC4"/>
            </a:solidFill>
            <a:prstDash val="solid"/>
          </a:ln>
        </p:spPr>
      </p:sp>
      <p:sp>
        <p:nvSpPr>
          <p:cNvPr id="19" name="">
            <a:extLst xmlns:a="http://schemas.openxmlformats.org/drawingml/2006/main">
              <a:ext uri="{FF2B5EF4-FFF2-40B4-BE49-F238E27FC236}">
                <a16:creationId xmlns:a16="http://schemas.microsoft.com/office/drawing/2014/main" id="{3E1FDEA2-37BE-4514-8C8A-AB38A178304F}"/>
              </a:ext>
            </a:extLst>
          </p:cNvPr>
          <p:cNvSpPr>
            <a:spLocks xmlns:a="http://schemas.openxmlformats.org/drawingml/2006/main" noGrp="1"/>
          </p:cNvSpPr>
          <p:nvPr/>
        </p:nvSpPr>
        <p:spPr>
          <a:xfrm xmlns:a="http://schemas.openxmlformats.org/drawingml/2006/main">
            <a:off x="933450" y="3362325"/>
            <a:ext cx="1295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14204A"/>
                </a:solidFill>
                <a:latin typeface="Yu Gothic"/>
                <a:ea typeface="Yu Gothic"/>
                <a:cs typeface="Yu Gothic"/>
              </a:defRPr>
            </a:pPr>
            <a:r>
              <a:rPr sz="1275" b="1">
                <a:solidFill>
                  <a:srgbClr val="14204A"/>
                </a:solidFill>
                <a:latin typeface="Yu Gothic"/>
                <a:ea typeface="Yu Gothic"/>
                <a:cs typeface="Yu Gothic"/>
              </a:rPr>
              <a:t>人間</a:t>
            </a:r>
          </a:p>
        </p:txBody>
      </p:sp>
      <p:sp>
        <p:nvSpPr>
          <p:cNvPr id="20" name="">
            <a:extLst xmlns:a="http://schemas.openxmlformats.org/drawingml/2006/main">
              <a:ext uri="{FF2B5EF4-FFF2-40B4-BE49-F238E27FC236}">
                <a16:creationId xmlns:a16="http://schemas.microsoft.com/office/drawing/2014/main" id="{04A5E371-5050-43DC-8197-A03FD8F5FDCD}"/>
              </a:ext>
            </a:extLst>
          </p:cNvPr>
          <p:cNvSpPr>
            <a:spLocks xmlns:a="http://schemas.openxmlformats.org/drawingml/2006/main" noGrp="1"/>
          </p:cNvSpPr>
          <p:nvPr/>
        </p:nvSpPr>
        <p:spPr>
          <a:xfrm xmlns:a="http://schemas.openxmlformats.org/drawingml/2006/main">
            <a:off x="2457450" y="3362325"/>
            <a:ext cx="4724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2607A"/>
                </a:solidFill>
                <a:latin typeface="Yu Gothic"/>
                <a:ea typeface="Yu Gothic"/>
                <a:cs typeface="Yu Gothic"/>
              </a:defRPr>
            </a:pPr>
            <a:r>
              <a:rPr sz="1275" b="0">
                <a:solidFill>
                  <a:srgbClr val="52607A"/>
                </a:solidFill>
                <a:latin typeface="Yu Gothic"/>
                <a:ea typeface="Yu Gothic"/>
                <a:cs typeface="Yu Gothic"/>
              </a:rPr>
              <a:t>CR、diff、残リスク、worklog、ADR</a:t>
            </a:r>
          </a:p>
        </p:txBody>
      </p:sp>
      <p:sp>
        <p:nvSpPr>
          <p:cNvPr id="21" name="">
            <a:extLst xmlns:a="http://schemas.openxmlformats.org/drawingml/2006/main">
              <a:ext uri="{FF2B5EF4-FFF2-40B4-BE49-F238E27FC236}">
                <a16:creationId xmlns:a16="http://schemas.microsoft.com/office/drawing/2014/main" id="{68B0AD7C-A85F-4DC4-A1DA-E39D43935743}"/>
              </a:ext>
            </a:extLst>
          </p:cNvPr>
          <p:cNvSpPr>
            <a:spLocks xmlns:a="http://schemas.openxmlformats.org/drawingml/2006/main" noGrp="1"/>
          </p:cNvSpPr>
          <p:nvPr/>
        </p:nvSpPr>
        <p:spPr>
          <a:xfrm xmlns:a="http://schemas.openxmlformats.org/drawingml/2006/main">
            <a:off x="7410450" y="3362325"/>
            <a:ext cx="3581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2607A"/>
                </a:solidFill>
                <a:latin typeface="Yu Gothic"/>
                <a:ea typeface="Yu Gothic"/>
                <a:cs typeface="Yu Gothic"/>
              </a:defRPr>
            </a:pPr>
            <a:r>
              <a:rPr sz="1275" b="0">
                <a:solidFill>
                  <a:srgbClr val="52607A"/>
                </a:solidFill>
                <a:latin typeface="Yu Gothic"/>
                <a:ea typeface="Yu Gothic"/>
                <a:cs typeface="Yu Gothic"/>
              </a:rPr>
              <a:t>業務として受け入れるか</a:t>
            </a:r>
          </a:p>
        </p:txBody>
      </p:sp>
      <p:sp>
        <p:nvSpPr>
          <p:cNvPr id="22" name="">
            <a:extLst xmlns:a="http://schemas.openxmlformats.org/drawingml/2006/main">
              <a:ext uri="{FF2B5EF4-FFF2-40B4-BE49-F238E27FC236}">
                <a16:creationId xmlns:a16="http://schemas.microsoft.com/office/drawing/2014/main" id="{6F11E16E-5EE1-49C4-93F8-EF233C596EA0}"/>
              </a:ext>
            </a:extLst>
          </p:cNvPr>
          <p:cNvSpPr>
            <a:spLocks xmlns:a="http://schemas.openxmlformats.org/drawingml/2006/main" noGrp="1"/>
          </p:cNvSpPr>
          <p:nvPr/>
        </p:nvSpPr>
        <p:spPr>
          <a:xfrm xmlns:a="http://schemas.openxmlformats.org/drawingml/2006/main">
            <a:off x="819150" y="3810000"/>
            <a:ext cx="10287000" cy="533400"/>
          </a:xfrm>
          <a:prstGeom xmlns:a="http://schemas.openxmlformats.org/drawingml/2006/main" prst="rect">
            <a:avLst/>
          </a:prstGeom>
          <a:solidFill xmlns:a="http://schemas.openxmlformats.org/drawingml/2006/main">
            <a:srgbClr val="F3EEE7"/>
          </a:solidFill>
          <a:ln xmlns:a="http://schemas.openxmlformats.org/drawingml/2006/main" w="9525">
            <a:solidFill>
              <a:srgbClr val="D5CEC4"/>
            </a:solidFill>
            <a:prstDash val="solid"/>
          </a:ln>
        </p:spPr>
      </p:sp>
      <p:sp>
        <p:nvSpPr>
          <p:cNvPr id="23" name="">
            <a:extLst xmlns:a="http://schemas.openxmlformats.org/drawingml/2006/main">
              <a:ext uri="{FF2B5EF4-FFF2-40B4-BE49-F238E27FC236}">
                <a16:creationId xmlns:a16="http://schemas.microsoft.com/office/drawing/2014/main" id="{CE6DC7FB-38F2-447F-A7A4-1DB811C1C047}"/>
              </a:ext>
            </a:extLst>
          </p:cNvPr>
          <p:cNvSpPr>
            <a:spLocks xmlns:a="http://schemas.openxmlformats.org/drawingml/2006/main" noGrp="1"/>
          </p:cNvSpPr>
          <p:nvPr/>
        </p:nvSpPr>
        <p:spPr>
          <a:xfrm xmlns:a="http://schemas.openxmlformats.org/drawingml/2006/main">
            <a:off x="933450" y="3895725"/>
            <a:ext cx="1295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14204A"/>
                </a:solidFill>
                <a:latin typeface="Yu Gothic"/>
                <a:ea typeface="Yu Gothic"/>
                <a:cs typeface="Yu Gothic"/>
              </a:defRPr>
            </a:pPr>
            <a:r>
              <a:rPr sz="1275" b="1">
                <a:solidFill>
                  <a:srgbClr val="14204A"/>
                </a:solidFill>
                <a:latin typeface="Yu Gothic"/>
                <a:ea typeface="Yu Gothic"/>
                <a:cs typeface="Yu Gothic"/>
              </a:rPr>
              <a:t>現場CI</a:t>
            </a:r>
          </a:p>
        </p:txBody>
      </p:sp>
      <p:sp>
        <p:nvSpPr>
          <p:cNvPr id="24" name="">
            <a:extLst xmlns:a="http://schemas.openxmlformats.org/drawingml/2006/main">
              <a:ext uri="{FF2B5EF4-FFF2-40B4-BE49-F238E27FC236}">
                <a16:creationId xmlns:a16="http://schemas.microsoft.com/office/drawing/2014/main" id="{B2C812EB-396F-4C9A-89FE-50E67744D717}"/>
              </a:ext>
            </a:extLst>
          </p:cNvPr>
          <p:cNvSpPr>
            <a:spLocks xmlns:a="http://schemas.openxmlformats.org/drawingml/2006/main" noGrp="1"/>
          </p:cNvSpPr>
          <p:nvPr/>
        </p:nvSpPr>
        <p:spPr>
          <a:xfrm xmlns:a="http://schemas.openxmlformats.org/drawingml/2006/main">
            <a:off x="2457450" y="3895725"/>
            <a:ext cx="4724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2607A"/>
                </a:solidFill>
                <a:latin typeface="Yu Gothic"/>
                <a:ea typeface="Yu Gothic"/>
                <a:cs typeface="Yu Gothic"/>
              </a:defRPr>
            </a:pPr>
            <a:r>
              <a:rPr sz="1275" b="0">
                <a:solidFill>
                  <a:srgbClr val="52607A"/>
                </a:solidFill>
                <a:latin typeface="Yu Gothic"/>
                <a:ea typeface="Yu Gothic"/>
                <a:cs typeface="Yu Gothic"/>
              </a:rPr>
              <a:t>同じセンサーの自動実行</a:t>
            </a:r>
          </a:p>
        </p:txBody>
      </p:sp>
      <p:sp>
        <p:nvSpPr>
          <p:cNvPr id="25" name="">
            <a:extLst xmlns:a="http://schemas.openxmlformats.org/drawingml/2006/main">
              <a:ext uri="{FF2B5EF4-FFF2-40B4-BE49-F238E27FC236}">
                <a16:creationId xmlns:a16="http://schemas.microsoft.com/office/drawing/2014/main" id="{15724A96-FC17-43BB-A7D6-D2E334BEF946}"/>
              </a:ext>
            </a:extLst>
          </p:cNvPr>
          <p:cNvSpPr>
            <a:spLocks xmlns:a="http://schemas.openxmlformats.org/drawingml/2006/main" noGrp="1"/>
          </p:cNvSpPr>
          <p:nvPr/>
        </p:nvSpPr>
        <p:spPr>
          <a:xfrm xmlns:a="http://schemas.openxmlformats.org/drawingml/2006/main">
            <a:off x="7410450" y="3895725"/>
            <a:ext cx="3581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2607A"/>
                </a:solidFill>
                <a:latin typeface="Yu Gothic"/>
                <a:ea typeface="Yu Gothic"/>
                <a:cs typeface="Yu Gothic"/>
              </a:defRPr>
            </a:pPr>
            <a:r>
              <a:rPr sz="1275" b="0">
                <a:solidFill>
                  <a:srgbClr val="52607A"/>
                </a:solidFill>
                <a:latin typeface="Yu Gothic"/>
                <a:ea typeface="Yu Gothic"/>
                <a:cs typeface="Yu Gothic"/>
              </a:rPr>
              <a:t>マージ前に止める</a:t>
            </a:r>
          </a:p>
        </p:txBody>
      </p:sp>
      <p:sp>
        <p:nvSpPr>
          <p:cNvPr id="26" name="">
            <a:extLst xmlns:a="http://schemas.openxmlformats.org/drawingml/2006/main">
              <a:ext uri="{FF2B5EF4-FFF2-40B4-BE49-F238E27FC236}">
                <a16:creationId xmlns:a16="http://schemas.microsoft.com/office/drawing/2014/main" id="{6C000537-85FF-4676-A581-35FACB33CD7B}"/>
              </a:ext>
            </a:extLst>
          </p:cNvPr>
          <p:cNvSpPr>
            <a:spLocks xmlns:a="http://schemas.openxmlformats.org/drawingml/2006/main" noGrp="1"/>
          </p:cNvSpPr>
          <p:nvPr/>
        </p:nvSpPr>
        <p:spPr>
          <a:xfrm xmlns:a="http://schemas.openxmlformats.org/drawingml/2006/main">
            <a:off x="1752600" y="5334000"/>
            <a:ext cx="8686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C85B1A"/>
                </a:solidFill>
                <a:latin typeface="Yu Gothic"/>
                <a:ea typeface="Yu Gothic"/>
                <a:cs typeface="Yu Gothic"/>
              </a:defRPr>
            </a:pPr>
            <a:r>
              <a:rPr sz="1800" b="1">
                <a:solidFill>
                  <a:srgbClr val="C85B1A"/>
                </a:solidFill>
                <a:latin typeface="Yu Gothic"/>
                <a:ea typeface="Yu Gothic"/>
                <a:cs typeface="Yu Gothic"/>
              </a:rPr>
              <a:t>人間の仕事は、全部を見ることから、重要判断を行うことへ移る。</a:t>
            </a:r>
          </a:p>
        </p:txBody>
      </p:sp>
    </p:spTree>
    <p:extLst>
      <p:ext uri="{BB962C8B-B14F-4D97-AF65-F5344CB8AC3E}">
        <p14:creationId xmlns:p14="http://schemas.microsoft.com/office/powerpoint/2010/main" val="407160925"/>
      </p:ext>
    </p:extLst>
  </p:cSld>
</p:sld>
</file>

<file path=ppt/slides/slide24.xml><?xml version="1.0" encoding="utf-8"?>
<p:sld xmlns:p="http://schemas.openxmlformats.org/presentationml/2006/main">
  <p:cSld>
    <p:bg>
      <p:bgPr>
        <a:solidFill xmlns:a="http://schemas.openxmlformats.org/drawingml/2006/main">
          <a:srgbClr val="ECE7E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E94FD04-E4AB-475D-96E3-6DEF6485124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245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D067FFB-078B-47C1-8F5A-36F0EF50C101}"/>
              </a:ext>
            </a:extLst>
          </p:cNvPr>
          <p:cNvSpPr>
            <a:spLocks xmlns:a="http://schemas.openxmlformats.org/drawingml/2006/main" noGrp="1"/>
          </p:cNvSpPr>
          <p:nvPr/>
        </p:nvSpPr>
        <p:spPr>
          <a:xfrm xmlns:a="http://schemas.openxmlformats.org/drawingml/2006/main">
            <a:off x="514350" y="400050"/>
            <a:ext cx="76200" cy="266700"/>
          </a:xfrm>
          <a:prstGeom xmlns:a="http://schemas.openxmlformats.org/drawingml/2006/main" prst="rect">
            <a:avLst/>
          </a:prstGeom>
          <a:solidFill xmlns:a="http://schemas.openxmlformats.org/drawingml/2006/main">
            <a:srgbClr val="33824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4854FA0-9797-4A26-A009-83D60A16CC8B}"/>
              </a:ext>
            </a:extLst>
          </p:cNvPr>
          <p:cNvSpPr>
            <a:spLocks xmlns:a="http://schemas.openxmlformats.org/drawingml/2006/main" noGrp="1"/>
          </p:cNvSpPr>
          <p:nvPr/>
        </p:nvSpPr>
        <p:spPr>
          <a:xfrm xmlns:a="http://schemas.openxmlformats.org/drawingml/2006/main">
            <a:off x="704850" y="381000"/>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33824A"/>
                </a:solidFill>
                <a:latin typeface="Yu Gothic"/>
                <a:ea typeface="Yu Gothic"/>
                <a:cs typeface="Yu Gothic"/>
              </a:defRPr>
            </a:pPr>
            <a:r>
              <a:rPr sz="975" b="1">
                <a:solidFill>
                  <a:srgbClr val="33824A"/>
                </a:solidFill>
                <a:latin typeface="Yu Gothic"/>
                <a:ea typeface="Yu Gothic"/>
                <a:cs typeface="Yu Gothic"/>
              </a:rPr>
              <a:t>RELEASE CANDIDATE</a:t>
            </a:r>
          </a:p>
        </p:txBody>
      </p:sp>
      <p:sp>
        <p:nvSpPr>
          <p:cNvPr id="4" name="">
            <a:extLst xmlns:a="http://schemas.openxmlformats.org/drawingml/2006/main">
              <a:ext uri="{FF2B5EF4-FFF2-40B4-BE49-F238E27FC236}">
                <a16:creationId xmlns:a16="http://schemas.microsoft.com/office/drawing/2014/main" id="{6F82EBAE-2F18-4F40-B012-1B6061CE3D18}"/>
              </a:ext>
            </a:extLst>
          </p:cNvPr>
          <p:cNvSpPr>
            <a:spLocks xmlns:a="http://schemas.openxmlformats.org/drawingml/2006/main" noGrp="1"/>
          </p:cNvSpPr>
          <p:nvPr/>
        </p:nvSpPr>
        <p:spPr>
          <a:xfrm xmlns:a="http://schemas.openxmlformats.org/drawingml/2006/main">
            <a:off x="533400" y="857250"/>
            <a:ext cx="1000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72452"/>
                </a:solidFill>
                <a:latin typeface="Yu Gothic"/>
                <a:ea typeface="Yu Gothic"/>
                <a:cs typeface="Yu Gothic"/>
              </a:defRPr>
            </a:pPr>
            <a:r>
              <a:rPr sz="2700" b="1">
                <a:solidFill>
                  <a:srgbClr val="172452"/>
                </a:solidFill>
                <a:latin typeface="Yu Gothic"/>
                <a:ea typeface="Yu Gothic"/>
                <a:cs typeface="Yu Gothic"/>
              </a:rPr>
              <a:t>リリース候補として揃ったもの、まだ現場で足すもの</a:t>
            </a:r>
          </a:p>
        </p:txBody>
      </p:sp>
      <p:sp>
        <p:nvSpPr>
          <p:cNvPr id="5" name="">
            <a:extLst xmlns:a="http://schemas.openxmlformats.org/drawingml/2006/main">
              <a:ext uri="{FF2B5EF4-FFF2-40B4-BE49-F238E27FC236}">
                <a16:creationId xmlns:a16="http://schemas.microsoft.com/office/drawing/2014/main" id="{A57D391B-B559-4E40-ABB1-DA571F1C3D7C}"/>
              </a:ext>
            </a:extLst>
          </p:cNvPr>
          <p:cNvSpPr>
            <a:spLocks xmlns:a="http://schemas.openxmlformats.org/drawingml/2006/main" noGrp="1"/>
          </p:cNvSpPr>
          <p:nvPr/>
        </p:nvSpPr>
        <p:spPr>
          <a:xfrm xmlns:a="http://schemas.openxmlformats.org/drawingml/2006/main">
            <a:off x="11125200" y="632460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52607A"/>
                </a:solidFill>
                <a:latin typeface="Yu Gothic"/>
                <a:ea typeface="Yu Gothic"/>
                <a:cs typeface="Yu Gothic"/>
              </a:defRPr>
            </a:pPr>
            <a:r>
              <a:rPr sz="900" b="0">
                <a:solidFill>
                  <a:srgbClr val="52607A"/>
                </a:solidFill>
                <a:latin typeface="Yu Gothic"/>
                <a:ea typeface="Yu Gothic"/>
                <a:cs typeface="Yu Gothic"/>
              </a:rPr>
              <a:t>24</a:t>
            </a:r>
          </a:p>
        </p:txBody>
      </p:sp>
      <p:sp>
        <p:nvSpPr>
          <p:cNvPr id="6" name="">
            <a:extLst xmlns:a="http://schemas.openxmlformats.org/drawingml/2006/main">
              <a:ext uri="{FF2B5EF4-FFF2-40B4-BE49-F238E27FC236}">
                <a16:creationId xmlns:a16="http://schemas.microsoft.com/office/drawing/2014/main" id="{5DA197DC-1FA9-4928-B7D8-A64F1E617BC5}"/>
              </a:ext>
            </a:extLst>
          </p:cNvPr>
          <p:cNvSpPr>
            <a:spLocks xmlns:a="http://schemas.openxmlformats.org/drawingml/2006/main" noGrp="1"/>
          </p:cNvSpPr>
          <p:nvPr/>
        </p:nvSpPr>
        <p:spPr>
          <a:xfrm xmlns:a="http://schemas.openxmlformats.org/drawingml/2006/main">
            <a:off x="666750" y="1581150"/>
            <a:ext cx="3238500" cy="2000250"/>
          </a:xfrm>
          <a:prstGeom xmlns:a="http://schemas.openxmlformats.org/drawingml/2006/main" prst="rect">
            <a:avLst/>
          </a:prstGeom>
          <a:solidFill xmlns:a="http://schemas.openxmlformats.org/drawingml/2006/main">
            <a:srgbClr val="172452"/>
          </a:solidFill>
          <a:ln xmlns:a="http://schemas.openxmlformats.org/drawingml/2006/main" w="9525">
            <a:solidFill>
              <a:srgbClr val="172452"/>
            </a:solidFill>
            <a:prstDash val="solid"/>
          </a:ln>
        </p:spPr>
      </p:sp>
      <p:sp>
        <p:nvSpPr>
          <p:cNvPr id="7" name="">
            <a:extLst xmlns:a="http://schemas.openxmlformats.org/drawingml/2006/main">
              <a:ext uri="{FF2B5EF4-FFF2-40B4-BE49-F238E27FC236}">
                <a16:creationId xmlns:a16="http://schemas.microsoft.com/office/drawing/2014/main" id="{024535FB-09E1-4F8D-8026-F3EBEB38F0E9}"/>
              </a:ext>
            </a:extLst>
          </p:cNvPr>
          <p:cNvSpPr>
            <a:spLocks xmlns:a="http://schemas.openxmlformats.org/drawingml/2006/main" noGrp="1"/>
          </p:cNvSpPr>
          <p:nvPr/>
        </p:nvSpPr>
        <p:spPr>
          <a:xfrm xmlns:a="http://schemas.openxmlformats.org/drawingml/2006/main">
            <a:off x="876300" y="1771650"/>
            <a:ext cx="28194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F8FAFC"/>
                </a:solidFill>
                <a:latin typeface="Menlo"/>
                <a:ea typeface="Menlo"/>
                <a:cs typeface="Menlo"/>
              </a:defRPr>
            </a:pPr>
            <a:r>
              <a:rPr sz="1050" b="0">
                <a:solidFill>
                  <a:srgbClr val="F8FAFC"/>
                </a:solidFill>
                <a:latin typeface="Menlo"/>
                <a:ea typeface="Menlo"/>
                <a:cs typeface="Menlo"/>
              </a:rPr>
              <a:t>docs/specs/order-estimate.md</a:t>
            </a:r>
          </a:p>
          <a:p xmlns:a="http://schemas.openxmlformats.org/drawingml/2006/main">
            <a:pPr algn="l">
              <a:defRPr sz="1050" b="0">
                <a:solidFill>
                  <a:srgbClr val="F8FAFC"/>
                </a:solidFill>
                <a:latin typeface="Menlo"/>
                <a:ea typeface="Menlo"/>
                <a:cs typeface="Menlo"/>
              </a:defRPr>
            </a:pPr>
            <a:r>
              <a:rPr sz="1050" b="0">
                <a:solidFill>
                  <a:srgbClr val="F8FAFC"/>
                </a:solidFill>
                <a:latin typeface="Menlo"/>
                <a:ea typeface="Menlo"/>
                <a:cs typeface="Menlo"/>
              </a:rPr>
              <a:t>last-updated: 2026-06-26</a:t>
            </a:r>
          </a:p>
          <a:p xmlns:a="http://schemas.openxmlformats.org/drawingml/2006/main">
            <a:pPr algn="l">
              <a:defRPr sz="1050" b="0">
                <a:solidFill>
                  <a:srgbClr val="F8FAFC"/>
                </a:solidFill>
                <a:latin typeface="Menlo"/>
                <a:ea typeface="Menlo"/>
                <a:cs typeface="Menlo"/>
              </a:defRPr>
            </a:pPr>
            <a:r>
              <a:rPr sz="1050" b="0">
                <a:solidFill>
                  <a:srgbClr val="F8FAFC"/>
                </a:solidFill>
                <a:latin typeface="Menlo"/>
                <a:ea typeface="Menlo"/>
                <a:cs typeface="Menlo"/>
              </a:rPr>
              <a:t>送料無料閾値: 7,000円</a:t>
            </a:r>
          </a:p>
          <a:p xmlns:a="http://schemas.openxmlformats.org/drawingml/2006/main">
            <a:pPr algn="l">
              <a:defRPr sz="1050" b="0">
                <a:solidFill>
                  <a:srgbClr val="F8FAFC"/>
                </a:solidFill>
                <a:latin typeface="Menlo"/>
                <a:ea typeface="Menlo"/>
                <a:cs typeface="Menlo"/>
              </a:defRPr>
            </a:pPr>
            <a:r>
              <a:rPr sz="1050" b="0">
                <a:solidFill>
                  <a:srgbClr val="F8FAFC"/>
                </a:solidFill>
                <a:latin typeface="Menlo"/>
                <a:ea typeface="Menlo"/>
                <a:cs typeface="Menlo"/>
              </a:rPr>
              <a:t>6,999円 =&gt; 送料500円</a:t>
            </a:r>
          </a:p>
          <a:p xmlns:a="http://schemas.openxmlformats.org/drawingml/2006/main">
            <a:pPr algn="l">
              <a:defRPr sz="1050" b="0">
                <a:solidFill>
                  <a:srgbClr val="F8FAFC"/>
                </a:solidFill>
                <a:latin typeface="Menlo"/>
                <a:ea typeface="Menlo"/>
                <a:cs typeface="Menlo"/>
              </a:defRPr>
            </a:pPr>
            <a:r>
              <a:rPr sz="1050" b="0">
                <a:solidFill>
                  <a:srgbClr val="F8FAFC"/>
                </a:solidFill>
                <a:latin typeface="Menlo"/>
                <a:ea typeface="Menlo"/>
                <a:cs typeface="Menlo"/>
              </a:rPr>
              <a:t>7,000円 =&gt; 送料0円</a:t>
            </a:r>
          </a:p>
        </p:txBody>
      </p:sp>
      <p:sp>
        <p:nvSpPr>
          <p:cNvPr id="8" name="">
            <a:extLst xmlns:a="http://schemas.openxmlformats.org/drawingml/2006/main">
              <a:ext uri="{FF2B5EF4-FFF2-40B4-BE49-F238E27FC236}">
                <a16:creationId xmlns:a16="http://schemas.microsoft.com/office/drawing/2014/main" id="{34E8D0FB-31B9-415D-87D2-C504A7F63434}"/>
              </a:ext>
            </a:extLst>
          </p:cNvPr>
          <p:cNvSpPr>
            <a:spLocks xmlns:a="http://schemas.openxmlformats.org/drawingml/2006/main" noGrp="1"/>
          </p:cNvSpPr>
          <p:nvPr/>
        </p:nvSpPr>
        <p:spPr>
          <a:xfrm xmlns:a="http://schemas.openxmlformats.org/drawingml/2006/main">
            <a:off x="4476750" y="1581150"/>
            <a:ext cx="3238500" cy="2000250"/>
          </a:xfrm>
          <a:prstGeom xmlns:a="http://schemas.openxmlformats.org/drawingml/2006/main" prst="rect">
            <a:avLst/>
          </a:prstGeom>
          <a:solidFill xmlns:a="http://schemas.openxmlformats.org/drawingml/2006/main">
            <a:srgbClr val="172452"/>
          </a:solidFill>
          <a:ln xmlns:a="http://schemas.openxmlformats.org/drawingml/2006/main" w="9525">
            <a:solidFill>
              <a:srgbClr val="172452"/>
            </a:solidFill>
            <a:prstDash val="solid"/>
          </a:ln>
        </p:spPr>
      </p:sp>
      <p:sp>
        <p:nvSpPr>
          <p:cNvPr id="9" name="">
            <a:extLst xmlns:a="http://schemas.openxmlformats.org/drawingml/2006/main">
              <a:ext uri="{FF2B5EF4-FFF2-40B4-BE49-F238E27FC236}">
                <a16:creationId xmlns:a16="http://schemas.microsoft.com/office/drawing/2014/main" id="{A1727223-7367-458F-9E4C-BAA2B578878F}"/>
              </a:ext>
            </a:extLst>
          </p:cNvPr>
          <p:cNvSpPr>
            <a:spLocks xmlns:a="http://schemas.openxmlformats.org/drawingml/2006/main" noGrp="1"/>
          </p:cNvSpPr>
          <p:nvPr/>
        </p:nvSpPr>
        <p:spPr>
          <a:xfrm xmlns:a="http://schemas.openxmlformats.org/drawingml/2006/main">
            <a:off x="4686300" y="1771650"/>
            <a:ext cx="28194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F8FAFC"/>
                </a:solidFill>
                <a:latin typeface="Menlo"/>
                <a:ea typeface="Menlo"/>
                <a:cs typeface="Menlo"/>
              </a:defRPr>
            </a:pPr>
            <a:r>
              <a:rPr sz="1050" b="0">
                <a:solidFill>
                  <a:srgbClr val="F8FAFC"/>
                </a:solidFill>
                <a:latin typeface="Menlo"/>
                <a:ea typeface="Menlo"/>
                <a:cs typeface="Menlo"/>
              </a:rPr>
              <a:t>docs/decisions/ADR-0002</a:t>
            </a:r>
          </a:p>
          <a:p xmlns:a="http://schemas.openxmlformats.org/drawingml/2006/main">
            <a:pPr algn="l">
              <a:defRPr sz="1050" b="0">
                <a:solidFill>
                  <a:srgbClr val="F8FAFC"/>
                </a:solidFill>
                <a:latin typeface="Menlo"/>
                <a:ea typeface="Menlo"/>
                <a:cs typeface="Menlo"/>
              </a:defRPr>
            </a:pPr>
            <a:r>
              <a:rPr sz="1050" b="0">
                <a:solidFill>
                  <a:srgbClr val="F8FAFC"/>
                </a:solidFill>
                <a:latin typeface="Menlo"/>
                <a:ea typeface="Menlo"/>
                <a:cs typeface="Menlo"/>
              </a:rPr>
              <a:t>Context: CR-2026-06-26</a:t>
            </a:r>
          </a:p>
          <a:p xmlns:a="http://schemas.openxmlformats.org/drawingml/2006/main">
            <a:pPr algn="l">
              <a:defRPr sz="1050" b="0">
                <a:solidFill>
                  <a:srgbClr val="F8FAFC"/>
                </a:solidFill>
                <a:latin typeface="Menlo"/>
                <a:ea typeface="Menlo"/>
                <a:cs typeface="Menlo"/>
              </a:defRPr>
            </a:pPr>
            <a:r>
              <a:rPr sz="1050" b="0">
                <a:solidFill>
                  <a:srgbClr val="F8FAFC"/>
                </a:solidFill>
                <a:latin typeface="Menlo"/>
                <a:ea typeface="Menlo"/>
                <a:cs typeface="Menlo"/>
              </a:rPr>
              <a:t>Decision:</a:t>
            </a:r>
          </a:p>
          <a:p xmlns:a="http://schemas.openxmlformats.org/drawingml/2006/main">
            <a:pPr algn="l">
              <a:defRPr sz="1050" b="0">
                <a:solidFill>
                  <a:srgbClr val="F8FAFC"/>
                </a:solidFill>
                <a:latin typeface="Menlo"/>
                <a:ea typeface="Menlo"/>
                <a:cs typeface="Menlo"/>
              </a:defRPr>
            </a:pPr>
            <a:r>
              <a:rPr sz="1050" b="0">
                <a:solidFill>
                  <a:srgbClr val="F8FAFC"/>
                </a:solidFill>
                <a:latin typeface="Menlo"/>
                <a:ea typeface="Menlo"/>
                <a:cs typeface="Menlo"/>
              </a:rPr>
              <a:t>- thresholdはpricing.js</a:t>
            </a:r>
          </a:p>
          <a:p xmlns:a="http://schemas.openxmlformats.org/drawingml/2006/main">
            <a:pPr algn="l">
              <a:defRPr sz="1050" b="0">
                <a:solidFill>
                  <a:srgbClr val="F8FAFC"/>
                </a:solidFill>
                <a:latin typeface="Menlo"/>
                <a:ea typeface="Menlo"/>
                <a:cs typeface="Menlo"/>
              </a:defRPr>
            </a:pPr>
            <a:r>
              <a:rPr sz="1050" b="0">
                <a:solidFill>
                  <a:srgbClr val="F8FAFC"/>
                </a:solidFill>
                <a:latin typeface="Menlo"/>
                <a:ea typeface="Menlo"/>
                <a:cs typeface="Menlo"/>
              </a:rPr>
              <a:t>- 判定はfreeShippingPolicy</a:t>
            </a:r>
          </a:p>
          <a:p xmlns:a="http://schemas.openxmlformats.org/drawingml/2006/main">
            <a:pPr algn="l">
              <a:defRPr sz="1050" b="0">
                <a:solidFill>
                  <a:srgbClr val="F8FAFC"/>
                </a:solidFill>
                <a:latin typeface="Menlo"/>
                <a:ea typeface="Menlo"/>
                <a:cs typeface="Menlo"/>
              </a:defRPr>
            </a:pPr>
            <a:r>
              <a:rPr sz="1050" b="0">
                <a:solidFill>
                  <a:srgbClr val="F8FAFC"/>
                </a:solidFill>
                <a:latin typeface="Menlo"/>
                <a:ea typeface="Menlo"/>
                <a:cs typeface="Menlo"/>
              </a:rPr>
              <a:t>- response形式は維持</a:t>
            </a:r>
          </a:p>
        </p:txBody>
      </p:sp>
      <p:sp>
        <p:nvSpPr>
          <p:cNvPr id="10" name="">
            <a:extLst xmlns:a="http://schemas.openxmlformats.org/drawingml/2006/main">
              <a:ext uri="{FF2B5EF4-FFF2-40B4-BE49-F238E27FC236}">
                <a16:creationId xmlns:a16="http://schemas.microsoft.com/office/drawing/2014/main" id="{F76A943C-263C-48B9-8B42-5D23B1F43DED}"/>
              </a:ext>
            </a:extLst>
          </p:cNvPr>
          <p:cNvSpPr>
            <a:spLocks xmlns:a="http://schemas.openxmlformats.org/drawingml/2006/main" noGrp="1"/>
          </p:cNvSpPr>
          <p:nvPr/>
        </p:nvSpPr>
        <p:spPr>
          <a:xfrm xmlns:a="http://schemas.openxmlformats.org/drawingml/2006/main">
            <a:off x="8286750" y="1581150"/>
            <a:ext cx="3238500" cy="2000250"/>
          </a:xfrm>
          <a:prstGeom xmlns:a="http://schemas.openxmlformats.org/drawingml/2006/main" prst="rect">
            <a:avLst/>
          </a:prstGeom>
          <a:solidFill xmlns:a="http://schemas.openxmlformats.org/drawingml/2006/main">
            <a:srgbClr val="172452"/>
          </a:solidFill>
          <a:ln xmlns:a="http://schemas.openxmlformats.org/drawingml/2006/main" w="9525">
            <a:solidFill>
              <a:srgbClr val="172452"/>
            </a:solidFill>
            <a:prstDash val="solid"/>
          </a:ln>
        </p:spPr>
      </p:sp>
      <p:sp>
        <p:nvSpPr>
          <p:cNvPr id="11" name="">
            <a:extLst xmlns:a="http://schemas.openxmlformats.org/drawingml/2006/main">
              <a:ext uri="{FF2B5EF4-FFF2-40B4-BE49-F238E27FC236}">
                <a16:creationId xmlns:a16="http://schemas.microsoft.com/office/drawing/2014/main" id="{7D39C913-00E7-4E3F-B75E-4EEAA1C5B008}"/>
              </a:ext>
            </a:extLst>
          </p:cNvPr>
          <p:cNvSpPr>
            <a:spLocks xmlns:a="http://schemas.openxmlformats.org/drawingml/2006/main" noGrp="1"/>
          </p:cNvSpPr>
          <p:nvPr/>
        </p:nvSpPr>
        <p:spPr>
          <a:xfrm xmlns:a="http://schemas.openxmlformats.org/drawingml/2006/main">
            <a:off x="8496300" y="1771650"/>
            <a:ext cx="28194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F8FAFC"/>
                </a:solidFill>
                <a:latin typeface="Menlo"/>
                <a:ea typeface="Menlo"/>
                <a:cs typeface="Menlo"/>
              </a:defRPr>
            </a:pPr>
            <a:r>
              <a:rPr sz="1050" b="0">
                <a:solidFill>
                  <a:srgbClr val="F8FAFC"/>
                </a:solidFill>
                <a:latin typeface="Menlo"/>
                <a:ea typeface="Menlo"/>
                <a:cs typeface="Menlo"/>
              </a:rPr>
              <a:t>docs/ai/worklog.md</a:t>
            </a:r>
          </a:p>
          <a:p xmlns:a="http://schemas.openxmlformats.org/drawingml/2006/main">
            <a:pPr algn="l">
              <a:defRPr sz="1050" b="0">
                <a:solidFill>
                  <a:srgbClr val="F8FAFC"/>
                </a:solidFill>
                <a:latin typeface="Menlo"/>
                <a:ea typeface="Menlo"/>
                <a:cs typeface="Menlo"/>
              </a:defRPr>
            </a:pPr>
            <a:r>
              <a:rPr sz="1050" b="0">
                <a:solidFill>
                  <a:srgbClr val="F8FAFC"/>
                </a:solidFill>
                <a:latin typeface="Menlo"/>
                <a:ea typeface="Menlo"/>
                <a:cs typeface="Menlo"/>
              </a:rPr>
              <a:t>依頼: CR-2026-06-26</a:t>
            </a:r>
          </a:p>
          <a:p xmlns:a="http://schemas.openxmlformats.org/drawingml/2006/main">
            <a:pPr algn="l">
              <a:defRPr sz="1050" b="0">
                <a:solidFill>
                  <a:srgbClr val="F8FAFC"/>
                </a:solidFill>
                <a:latin typeface="Menlo"/>
                <a:ea typeface="Menlo"/>
                <a:cs typeface="Menlo"/>
              </a:defRPr>
            </a:pPr>
            <a:r>
              <a:rPr sz="1050" b="0">
                <a:solidFill>
                  <a:srgbClr val="F8FAFC"/>
                </a:solidFill>
                <a:latin typeface="Menlo"/>
                <a:ea typeface="Menlo"/>
                <a:cs typeface="Menlo"/>
              </a:rPr>
              <a:t>やったこと: threshold/test/spec/ADR</a:t>
            </a:r>
          </a:p>
          <a:p xmlns:a="http://schemas.openxmlformats.org/drawingml/2006/main">
            <a:pPr algn="l">
              <a:defRPr sz="1050" b="0">
                <a:solidFill>
                  <a:srgbClr val="F8FAFC"/>
                </a:solidFill>
                <a:latin typeface="Menlo"/>
                <a:ea typeface="Menlo"/>
                <a:cs typeface="Menlo"/>
              </a:defRPr>
            </a:pPr>
            <a:r>
              <a:rPr sz="1050" b="0">
                <a:solidFill>
                  <a:srgbClr val="F8FAFC"/>
                </a:solidFill>
                <a:latin typeface="Menlo"/>
                <a:ea typeface="Menlo"/>
                <a:cs typeface="Menlo"/>
              </a:rPr>
              <a:t>発見: 旧specは3,000円</a:t>
            </a:r>
          </a:p>
          <a:p xmlns:a="http://schemas.openxmlformats.org/drawingml/2006/main">
            <a:pPr algn="l">
              <a:defRPr sz="1050" b="0">
                <a:solidFill>
                  <a:srgbClr val="F8FAFC"/>
                </a:solidFill>
                <a:latin typeface="Menlo"/>
                <a:ea typeface="Menlo"/>
                <a:cs typeface="Menlo"/>
              </a:defRPr>
            </a:pPr>
            <a:r>
              <a:rPr sz="1050" b="0">
                <a:solidFill>
                  <a:srgbClr val="F8FAFC"/>
                </a:solidFill>
                <a:latin typeface="Menlo"/>
                <a:ea typeface="Menlo"/>
                <a:cs typeface="Menlo"/>
              </a:rPr>
              <a:t>残リスク: UI/改定日/過去注文</a:t>
            </a:r>
          </a:p>
        </p:txBody>
      </p:sp>
      <p:sp>
        <p:nvSpPr>
          <p:cNvPr id="12" name="">
            <a:extLst xmlns:a="http://schemas.openxmlformats.org/drawingml/2006/main">
              <a:ext uri="{FF2B5EF4-FFF2-40B4-BE49-F238E27FC236}">
                <a16:creationId xmlns:a16="http://schemas.microsoft.com/office/drawing/2014/main" id="{E85C5FB6-D7C5-4518-985C-46D1A0BE95D3}"/>
              </a:ext>
            </a:extLst>
          </p:cNvPr>
          <p:cNvSpPr>
            <a:spLocks xmlns:a="http://schemas.openxmlformats.org/drawingml/2006/main" noGrp="1"/>
          </p:cNvSpPr>
          <p:nvPr/>
        </p:nvSpPr>
        <p:spPr>
          <a:xfrm xmlns:a="http://schemas.openxmlformats.org/drawingml/2006/main">
            <a:off x="876300" y="4000500"/>
            <a:ext cx="10439400" cy="400050"/>
          </a:xfrm>
          <a:prstGeom xmlns:a="http://schemas.openxmlformats.org/drawingml/2006/main" prst="rect">
            <a:avLst/>
          </a:prstGeom>
          <a:solidFill xmlns:a="http://schemas.openxmlformats.org/drawingml/2006/main">
            <a:srgbClr val="172452"/>
          </a:solidFill>
          <a:ln xmlns:a="http://schemas.openxmlformats.org/drawingml/2006/main" w="9525">
            <a:solidFill>
              <a:srgbClr val="172452"/>
            </a:solidFill>
            <a:prstDash val="solid"/>
          </a:ln>
        </p:spPr>
      </p:sp>
      <p:sp>
        <p:nvSpPr>
          <p:cNvPr id="13" name="">
            <a:extLst xmlns:a="http://schemas.openxmlformats.org/drawingml/2006/main">
              <a:ext uri="{FF2B5EF4-FFF2-40B4-BE49-F238E27FC236}">
                <a16:creationId xmlns:a16="http://schemas.microsoft.com/office/drawing/2014/main" id="{DDB1902E-A021-4810-AF33-AE5CF72124C9}"/>
              </a:ext>
            </a:extLst>
          </p:cNvPr>
          <p:cNvSpPr>
            <a:spLocks xmlns:a="http://schemas.openxmlformats.org/drawingml/2006/main" noGrp="1"/>
          </p:cNvSpPr>
          <p:nvPr/>
        </p:nvSpPr>
        <p:spPr>
          <a:xfrm xmlns:a="http://schemas.openxmlformats.org/drawingml/2006/main">
            <a:off x="990600" y="4086225"/>
            <a:ext cx="4724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FFFFF"/>
                </a:solidFill>
                <a:latin typeface="Yu Gothic"/>
                <a:ea typeface="Yu Gothic"/>
                <a:cs typeface="Yu Gothic"/>
              </a:defRPr>
            </a:pPr>
            <a:r>
              <a:rPr sz="1200" b="1">
                <a:solidFill>
                  <a:srgbClr val="FFFFFF"/>
                </a:solidFill>
                <a:latin typeface="Yu Gothic"/>
                <a:ea typeface="Yu Gothic"/>
                <a:cs typeface="Yu Gothic"/>
              </a:rPr>
              <a:t>ここまでで揃ったもの</a:t>
            </a:r>
          </a:p>
        </p:txBody>
      </p:sp>
      <p:sp>
        <p:nvSpPr>
          <p:cNvPr id="14" name="">
            <a:extLst xmlns:a="http://schemas.openxmlformats.org/drawingml/2006/main">
              <a:ext uri="{FF2B5EF4-FFF2-40B4-BE49-F238E27FC236}">
                <a16:creationId xmlns:a16="http://schemas.microsoft.com/office/drawing/2014/main" id="{58FDA49F-D7CD-4F00-878B-38F180A25FC6}"/>
              </a:ext>
            </a:extLst>
          </p:cNvPr>
          <p:cNvSpPr>
            <a:spLocks xmlns:a="http://schemas.openxmlformats.org/drawingml/2006/main" noGrp="1"/>
          </p:cNvSpPr>
          <p:nvPr/>
        </p:nvSpPr>
        <p:spPr>
          <a:xfrm xmlns:a="http://schemas.openxmlformats.org/drawingml/2006/main">
            <a:off x="5943600" y="4086225"/>
            <a:ext cx="5257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FFFFF"/>
                </a:solidFill>
                <a:latin typeface="Yu Gothic"/>
                <a:ea typeface="Yu Gothic"/>
                <a:cs typeface="Yu Gothic"/>
              </a:defRPr>
            </a:pPr>
            <a:r>
              <a:rPr sz="1200" b="1">
                <a:solidFill>
                  <a:srgbClr val="FFFFFF"/>
                </a:solidFill>
                <a:latin typeface="Yu Gothic"/>
                <a:ea typeface="Yu Gothic"/>
                <a:cs typeface="Yu Gothic"/>
              </a:rPr>
              <a:t>現場でまだ足すもの</a:t>
            </a:r>
          </a:p>
        </p:txBody>
      </p:sp>
      <p:sp>
        <p:nvSpPr>
          <p:cNvPr id="15" name="">
            <a:extLst xmlns:a="http://schemas.openxmlformats.org/drawingml/2006/main">
              <a:ext uri="{FF2B5EF4-FFF2-40B4-BE49-F238E27FC236}">
                <a16:creationId xmlns:a16="http://schemas.microsoft.com/office/drawing/2014/main" id="{0B41DD40-76AA-4B99-871A-2D1B4CBEF7C7}"/>
              </a:ext>
            </a:extLst>
          </p:cNvPr>
          <p:cNvSpPr>
            <a:spLocks xmlns:a="http://schemas.openxmlformats.org/drawingml/2006/main" noGrp="1"/>
          </p:cNvSpPr>
          <p:nvPr/>
        </p:nvSpPr>
        <p:spPr>
          <a:xfrm xmlns:a="http://schemas.openxmlformats.org/drawingml/2006/main">
            <a:off x="876300" y="4400550"/>
            <a:ext cx="10439400" cy="400050"/>
          </a:xfrm>
          <a:prstGeom xmlns:a="http://schemas.openxmlformats.org/drawingml/2006/main" prst="rect">
            <a:avLst/>
          </a:prstGeom>
          <a:solidFill xmlns:a="http://schemas.openxmlformats.org/drawingml/2006/main">
            <a:srgbClr val="FBF8F2"/>
          </a:solidFill>
          <a:ln xmlns:a="http://schemas.openxmlformats.org/drawingml/2006/main" w="9525">
            <a:solidFill>
              <a:srgbClr val="D5CEC4"/>
            </a:solidFill>
            <a:prstDash val="solid"/>
          </a:ln>
        </p:spPr>
      </p:sp>
      <p:sp>
        <p:nvSpPr>
          <p:cNvPr id="16" name="">
            <a:extLst xmlns:a="http://schemas.openxmlformats.org/drawingml/2006/main">
              <a:ext uri="{FF2B5EF4-FFF2-40B4-BE49-F238E27FC236}">
                <a16:creationId xmlns:a16="http://schemas.microsoft.com/office/drawing/2014/main" id="{7F4D982B-80C3-4B7E-9DDB-69345313D718}"/>
              </a:ext>
            </a:extLst>
          </p:cNvPr>
          <p:cNvSpPr>
            <a:spLocks xmlns:a="http://schemas.openxmlformats.org/drawingml/2006/main" noGrp="1"/>
          </p:cNvSpPr>
          <p:nvPr/>
        </p:nvSpPr>
        <p:spPr>
          <a:xfrm xmlns:a="http://schemas.openxmlformats.org/drawingml/2006/main">
            <a:off x="990600" y="4486275"/>
            <a:ext cx="4724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4204A"/>
                </a:solidFill>
                <a:latin typeface="Yu Gothic"/>
                <a:ea typeface="Yu Gothic"/>
                <a:cs typeface="Yu Gothic"/>
              </a:defRPr>
            </a:pPr>
            <a:r>
              <a:rPr sz="1125" b="1">
                <a:solidFill>
                  <a:srgbClr val="14204A"/>
                </a:solidFill>
                <a:latin typeface="Yu Gothic"/>
                <a:ea typeface="Yu Gothic"/>
                <a:cs typeface="Yu Gothic"/>
              </a:rPr>
              <a:t>受け入れ条件、テスト、policy-boundary、spec、ADR、worklog</a:t>
            </a:r>
          </a:p>
        </p:txBody>
      </p:sp>
      <p:sp>
        <p:nvSpPr>
          <p:cNvPr id="17" name="">
            <a:extLst xmlns:a="http://schemas.openxmlformats.org/drawingml/2006/main">
              <a:ext uri="{FF2B5EF4-FFF2-40B4-BE49-F238E27FC236}">
                <a16:creationId xmlns:a16="http://schemas.microsoft.com/office/drawing/2014/main" id="{78232D69-16ED-42B6-91AF-AB639F1AB719}"/>
              </a:ext>
            </a:extLst>
          </p:cNvPr>
          <p:cNvSpPr>
            <a:spLocks xmlns:a="http://schemas.openxmlformats.org/drawingml/2006/main" noGrp="1"/>
          </p:cNvSpPr>
          <p:nvPr/>
        </p:nvSpPr>
        <p:spPr>
          <a:xfrm xmlns:a="http://schemas.openxmlformats.org/drawingml/2006/main">
            <a:off x="5943600" y="4486275"/>
            <a:ext cx="5257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2607A"/>
                </a:solidFill>
                <a:latin typeface="Yu Gothic"/>
                <a:ea typeface="Yu Gothic"/>
                <a:cs typeface="Yu Gothic"/>
              </a:defRPr>
            </a:pPr>
            <a:r>
              <a:rPr sz="1125" b="0">
                <a:solidFill>
                  <a:srgbClr val="52607A"/>
                </a:solidFill>
                <a:latin typeface="Yu Gothic"/>
                <a:ea typeface="Yu Gothic"/>
                <a:cs typeface="Yu Gothic"/>
              </a:rPr>
              <a:t>CI、事業側確認、本番相当データ、非機能、監視、ロールバック</a:t>
            </a:r>
          </a:p>
        </p:txBody>
      </p:sp>
      <p:sp>
        <p:nvSpPr>
          <p:cNvPr id="18" name="">
            <a:extLst xmlns:a="http://schemas.openxmlformats.org/drawingml/2006/main">
              <a:ext uri="{FF2B5EF4-FFF2-40B4-BE49-F238E27FC236}">
                <a16:creationId xmlns:a16="http://schemas.microsoft.com/office/drawing/2014/main" id="{507D1B6A-B824-48FB-9A69-4E29A472193C}"/>
              </a:ext>
            </a:extLst>
          </p:cNvPr>
          <p:cNvSpPr>
            <a:spLocks xmlns:a="http://schemas.openxmlformats.org/drawingml/2006/main" noGrp="1"/>
          </p:cNvSpPr>
          <p:nvPr/>
        </p:nvSpPr>
        <p:spPr>
          <a:xfrm xmlns:a="http://schemas.openxmlformats.org/drawingml/2006/main">
            <a:off x="685800" y="5734050"/>
            <a:ext cx="1657350" cy="476250"/>
          </a:xfrm>
          <a:prstGeom xmlns:a="http://schemas.openxmlformats.org/drawingml/2006/main" prst="rect">
            <a:avLst/>
          </a:prstGeom>
          <a:solidFill xmlns:a="http://schemas.openxmlformats.org/drawingml/2006/main">
            <a:srgbClr val="E4DED4"/>
          </a:solidFill>
          <a:ln xmlns:a="http://schemas.openxmlformats.org/drawingml/2006/main" w="9525">
            <a:solidFill>
              <a:srgbClr val="E4DED4"/>
            </a:solidFill>
            <a:prstDash val="solid"/>
          </a:ln>
        </p:spPr>
      </p:sp>
      <p:sp>
        <p:nvSpPr>
          <p:cNvPr id="19" name="">
            <a:extLst xmlns:a="http://schemas.openxmlformats.org/drawingml/2006/main">
              <a:ext uri="{FF2B5EF4-FFF2-40B4-BE49-F238E27FC236}">
                <a16:creationId xmlns:a16="http://schemas.microsoft.com/office/drawing/2014/main" id="{8467B7BC-EDF4-4A25-9E1B-96AC35DF1DF8}"/>
              </a:ext>
            </a:extLst>
          </p:cNvPr>
          <p:cNvSpPr>
            <a:spLocks xmlns:a="http://schemas.openxmlformats.org/drawingml/2006/main" noGrp="1"/>
          </p:cNvSpPr>
          <p:nvPr/>
        </p:nvSpPr>
        <p:spPr>
          <a:xfrm xmlns:a="http://schemas.openxmlformats.org/drawingml/2006/main">
            <a:off x="8001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L0</a:t>
            </a:r>
          </a:p>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開始前</a:t>
            </a:r>
          </a:p>
        </p:txBody>
      </p:sp>
      <p:sp>
        <p:nvSpPr>
          <p:cNvPr id="20" name="">
            <a:extLst xmlns:a="http://schemas.openxmlformats.org/drawingml/2006/main">
              <a:ext uri="{FF2B5EF4-FFF2-40B4-BE49-F238E27FC236}">
                <a16:creationId xmlns:a16="http://schemas.microsoft.com/office/drawing/2014/main" id="{85F60762-08FD-4CCC-BC85-A79BF2C7D3F8}"/>
              </a:ext>
            </a:extLst>
          </p:cNvPr>
          <p:cNvSpPr>
            <a:spLocks xmlns:a="http://schemas.openxmlformats.org/drawingml/2006/main" noGrp="1"/>
          </p:cNvSpPr>
          <p:nvPr/>
        </p:nvSpPr>
        <p:spPr>
          <a:xfrm xmlns:a="http://schemas.openxmlformats.org/drawingml/2006/main">
            <a:off x="2438400" y="5734050"/>
            <a:ext cx="1657350" cy="476250"/>
          </a:xfrm>
          <a:prstGeom xmlns:a="http://schemas.openxmlformats.org/drawingml/2006/main" prst="rect">
            <a:avLst/>
          </a:prstGeom>
          <a:solidFill xmlns:a="http://schemas.openxmlformats.org/drawingml/2006/main">
            <a:srgbClr val="E4DED4"/>
          </a:solidFill>
          <a:ln xmlns:a="http://schemas.openxmlformats.org/drawingml/2006/main" w="9525">
            <a:solidFill>
              <a:srgbClr val="E4DED4"/>
            </a:solidFill>
            <a:prstDash val="solid"/>
          </a:ln>
        </p:spPr>
      </p:sp>
      <p:sp>
        <p:nvSpPr>
          <p:cNvPr id="21" name="">
            <a:extLst xmlns:a="http://schemas.openxmlformats.org/drawingml/2006/main">
              <a:ext uri="{FF2B5EF4-FFF2-40B4-BE49-F238E27FC236}">
                <a16:creationId xmlns:a16="http://schemas.microsoft.com/office/drawing/2014/main" id="{7B162F47-8AD7-42AC-8450-A98954175C3C}"/>
              </a:ext>
            </a:extLst>
          </p:cNvPr>
          <p:cNvSpPr>
            <a:spLocks xmlns:a="http://schemas.openxmlformats.org/drawingml/2006/main" noGrp="1"/>
          </p:cNvSpPr>
          <p:nvPr/>
        </p:nvSpPr>
        <p:spPr>
          <a:xfrm xmlns:a="http://schemas.openxmlformats.org/drawingml/2006/main">
            <a:off x="25527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L1</a:t>
            </a:r>
          </a:p>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変更</a:t>
            </a:r>
          </a:p>
        </p:txBody>
      </p:sp>
      <p:sp>
        <p:nvSpPr>
          <p:cNvPr id="22" name="">
            <a:extLst xmlns:a="http://schemas.openxmlformats.org/drawingml/2006/main">
              <a:ext uri="{FF2B5EF4-FFF2-40B4-BE49-F238E27FC236}">
                <a16:creationId xmlns:a16="http://schemas.microsoft.com/office/drawing/2014/main" id="{08D7E024-B575-4261-9E52-79CF40870EF0}"/>
              </a:ext>
            </a:extLst>
          </p:cNvPr>
          <p:cNvSpPr>
            <a:spLocks xmlns:a="http://schemas.openxmlformats.org/drawingml/2006/main" noGrp="1"/>
          </p:cNvSpPr>
          <p:nvPr/>
        </p:nvSpPr>
        <p:spPr>
          <a:xfrm xmlns:a="http://schemas.openxmlformats.org/drawingml/2006/main">
            <a:off x="4191000" y="5734050"/>
            <a:ext cx="1657350" cy="476250"/>
          </a:xfrm>
          <a:prstGeom xmlns:a="http://schemas.openxmlformats.org/drawingml/2006/main" prst="rect">
            <a:avLst/>
          </a:prstGeom>
          <a:solidFill xmlns:a="http://schemas.openxmlformats.org/drawingml/2006/main">
            <a:srgbClr val="E4DED4"/>
          </a:solidFill>
          <a:ln xmlns:a="http://schemas.openxmlformats.org/drawingml/2006/main" w="9525">
            <a:solidFill>
              <a:srgbClr val="E4DED4"/>
            </a:solidFill>
            <a:prstDash val="solid"/>
          </a:ln>
        </p:spPr>
      </p:sp>
      <p:sp>
        <p:nvSpPr>
          <p:cNvPr id="23" name="">
            <a:extLst xmlns:a="http://schemas.openxmlformats.org/drawingml/2006/main">
              <a:ext uri="{FF2B5EF4-FFF2-40B4-BE49-F238E27FC236}">
                <a16:creationId xmlns:a16="http://schemas.microsoft.com/office/drawing/2014/main" id="{AC1B8808-630C-4128-A58C-0F7F9750BF27}"/>
              </a:ext>
            </a:extLst>
          </p:cNvPr>
          <p:cNvSpPr>
            <a:spLocks xmlns:a="http://schemas.openxmlformats.org/drawingml/2006/main" noGrp="1"/>
          </p:cNvSpPr>
          <p:nvPr/>
        </p:nvSpPr>
        <p:spPr>
          <a:xfrm xmlns:a="http://schemas.openxmlformats.org/drawingml/2006/main">
            <a:off x="43053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L2</a:t>
            </a:r>
          </a:p>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挙動</a:t>
            </a:r>
          </a:p>
        </p:txBody>
      </p:sp>
      <p:sp>
        <p:nvSpPr>
          <p:cNvPr id="24" name="">
            <a:extLst xmlns:a="http://schemas.openxmlformats.org/drawingml/2006/main">
              <a:ext uri="{FF2B5EF4-FFF2-40B4-BE49-F238E27FC236}">
                <a16:creationId xmlns:a16="http://schemas.microsoft.com/office/drawing/2014/main" id="{86D2213F-EBDB-4D6B-9E80-EF451EE5B95D}"/>
              </a:ext>
            </a:extLst>
          </p:cNvPr>
          <p:cNvSpPr>
            <a:spLocks xmlns:a="http://schemas.openxmlformats.org/drawingml/2006/main" noGrp="1"/>
          </p:cNvSpPr>
          <p:nvPr/>
        </p:nvSpPr>
        <p:spPr>
          <a:xfrm xmlns:a="http://schemas.openxmlformats.org/drawingml/2006/main">
            <a:off x="5943600" y="5734050"/>
            <a:ext cx="1657350" cy="476250"/>
          </a:xfrm>
          <a:prstGeom xmlns:a="http://schemas.openxmlformats.org/drawingml/2006/main" prst="rect">
            <a:avLst/>
          </a:prstGeom>
          <a:solidFill xmlns:a="http://schemas.openxmlformats.org/drawingml/2006/main">
            <a:srgbClr val="E4DED4"/>
          </a:solidFill>
          <a:ln xmlns:a="http://schemas.openxmlformats.org/drawingml/2006/main" w="9525">
            <a:solidFill>
              <a:srgbClr val="E4DED4"/>
            </a:solidFill>
            <a:prstDash val="solid"/>
          </a:ln>
        </p:spPr>
      </p:sp>
      <p:sp>
        <p:nvSpPr>
          <p:cNvPr id="25" name="">
            <a:extLst xmlns:a="http://schemas.openxmlformats.org/drawingml/2006/main">
              <a:ext uri="{FF2B5EF4-FFF2-40B4-BE49-F238E27FC236}">
                <a16:creationId xmlns:a16="http://schemas.microsoft.com/office/drawing/2014/main" id="{1E86BF23-0044-433B-BD07-BC0F4F1B7117}"/>
              </a:ext>
            </a:extLst>
          </p:cNvPr>
          <p:cNvSpPr>
            <a:spLocks xmlns:a="http://schemas.openxmlformats.org/drawingml/2006/main" noGrp="1"/>
          </p:cNvSpPr>
          <p:nvPr/>
        </p:nvSpPr>
        <p:spPr>
          <a:xfrm xmlns:a="http://schemas.openxmlformats.org/drawingml/2006/main">
            <a:off x="60579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L3</a:t>
            </a:r>
          </a:p>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構造</a:t>
            </a:r>
          </a:p>
        </p:txBody>
      </p:sp>
      <p:sp>
        <p:nvSpPr>
          <p:cNvPr id="26" name="">
            <a:extLst xmlns:a="http://schemas.openxmlformats.org/drawingml/2006/main">
              <a:ext uri="{FF2B5EF4-FFF2-40B4-BE49-F238E27FC236}">
                <a16:creationId xmlns:a16="http://schemas.microsoft.com/office/drawing/2014/main" id="{F19A6D9B-392F-458C-9808-8F8636CE2C9D}"/>
              </a:ext>
            </a:extLst>
          </p:cNvPr>
          <p:cNvSpPr>
            <a:spLocks xmlns:a="http://schemas.openxmlformats.org/drawingml/2006/main" noGrp="1"/>
          </p:cNvSpPr>
          <p:nvPr/>
        </p:nvSpPr>
        <p:spPr>
          <a:xfrm xmlns:a="http://schemas.openxmlformats.org/drawingml/2006/main">
            <a:off x="7696200" y="5734050"/>
            <a:ext cx="1657350" cy="476250"/>
          </a:xfrm>
          <a:prstGeom xmlns:a="http://schemas.openxmlformats.org/drawingml/2006/main" prst="rect">
            <a:avLst/>
          </a:prstGeom>
          <a:solidFill xmlns:a="http://schemas.openxmlformats.org/drawingml/2006/main">
            <a:srgbClr val="33824A"/>
          </a:solidFill>
          <a:ln xmlns:a="http://schemas.openxmlformats.org/drawingml/2006/main" w="9525">
            <a:solidFill>
              <a:srgbClr val="33824A"/>
            </a:solidFill>
            <a:prstDash val="solid"/>
          </a:ln>
        </p:spPr>
      </p:sp>
      <p:sp>
        <p:nvSpPr>
          <p:cNvPr id="27" name="">
            <a:extLst xmlns:a="http://schemas.openxmlformats.org/drawingml/2006/main">
              <a:ext uri="{FF2B5EF4-FFF2-40B4-BE49-F238E27FC236}">
                <a16:creationId xmlns:a16="http://schemas.microsoft.com/office/drawing/2014/main" id="{8AA7219D-5691-4954-9F97-5DC2D714A63E}"/>
              </a:ext>
            </a:extLst>
          </p:cNvPr>
          <p:cNvSpPr>
            <a:spLocks xmlns:a="http://schemas.openxmlformats.org/drawingml/2006/main" noGrp="1"/>
          </p:cNvSpPr>
          <p:nvPr/>
        </p:nvSpPr>
        <p:spPr>
          <a:xfrm xmlns:a="http://schemas.openxmlformats.org/drawingml/2006/main">
            <a:off x="78105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Yu Gothic"/>
                <a:ea typeface="Yu Gothic"/>
                <a:cs typeface="Yu Gothic"/>
              </a:defRPr>
            </a:pPr>
            <a:r>
              <a:rPr sz="1050" b="1">
                <a:solidFill>
                  <a:srgbClr val="FFFFFF"/>
                </a:solidFill>
                <a:latin typeface="Yu Gothic"/>
                <a:ea typeface="Yu Gothic"/>
                <a:cs typeface="Yu Gothic"/>
              </a:rPr>
              <a:t>L4</a:t>
            </a:r>
          </a:p>
          <a:p xmlns:a="http://schemas.openxmlformats.org/drawingml/2006/main">
            <a:pPr algn="ctr">
              <a:defRPr sz="1050" b="1">
                <a:solidFill>
                  <a:srgbClr val="FFFFFF"/>
                </a:solidFill>
                <a:latin typeface="Yu Gothic"/>
                <a:ea typeface="Yu Gothic"/>
                <a:cs typeface="Yu Gothic"/>
              </a:defRPr>
            </a:pPr>
            <a:r>
              <a:rPr sz="1050" b="1">
                <a:solidFill>
                  <a:srgbClr val="FFFFFF"/>
                </a:solidFill>
                <a:latin typeface="Yu Gothic"/>
                <a:ea typeface="Yu Gothic"/>
                <a:cs typeface="Yu Gothic"/>
              </a:rPr>
              <a:t>候補</a:t>
            </a:r>
          </a:p>
        </p:txBody>
      </p:sp>
      <p:sp>
        <p:nvSpPr>
          <p:cNvPr id="28" name="">
            <a:extLst xmlns:a="http://schemas.openxmlformats.org/drawingml/2006/main">
              <a:ext uri="{FF2B5EF4-FFF2-40B4-BE49-F238E27FC236}">
                <a16:creationId xmlns:a16="http://schemas.microsoft.com/office/drawing/2014/main" id="{6491D677-F7BE-4A3B-8499-05C03987AD33}"/>
              </a:ext>
            </a:extLst>
          </p:cNvPr>
          <p:cNvSpPr>
            <a:spLocks xmlns:a="http://schemas.openxmlformats.org/drawingml/2006/main" noGrp="1"/>
          </p:cNvSpPr>
          <p:nvPr/>
        </p:nvSpPr>
        <p:spPr>
          <a:xfrm xmlns:a="http://schemas.openxmlformats.org/drawingml/2006/main">
            <a:off x="9448800" y="5734050"/>
            <a:ext cx="1657350" cy="476250"/>
          </a:xfrm>
          <a:prstGeom xmlns:a="http://schemas.openxmlformats.org/drawingml/2006/main" prst="rect">
            <a:avLst/>
          </a:prstGeom>
          <a:solidFill xmlns:a="http://schemas.openxmlformats.org/drawingml/2006/main">
            <a:srgbClr val="E4DED4"/>
          </a:solidFill>
          <a:ln xmlns:a="http://schemas.openxmlformats.org/drawingml/2006/main" w="9525">
            <a:solidFill>
              <a:srgbClr val="E4DED4"/>
            </a:solidFill>
            <a:prstDash val="solid"/>
          </a:ln>
        </p:spPr>
      </p:sp>
      <p:sp>
        <p:nvSpPr>
          <p:cNvPr id="29" name="">
            <a:extLst xmlns:a="http://schemas.openxmlformats.org/drawingml/2006/main">
              <a:ext uri="{FF2B5EF4-FFF2-40B4-BE49-F238E27FC236}">
                <a16:creationId xmlns:a16="http://schemas.microsoft.com/office/drawing/2014/main" id="{9AA9EF92-6BBE-434D-BA85-93B31DB3E61A}"/>
              </a:ext>
            </a:extLst>
          </p:cNvPr>
          <p:cNvSpPr>
            <a:spLocks xmlns:a="http://schemas.openxmlformats.org/drawingml/2006/main" noGrp="1"/>
          </p:cNvSpPr>
          <p:nvPr/>
        </p:nvSpPr>
        <p:spPr>
          <a:xfrm xmlns:a="http://schemas.openxmlformats.org/drawingml/2006/main">
            <a:off x="95631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L5</a:t>
            </a:r>
          </a:p>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介入圧縮</a:t>
            </a:r>
          </a:p>
        </p:txBody>
      </p:sp>
    </p:spTree>
    <p:extLst>
      <p:ext uri="{BB962C8B-B14F-4D97-AF65-F5344CB8AC3E}">
        <p14:creationId xmlns:p14="http://schemas.microsoft.com/office/powerpoint/2010/main" val="150186084"/>
      </p:ext>
    </p:extLst>
  </p:cSld>
</p:sld>
</file>

<file path=ppt/slides/slide25.xml><?xml version="1.0" encoding="utf-8"?>
<p:sld xmlns:p="http://schemas.openxmlformats.org/presentationml/2006/main">
  <p:cSld>
    <p:bg>
      <p:bgPr>
        <a:solidFill xmlns:a="http://schemas.openxmlformats.org/drawingml/2006/main">
          <a:srgbClr val="ECE7E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7F4C223-5689-45D1-B54E-45AA2DED978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245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6BFF1E9-FD25-4074-AECC-6BE30FB1BB9C}"/>
              </a:ext>
            </a:extLst>
          </p:cNvPr>
          <p:cNvSpPr>
            <a:spLocks xmlns:a="http://schemas.openxmlformats.org/drawingml/2006/main" noGrp="1"/>
          </p:cNvSpPr>
          <p:nvPr/>
        </p:nvSpPr>
        <p:spPr>
          <a:xfrm xmlns:a="http://schemas.openxmlformats.org/drawingml/2006/main">
            <a:off x="514350" y="400050"/>
            <a:ext cx="76200" cy="266700"/>
          </a:xfrm>
          <a:prstGeom xmlns:a="http://schemas.openxmlformats.org/drawingml/2006/main" prst="rect">
            <a:avLst/>
          </a:prstGeom>
          <a:solidFill xmlns:a="http://schemas.openxmlformats.org/drawingml/2006/main">
            <a:srgbClr val="33824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8D53763-0203-4394-8757-D553F8623526}"/>
              </a:ext>
            </a:extLst>
          </p:cNvPr>
          <p:cNvSpPr>
            <a:spLocks xmlns:a="http://schemas.openxmlformats.org/drawingml/2006/main" noGrp="1"/>
          </p:cNvSpPr>
          <p:nvPr/>
        </p:nvSpPr>
        <p:spPr>
          <a:xfrm xmlns:a="http://schemas.openxmlformats.org/drawingml/2006/main">
            <a:off x="704850" y="381000"/>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33824A"/>
                </a:solidFill>
                <a:latin typeface="Yu Gothic"/>
                <a:ea typeface="Yu Gothic"/>
                <a:cs typeface="Yu Gothic"/>
              </a:defRPr>
            </a:pPr>
            <a:r>
              <a:rPr sz="975" b="1">
                <a:solidFill>
                  <a:srgbClr val="33824A"/>
                </a:solidFill>
                <a:latin typeface="Yu Gothic"/>
                <a:ea typeface="Yu Gothic"/>
                <a:cs typeface="Yu Gothic"/>
              </a:rPr>
              <a:t>DEMO 5 GUIDES</a:t>
            </a:r>
          </a:p>
        </p:txBody>
      </p:sp>
      <p:sp>
        <p:nvSpPr>
          <p:cNvPr id="4" name="">
            <a:extLst xmlns:a="http://schemas.openxmlformats.org/drawingml/2006/main">
              <a:ext uri="{FF2B5EF4-FFF2-40B4-BE49-F238E27FC236}">
                <a16:creationId xmlns:a16="http://schemas.microsoft.com/office/drawing/2014/main" id="{78869971-F1CB-404A-A652-DB680D6E6B4B}"/>
              </a:ext>
            </a:extLst>
          </p:cNvPr>
          <p:cNvSpPr>
            <a:spLocks xmlns:a="http://schemas.openxmlformats.org/drawingml/2006/main" noGrp="1"/>
          </p:cNvSpPr>
          <p:nvPr/>
        </p:nvSpPr>
        <p:spPr>
          <a:xfrm xmlns:a="http://schemas.openxmlformats.org/drawingml/2006/main">
            <a:off x="533400" y="857250"/>
            <a:ext cx="1000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72452"/>
                </a:solidFill>
                <a:latin typeface="Yu Gothic"/>
                <a:ea typeface="Yu Gothic"/>
                <a:cs typeface="Yu Gothic"/>
              </a:defRPr>
            </a:pPr>
            <a:r>
              <a:rPr sz="2700" b="1">
                <a:solidFill>
                  <a:srgbClr val="172452"/>
                </a:solidFill>
                <a:latin typeface="Yu Gothic"/>
                <a:ea typeface="Yu Gothic"/>
                <a:cs typeface="Yu Gothic"/>
              </a:rPr>
              <a:t>Demo 5の前に、人間が自律ループの入口を設計する</a:t>
            </a:r>
          </a:p>
        </p:txBody>
      </p:sp>
      <p:sp>
        <p:nvSpPr>
          <p:cNvPr id="5" name="">
            <a:extLst xmlns:a="http://schemas.openxmlformats.org/drawingml/2006/main">
              <a:ext uri="{FF2B5EF4-FFF2-40B4-BE49-F238E27FC236}">
                <a16:creationId xmlns:a16="http://schemas.microsoft.com/office/drawing/2014/main" id="{05EC6336-DC9E-4F54-A6A1-CA00B4136AC8}"/>
              </a:ext>
            </a:extLst>
          </p:cNvPr>
          <p:cNvSpPr>
            <a:spLocks xmlns:a="http://schemas.openxmlformats.org/drawingml/2006/main" noGrp="1"/>
          </p:cNvSpPr>
          <p:nvPr/>
        </p:nvSpPr>
        <p:spPr>
          <a:xfrm xmlns:a="http://schemas.openxmlformats.org/drawingml/2006/main">
            <a:off x="11125200" y="632460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52607A"/>
                </a:solidFill>
                <a:latin typeface="Yu Gothic"/>
                <a:ea typeface="Yu Gothic"/>
                <a:cs typeface="Yu Gothic"/>
              </a:defRPr>
            </a:pPr>
            <a:r>
              <a:rPr sz="900" b="0">
                <a:solidFill>
                  <a:srgbClr val="52607A"/>
                </a:solidFill>
                <a:latin typeface="Yu Gothic"/>
                <a:ea typeface="Yu Gothic"/>
                <a:cs typeface="Yu Gothic"/>
              </a:rPr>
              <a:t>25</a:t>
            </a:r>
          </a:p>
        </p:txBody>
      </p:sp>
      <p:sp>
        <p:nvSpPr>
          <p:cNvPr id="6" name="">
            <a:extLst xmlns:a="http://schemas.openxmlformats.org/drawingml/2006/main">
              <a:ext uri="{FF2B5EF4-FFF2-40B4-BE49-F238E27FC236}">
                <a16:creationId xmlns:a16="http://schemas.microsoft.com/office/drawing/2014/main" id="{0984BBB3-CEE1-4000-8FA2-37586F119C78}"/>
              </a:ext>
            </a:extLst>
          </p:cNvPr>
          <p:cNvSpPr>
            <a:spLocks xmlns:a="http://schemas.openxmlformats.org/drawingml/2006/main" noGrp="1"/>
          </p:cNvSpPr>
          <p:nvPr/>
        </p:nvSpPr>
        <p:spPr>
          <a:xfrm xmlns:a="http://schemas.openxmlformats.org/drawingml/2006/main">
            <a:off x="666750" y="1562100"/>
            <a:ext cx="4857750" cy="2571750"/>
          </a:xfrm>
          <a:prstGeom xmlns:a="http://schemas.openxmlformats.org/drawingml/2006/main" prst="rect">
            <a:avLst/>
          </a:prstGeom>
          <a:solidFill xmlns:a="http://schemas.openxmlformats.org/drawingml/2006/main">
            <a:srgbClr val="172452"/>
          </a:solidFill>
          <a:ln xmlns:a="http://schemas.openxmlformats.org/drawingml/2006/main" w="9525">
            <a:solidFill>
              <a:srgbClr val="172452"/>
            </a:solidFill>
            <a:prstDash val="solid"/>
          </a:ln>
        </p:spPr>
      </p:sp>
      <p:sp>
        <p:nvSpPr>
          <p:cNvPr id="7" name="">
            <a:extLst xmlns:a="http://schemas.openxmlformats.org/drawingml/2006/main">
              <a:ext uri="{FF2B5EF4-FFF2-40B4-BE49-F238E27FC236}">
                <a16:creationId xmlns:a16="http://schemas.microsoft.com/office/drawing/2014/main" id="{187EEC17-8606-4F1A-8DEF-C4702C3FCE57}"/>
              </a:ext>
            </a:extLst>
          </p:cNvPr>
          <p:cNvSpPr>
            <a:spLocks xmlns:a="http://schemas.openxmlformats.org/drawingml/2006/main" noGrp="1"/>
          </p:cNvSpPr>
          <p:nvPr/>
        </p:nvSpPr>
        <p:spPr>
          <a:xfrm xmlns:a="http://schemas.openxmlformats.org/drawingml/2006/main">
            <a:off x="876300" y="1752600"/>
            <a:ext cx="44386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F8FAFC"/>
                </a:solidFill>
                <a:latin typeface="Menlo"/>
                <a:ea typeface="Menlo"/>
                <a:cs typeface="Menlo"/>
              </a:defRPr>
            </a:pPr>
            <a:r>
              <a:rPr sz="900" b="0">
                <a:solidFill>
                  <a:srgbClr val="F8FAFC"/>
                </a:solidFill>
                <a:latin typeface="Menlo"/>
                <a:ea typeface="Menlo"/>
                <a:cs typeface="Menlo"/>
              </a:rPr>
              <a:t>CR front-matter</a:t>
            </a:r>
          </a:p>
          <a:p xmlns:a="http://schemas.openxmlformats.org/drawingml/2006/main">
            <a:pPr algn="l">
              <a:defRPr sz="900" b="0">
                <a:solidFill>
                  <a:srgbClr val="F8FAFC"/>
                </a:solidFill>
                <a:latin typeface="Menlo"/>
                <a:ea typeface="Menlo"/>
                <a:cs typeface="Menlo"/>
              </a:defRPr>
            </a:pPr>
            <a:r>
              <a:rPr sz="900" b="0">
                <a:solidFill>
                  <a:srgbClr val="F8FAFC"/>
                </a:solidFill>
                <a:latin typeface="Menlo"/>
                <a:ea typeface="Menlo"/>
                <a:cs typeface="Menlo"/>
              </a:rPr>
              <a:t>status: in_progress</a:t>
            </a:r>
          </a:p>
          <a:p xmlns:a="http://schemas.openxmlformats.org/drawingml/2006/main">
            <a:pPr algn="l">
              <a:defRPr sz="900" b="0">
                <a:solidFill>
                  <a:srgbClr val="F8FAFC"/>
                </a:solidFill>
                <a:latin typeface="Menlo"/>
                <a:ea typeface="Menlo"/>
                <a:cs typeface="Menlo"/>
              </a:defRPr>
            </a:pPr>
            <a:r>
              <a:rPr sz="900" b="0">
                <a:solidFill>
                  <a:srgbClr val="F8FAFC"/>
                </a:solidFill>
                <a:latin typeface="Menlo"/>
                <a:ea typeface="Menlo"/>
                <a:cs typeface="Menlo"/>
              </a:rPr>
              <a:t>acceptance: [test, lint, typecheck,</a:t>
            </a:r>
          </a:p>
          <a:p xmlns:a="http://schemas.openxmlformats.org/drawingml/2006/main">
            <a:pPr algn="l">
              <a:defRPr sz="900" b="0">
                <a:solidFill>
                  <a:srgbClr val="F8FAFC"/>
                </a:solidFill>
                <a:latin typeface="Menlo"/>
                <a:ea typeface="Menlo"/>
                <a:cs typeface="Menlo"/>
              </a:defRPr>
            </a:pPr>
            <a:r>
              <a:rPr sz="900" b="0">
                <a:solidFill>
                  <a:srgbClr val="F8FAFC"/>
                </a:solidFill>
                <a:latin typeface="Menlo"/>
                <a:ea typeface="Menlo"/>
                <a:cs typeface="Menlo"/>
              </a:rPr>
              <a:t>  policy-boundary, api-response, change-package]</a:t>
            </a:r>
          </a:p>
          <a:p xmlns:a="http://schemas.openxmlformats.org/drawingml/2006/main">
            <a:pPr algn="l">
              <a:defRPr sz="900" b="0">
                <a:solidFill>
                  <a:srgbClr val="F8FAFC"/>
                </a:solidFill>
                <a:latin typeface="Menlo"/>
                <a:ea typeface="Menlo"/>
                <a:cs typeface="Menlo"/>
              </a:defRPr>
            </a:pPr>
            <a:r>
              <a:rPr sz="900" b="0">
                <a:solidFill>
                  <a:srgbClr val="F8FAFC"/>
                </a:solidFill>
                <a:latin typeface="Menlo"/>
                <a:ea typeface="Menlo"/>
                <a:cs typeface="Menlo"/>
              </a:rPr>
              <a:t>expected_behaviors:</a:t>
            </a:r>
          </a:p>
          <a:p xmlns:a="http://schemas.openxmlformats.org/drawingml/2006/main">
            <a:pPr algn="l">
              <a:defRPr sz="900" b="0">
                <a:solidFill>
                  <a:srgbClr val="F8FAFC"/>
                </a:solidFill>
                <a:latin typeface="Menlo"/>
                <a:ea typeface="Menlo"/>
                <a:cs typeface="Menlo"/>
              </a:defRPr>
            </a:pPr>
            <a:r>
              <a:rPr sz="900" b="0">
                <a:solidFill>
                  <a:srgbClr val="F8FAFC"/>
                </a:solidFill>
                <a:latin typeface="Menlo"/>
                <a:ea typeface="Menlo"/>
                <a:cs typeface="Menlo"/>
              </a:rPr>
              <a:t>  6999 =&gt; 送料500 / 7000 =&gt; 送料0</a:t>
            </a:r>
          </a:p>
          <a:p xmlns:a="http://schemas.openxmlformats.org/drawingml/2006/main">
            <a:pPr algn="l">
              <a:defRPr sz="900" b="0">
                <a:solidFill>
                  <a:srgbClr val="F8FAFC"/>
                </a:solidFill>
                <a:latin typeface="Menlo"/>
                <a:ea typeface="Menlo"/>
                <a:cs typeface="Menlo"/>
              </a:defRPr>
            </a:pPr>
            <a:r>
              <a:rPr sz="900" b="0">
                <a:solidFill>
                  <a:srgbClr val="F8FAFC"/>
                </a:solidFill>
                <a:latin typeface="Menlo"/>
                <a:ea typeface="Menlo"/>
                <a:cs typeface="Menlo"/>
              </a:rPr>
              <a:t>required_artifacts:</a:t>
            </a:r>
          </a:p>
          <a:p xmlns:a="http://schemas.openxmlformats.org/drawingml/2006/main">
            <a:pPr algn="l">
              <a:defRPr sz="900" b="0">
                <a:solidFill>
                  <a:srgbClr val="F8FAFC"/>
                </a:solidFill>
                <a:latin typeface="Menlo"/>
                <a:ea typeface="Menlo"/>
                <a:cs typeface="Menlo"/>
              </a:defRPr>
            </a:pPr>
            <a:r>
              <a:rPr sz="900" b="0">
                <a:solidFill>
                  <a:srgbClr val="F8FAFC"/>
                </a:solidFill>
                <a:latin typeface="Menlo"/>
                <a:ea typeface="Menlo"/>
                <a:cs typeface="Menlo"/>
              </a:rPr>
              <a:t>  spec / ADR / worklog / test</a:t>
            </a:r>
          </a:p>
          <a:p xmlns:a="http://schemas.openxmlformats.org/drawingml/2006/main">
            <a:pPr algn="l">
              <a:defRPr sz="900" b="0">
                <a:solidFill>
                  <a:srgbClr val="F8FAFC"/>
                </a:solidFill>
                <a:latin typeface="Menlo"/>
                <a:ea typeface="Menlo"/>
                <a:cs typeface="Menlo"/>
              </a:defRPr>
            </a:pPr>
            <a:r>
              <a:rPr sz="900" b="0">
                <a:solidFill>
                  <a:srgbClr val="F8FAFC"/>
                </a:solidFill>
                <a:latin typeface="Menlo"/>
                <a:ea typeface="Menlo"/>
                <a:cs typeface="Menlo"/>
              </a:rPr>
              <a:t>loop sensor:</a:t>
            </a:r>
          </a:p>
          <a:p xmlns:a="http://schemas.openxmlformats.org/drawingml/2006/main">
            <a:pPr algn="l">
              <a:defRPr sz="900" b="0">
                <a:solidFill>
                  <a:srgbClr val="F8FAFC"/>
                </a:solidFill>
                <a:latin typeface="Menlo"/>
                <a:ea typeface="Menlo"/>
                <a:cs typeface="Menlo"/>
              </a:defRPr>
            </a:pPr>
            <a:r>
              <a:rPr sz="900" b="0">
                <a:solidFill>
                  <a:srgbClr val="F8FAFC"/>
                </a:solidFill>
                <a:latin typeface="Menlo"/>
                <a:ea typeface="Menlo"/>
                <a:cs typeface="Menlo"/>
              </a:rPr>
              <a:t>  no listen / in-process</a:t>
            </a:r>
          </a:p>
          <a:p xmlns:a="http://schemas.openxmlformats.org/drawingml/2006/main">
            <a:pPr algn="l">
              <a:defRPr sz="900" b="0">
                <a:solidFill>
                  <a:srgbClr val="F8FAFC"/>
                </a:solidFill>
                <a:latin typeface="Menlo"/>
                <a:ea typeface="Menlo"/>
                <a:cs typeface="Menlo"/>
              </a:defRPr>
            </a:pPr>
            <a:r>
              <a:rPr sz="900" b="0">
                <a:solidFill>
                  <a:srgbClr val="F8FAFC"/>
                </a:solidFill>
                <a:latin typeface="Menlo"/>
                <a:ea typeface="Menlo"/>
                <a:cs typeface="Menlo"/>
              </a:rPr>
              <a:t>max_iterations: 5</a:t>
            </a:r>
          </a:p>
        </p:txBody>
      </p:sp>
      <p:sp>
        <p:nvSpPr>
          <p:cNvPr id="8" name="">
            <a:extLst xmlns:a="http://schemas.openxmlformats.org/drawingml/2006/main">
              <a:ext uri="{FF2B5EF4-FFF2-40B4-BE49-F238E27FC236}">
                <a16:creationId xmlns:a16="http://schemas.microsoft.com/office/drawing/2014/main" id="{63A276AF-F205-4D2E-97B4-AB5A6EFA8B24}"/>
              </a:ext>
            </a:extLst>
          </p:cNvPr>
          <p:cNvSpPr>
            <a:spLocks xmlns:a="http://schemas.openxmlformats.org/drawingml/2006/main" noGrp="1"/>
          </p:cNvSpPr>
          <p:nvPr/>
        </p:nvSpPr>
        <p:spPr>
          <a:xfrm xmlns:a="http://schemas.openxmlformats.org/drawingml/2006/main">
            <a:off x="5981700" y="1562100"/>
            <a:ext cx="5334000" cy="2571750"/>
          </a:xfrm>
          <a:prstGeom xmlns:a="http://schemas.openxmlformats.org/drawingml/2006/main" prst="rect">
            <a:avLst/>
          </a:prstGeom>
          <a:solidFill xmlns:a="http://schemas.openxmlformats.org/drawingml/2006/main">
            <a:srgbClr val="172452"/>
          </a:solidFill>
          <a:ln xmlns:a="http://schemas.openxmlformats.org/drawingml/2006/main" w="9525">
            <a:solidFill>
              <a:srgbClr val="172452"/>
            </a:solidFill>
            <a:prstDash val="solid"/>
          </a:ln>
        </p:spPr>
      </p:sp>
      <p:sp>
        <p:nvSpPr>
          <p:cNvPr id="9" name="">
            <a:extLst xmlns:a="http://schemas.openxmlformats.org/drawingml/2006/main">
              <a:ext uri="{FF2B5EF4-FFF2-40B4-BE49-F238E27FC236}">
                <a16:creationId xmlns:a16="http://schemas.microsoft.com/office/drawing/2014/main" id="{820E0D3B-E042-4BE5-8649-042FCE802C64}"/>
              </a:ext>
            </a:extLst>
          </p:cNvPr>
          <p:cNvSpPr>
            <a:spLocks xmlns:a="http://schemas.openxmlformats.org/drawingml/2006/main" noGrp="1"/>
          </p:cNvSpPr>
          <p:nvPr/>
        </p:nvSpPr>
        <p:spPr>
          <a:xfrm xmlns:a="http://schemas.openxmlformats.org/drawingml/2006/main">
            <a:off x="6191250" y="1752600"/>
            <a:ext cx="49149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F8FAFC"/>
                </a:solidFill>
                <a:latin typeface="Menlo"/>
                <a:ea typeface="Menlo"/>
                <a:cs typeface="Menlo"/>
              </a:defRPr>
            </a:pPr>
            <a:r>
              <a:rPr sz="900" b="0">
                <a:solidFill>
                  <a:srgbClr val="F8FAFC"/>
                </a:solidFill>
                <a:latin typeface="Menlo"/>
                <a:ea typeface="Menlo"/>
                <a:cs typeface="Menlo"/>
              </a:rPr>
              <a:t>AGENTS.md ループプロトコル</a:t>
            </a:r>
          </a:p>
          <a:p xmlns:a="http://schemas.openxmlformats.org/drawingml/2006/main">
            <a:pPr algn="l">
              <a:defRPr sz="900" b="0">
                <a:solidFill>
                  <a:srgbClr val="F8FAFC"/>
                </a:solidFill>
                <a:latin typeface="Menlo"/>
                <a:ea typeface="Menlo"/>
                <a:cs typeface="Menlo"/>
              </a:defRPr>
            </a:pPr>
            <a:r>
              <a:rPr sz="900" b="0">
                <a:solidFill>
                  <a:srgbClr val="F8FAFC"/>
                </a:solidFill>
                <a:latin typeface="Menlo"/>
                <a:ea typeface="Menlo"/>
                <a:cs typeface="Menlo"/>
              </a:rPr>
              <a:t>1. status: in_progress のCRを読む</a:t>
            </a:r>
          </a:p>
          <a:p xmlns:a="http://schemas.openxmlformats.org/drawingml/2006/main">
            <a:pPr algn="l">
              <a:defRPr sz="900" b="0">
                <a:solidFill>
                  <a:srgbClr val="F8FAFC"/>
                </a:solidFill>
                <a:latin typeface="Menlo"/>
                <a:ea typeface="Menlo"/>
                <a:cs typeface="Menlo"/>
              </a:defRPr>
            </a:pPr>
            <a:r>
              <a:rPr sz="900" b="0">
                <a:solidFill>
                  <a:srgbClr val="F8FAFC"/>
                </a:solidFill>
                <a:latin typeface="Menlo"/>
                <a:ea typeface="Menlo"/>
                <a:cs typeface="Menlo"/>
              </a:rPr>
              <a:t>2. loop-stateに計画を書く</a:t>
            </a:r>
          </a:p>
          <a:p xmlns:a="http://schemas.openxmlformats.org/drawingml/2006/main">
            <a:pPr algn="l">
              <a:defRPr sz="900" b="0">
                <a:solidFill>
                  <a:srgbClr val="F8FAFC"/>
                </a:solidFill>
                <a:latin typeface="Menlo"/>
                <a:ea typeface="Menlo"/>
                <a:cs typeface="Menlo"/>
              </a:defRPr>
            </a:pPr>
            <a:r>
              <a:rPr sz="900" b="0">
                <a:solidFill>
                  <a:srgbClr val="F8FAFC"/>
                </a:solidFill>
                <a:latin typeface="Menlo"/>
                <a:ea typeface="Menlo"/>
                <a:cs typeface="Menlo"/>
              </a:rPr>
              <a:t>3. failing test -&gt; 最小実装</a:t>
            </a:r>
          </a:p>
          <a:p xmlns:a="http://schemas.openxmlformats.org/drawingml/2006/main">
            <a:pPr algn="l">
              <a:defRPr sz="900" b="0">
                <a:solidFill>
                  <a:srgbClr val="F8FAFC"/>
                </a:solidFill>
                <a:latin typeface="Menlo"/>
                <a:ea typeface="Menlo"/>
                <a:cs typeface="Menlo"/>
              </a:defRPr>
            </a:pPr>
            <a:r>
              <a:rPr sz="900" b="0">
                <a:solidFill>
                  <a:srgbClr val="F8FAFC"/>
                </a:solidFill>
                <a:latin typeface="Menlo"/>
                <a:ea typeface="Menlo"/>
                <a:cs typeface="Menlo"/>
              </a:rPr>
              <a:t>4. 毎回 npm run sensors</a:t>
            </a:r>
          </a:p>
          <a:p xmlns:a="http://schemas.openxmlformats.org/drawingml/2006/main">
            <a:pPr algn="l">
              <a:defRPr sz="900" b="0">
                <a:solidFill>
                  <a:srgbClr val="F8FAFC"/>
                </a:solidFill>
                <a:latin typeface="Menlo"/>
                <a:ea typeface="Menlo"/>
                <a:cs typeface="Menlo"/>
              </a:defRPr>
            </a:pPr>
            <a:r>
              <a:rPr sz="900" b="0">
                <a:solidFill>
                  <a:srgbClr val="F8FAFC"/>
                </a:solidFill>
                <a:latin typeface="Menlo"/>
                <a:ea typeface="Menlo"/>
                <a:cs typeface="Menlo"/>
              </a:rPr>
              <a:t>5. 赤なら原因と次方針を記録</a:t>
            </a:r>
          </a:p>
          <a:p xmlns:a="http://schemas.openxmlformats.org/drawingml/2006/main">
            <a:pPr algn="l">
              <a:defRPr sz="900" b="0">
                <a:solidFill>
                  <a:srgbClr val="F8FAFC"/>
                </a:solidFill>
                <a:latin typeface="Menlo"/>
                <a:ea typeface="Menlo"/>
                <a:cs typeface="Menlo"/>
              </a:defRPr>
            </a:pPr>
            <a:r>
              <a:rPr sz="900" b="0">
                <a:solidFill>
                  <a:srgbClr val="F8FAFC"/>
                </a:solidFill>
                <a:latin typeface="Menlo"/>
                <a:ea typeface="Menlo"/>
                <a:cs typeface="Menlo"/>
              </a:rPr>
              <a:t>6. completion-reportを書いて停止</a:t>
            </a:r>
          </a:p>
          <a:p xmlns:a="http://schemas.openxmlformats.org/drawingml/2006/main">
            <a:r>
              <a:t/>
            </a:r>
          </a:p>
          <a:p xmlns:a="http://schemas.openxmlformats.org/drawingml/2006/main">
            <a:pPr algn="l">
              <a:defRPr sz="900" b="0">
                <a:solidFill>
                  <a:srgbClr val="F8FAFC"/>
                </a:solidFill>
                <a:latin typeface="Menlo"/>
                <a:ea typeface="Menlo"/>
                <a:cs typeface="Menlo"/>
              </a:defRPr>
            </a:pPr>
            <a:r>
              <a:rPr sz="900" b="0">
                <a:solidFill>
                  <a:srgbClr val="F8FAFC"/>
                </a:solidFill>
                <a:latin typeface="Menlo"/>
                <a:ea typeface="Menlo"/>
                <a:cs typeface="Menlo"/>
              </a:rPr>
              <a:t>停止条件: max_iterations / 同一赤 / scope外</a:t>
            </a:r>
          </a:p>
        </p:txBody>
      </p:sp>
      <p:sp>
        <p:nvSpPr>
          <p:cNvPr id="10" name="">
            <a:extLst xmlns:a="http://schemas.openxmlformats.org/drawingml/2006/main">
              <a:ext uri="{FF2B5EF4-FFF2-40B4-BE49-F238E27FC236}">
                <a16:creationId xmlns:a16="http://schemas.microsoft.com/office/drawing/2014/main" id="{79479194-C785-4B2A-A7BF-C92477F534A7}"/>
              </a:ext>
            </a:extLst>
          </p:cNvPr>
          <p:cNvSpPr>
            <a:spLocks xmlns:a="http://schemas.openxmlformats.org/drawingml/2006/main" noGrp="1"/>
          </p:cNvSpPr>
          <p:nvPr/>
        </p:nvSpPr>
        <p:spPr>
          <a:xfrm xmlns:a="http://schemas.openxmlformats.org/drawingml/2006/main">
            <a:off x="1428750" y="4438650"/>
            <a:ext cx="9334500" cy="933450"/>
          </a:xfrm>
          <a:prstGeom xmlns:a="http://schemas.openxmlformats.org/drawingml/2006/main" prst="rect">
            <a:avLst/>
          </a:prstGeom>
          <a:solidFill xmlns:a="http://schemas.openxmlformats.org/drawingml/2006/main">
            <a:srgbClr val="FBF8F2"/>
          </a:solidFill>
          <a:ln xmlns:a="http://schemas.openxmlformats.org/drawingml/2006/main" w="9525">
            <a:solidFill>
              <a:srgbClr val="D5CEC4"/>
            </a:solidFill>
            <a:prstDash val="solid"/>
          </a:ln>
        </p:spPr>
      </p:sp>
      <p:sp>
        <p:nvSpPr>
          <p:cNvPr id="11" name="">
            <a:extLst xmlns:a="http://schemas.openxmlformats.org/drawingml/2006/main">
              <a:ext uri="{FF2B5EF4-FFF2-40B4-BE49-F238E27FC236}">
                <a16:creationId xmlns:a16="http://schemas.microsoft.com/office/drawing/2014/main" id="{9B4D8573-522B-4DE4-A1C7-B9CBE5C0D582}"/>
              </a:ext>
            </a:extLst>
          </p:cNvPr>
          <p:cNvSpPr>
            <a:spLocks xmlns:a="http://schemas.openxmlformats.org/drawingml/2006/main" noGrp="1"/>
          </p:cNvSpPr>
          <p:nvPr/>
        </p:nvSpPr>
        <p:spPr>
          <a:xfrm xmlns:a="http://schemas.openxmlformats.org/drawingml/2006/main">
            <a:off x="1714500" y="46482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C85B1A"/>
                </a:solidFill>
                <a:latin typeface="Yu Gothic"/>
                <a:ea typeface="Yu Gothic"/>
                <a:cs typeface="Yu Gothic"/>
              </a:defRPr>
            </a:pPr>
            <a:r>
              <a:rPr sz="1350" b="1">
                <a:solidFill>
                  <a:srgbClr val="C85B1A"/>
                </a:solidFill>
                <a:latin typeface="Yu Gothic"/>
                <a:ea typeface="Yu Gothic"/>
                <a:cs typeface="Yu Gothic"/>
              </a:rPr>
              <a:t>重要</a:t>
            </a:r>
          </a:p>
        </p:txBody>
      </p:sp>
      <p:sp>
        <p:nvSpPr>
          <p:cNvPr id="12" name="">
            <a:extLst xmlns:a="http://schemas.openxmlformats.org/drawingml/2006/main">
              <a:ext uri="{FF2B5EF4-FFF2-40B4-BE49-F238E27FC236}">
                <a16:creationId xmlns:a16="http://schemas.microsoft.com/office/drawing/2014/main" id="{C03B681E-CB11-40E0-B0BC-6D08C5B6EC50}"/>
              </a:ext>
            </a:extLst>
          </p:cNvPr>
          <p:cNvSpPr>
            <a:spLocks xmlns:a="http://schemas.openxmlformats.org/drawingml/2006/main" noGrp="1"/>
          </p:cNvSpPr>
          <p:nvPr/>
        </p:nvSpPr>
        <p:spPr>
          <a:xfrm xmlns:a="http://schemas.openxmlformats.org/drawingml/2006/main">
            <a:off x="1714500" y="5010150"/>
            <a:ext cx="876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52607A"/>
                </a:solidFill>
                <a:latin typeface="Yu Gothic"/>
                <a:ea typeface="Yu Gothic"/>
                <a:cs typeface="Yu Gothic"/>
              </a:defRPr>
            </a:pPr>
            <a:r>
              <a:rPr sz="1650" b="0">
                <a:solidFill>
                  <a:srgbClr val="52607A"/>
                </a:solidFill>
                <a:latin typeface="Yu Gothic"/>
                <a:ea typeface="Yu Gothic"/>
                <a:cs typeface="Yu Gothic"/>
              </a:rPr>
              <a:t>ここで増えるのは、入口CR・ループ規約・停止条件・出口reportです。</a:t>
            </a:r>
          </a:p>
        </p:txBody>
      </p:sp>
    </p:spTree>
    <p:extLst>
      <p:ext uri="{BB962C8B-B14F-4D97-AF65-F5344CB8AC3E}">
        <p14:creationId xmlns:p14="http://schemas.microsoft.com/office/powerpoint/2010/main" val="1377897092"/>
      </p:ext>
    </p:extLst>
  </p:cSld>
</p:sld>
</file>

<file path=ppt/slides/slide26.xml><?xml version="1.0" encoding="utf-8"?>
<p:sld xmlns:p="http://schemas.openxmlformats.org/presentationml/2006/main">
  <p:cSld>
    <p:bg>
      <p:bgPr>
        <a:solidFill xmlns:a="http://schemas.openxmlformats.org/drawingml/2006/main">
          <a:srgbClr val="ECE7E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C102888-4511-4ED6-8BFA-27AD3A7DECC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245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AFE9259-C0AA-47F0-833E-306CA93300FE}"/>
              </a:ext>
            </a:extLst>
          </p:cNvPr>
          <p:cNvSpPr>
            <a:spLocks xmlns:a="http://schemas.openxmlformats.org/drawingml/2006/main" noGrp="1"/>
          </p:cNvSpPr>
          <p:nvPr/>
        </p:nvSpPr>
        <p:spPr>
          <a:xfrm xmlns:a="http://schemas.openxmlformats.org/drawingml/2006/main">
            <a:off x="514350" y="400050"/>
            <a:ext cx="76200" cy="266700"/>
          </a:xfrm>
          <a:prstGeom xmlns:a="http://schemas.openxmlformats.org/drawingml/2006/main" prst="rect">
            <a:avLst/>
          </a:prstGeom>
          <a:solidFill xmlns:a="http://schemas.openxmlformats.org/drawingml/2006/main">
            <a:srgbClr val="33824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BE7A330-8FAC-4FF1-8797-09525BD1F839}"/>
              </a:ext>
            </a:extLst>
          </p:cNvPr>
          <p:cNvSpPr>
            <a:spLocks xmlns:a="http://schemas.openxmlformats.org/drawingml/2006/main" noGrp="1"/>
          </p:cNvSpPr>
          <p:nvPr/>
        </p:nvSpPr>
        <p:spPr>
          <a:xfrm xmlns:a="http://schemas.openxmlformats.org/drawingml/2006/main">
            <a:off x="704850" y="381000"/>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33824A"/>
                </a:solidFill>
                <a:latin typeface="Yu Gothic"/>
                <a:ea typeface="Yu Gothic"/>
                <a:cs typeface="Yu Gothic"/>
              </a:defRPr>
            </a:pPr>
            <a:r>
              <a:rPr sz="975" b="1">
                <a:solidFill>
                  <a:srgbClr val="33824A"/>
                </a:solidFill>
                <a:latin typeface="Yu Gothic"/>
                <a:ea typeface="Yu Gothic"/>
                <a:cs typeface="Yu Gothic"/>
              </a:rPr>
              <a:t>DEMO 5</a:t>
            </a:r>
          </a:p>
        </p:txBody>
      </p:sp>
      <p:sp>
        <p:nvSpPr>
          <p:cNvPr id="4" name="">
            <a:extLst xmlns:a="http://schemas.openxmlformats.org/drawingml/2006/main">
              <a:ext uri="{FF2B5EF4-FFF2-40B4-BE49-F238E27FC236}">
                <a16:creationId xmlns:a16="http://schemas.microsoft.com/office/drawing/2014/main" id="{B66BF016-0E12-4EB4-902D-C8C508EC305D}"/>
              </a:ext>
            </a:extLst>
          </p:cNvPr>
          <p:cNvSpPr>
            <a:spLocks xmlns:a="http://schemas.openxmlformats.org/drawingml/2006/main" noGrp="1"/>
          </p:cNvSpPr>
          <p:nvPr/>
        </p:nvSpPr>
        <p:spPr>
          <a:xfrm xmlns:a="http://schemas.openxmlformats.org/drawingml/2006/main">
            <a:off x="533400" y="857250"/>
            <a:ext cx="1000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72452"/>
                </a:solidFill>
                <a:latin typeface="Yu Gothic"/>
                <a:ea typeface="Yu Gothic"/>
                <a:cs typeface="Yu Gothic"/>
              </a:defRPr>
            </a:pPr>
            <a:r>
              <a:rPr sz="2700" b="1">
                <a:solidFill>
                  <a:srgbClr val="172452"/>
                </a:solidFill>
                <a:latin typeface="Yu Gothic"/>
                <a:ea typeface="Yu Gothic"/>
                <a:cs typeface="Yu Gothic"/>
              </a:rPr>
              <a:t>完了条件と停止条件で途中介入を減らす</a:t>
            </a:r>
          </a:p>
        </p:txBody>
      </p:sp>
      <p:sp>
        <p:nvSpPr>
          <p:cNvPr id="5" name="">
            <a:extLst xmlns:a="http://schemas.openxmlformats.org/drawingml/2006/main">
              <a:ext uri="{FF2B5EF4-FFF2-40B4-BE49-F238E27FC236}">
                <a16:creationId xmlns:a16="http://schemas.microsoft.com/office/drawing/2014/main" id="{9EC3BF21-ABCB-42A2-8CCC-98B12FB6D04C}"/>
              </a:ext>
            </a:extLst>
          </p:cNvPr>
          <p:cNvSpPr>
            <a:spLocks xmlns:a="http://schemas.openxmlformats.org/drawingml/2006/main" noGrp="1"/>
          </p:cNvSpPr>
          <p:nvPr/>
        </p:nvSpPr>
        <p:spPr>
          <a:xfrm xmlns:a="http://schemas.openxmlformats.org/drawingml/2006/main">
            <a:off x="7658100" y="323850"/>
            <a:ext cx="3429000" cy="266700"/>
          </a:xfrm>
          <a:prstGeom xmlns:a="http://schemas.openxmlformats.org/drawingml/2006/main" prst="rect">
            <a:avLst/>
          </a:prstGeom>
          <a:solidFill xmlns:a="http://schemas.openxmlformats.org/drawingml/2006/main">
            <a:srgbClr val="F4F0E8"/>
          </a:solidFill>
          <a:ln xmlns:a="http://schemas.openxmlformats.org/drawingml/2006/main" w="9525">
            <a:solidFill>
              <a:srgbClr val="D5CEC4"/>
            </a:solidFill>
            <a:prstDash val="solid"/>
          </a:ln>
        </p:spPr>
      </p:sp>
      <p:sp>
        <p:nvSpPr>
          <p:cNvPr id="6" name="">
            <a:extLst xmlns:a="http://schemas.openxmlformats.org/drawingml/2006/main">
              <a:ext uri="{FF2B5EF4-FFF2-40B4-BE49-F238E27FC236}">
                <a16:creationId xmlns:a16="http://schemas.microsoft.com/office/drawing/2014/main" id="{66D925DC-0A9F-47E2-AB8D-C9DD7A382A54}"/>
              </a:ext>
            </a:extLst>
          </p:cNvPr>
          <p:cNvSpPr>
            <a:spLocks xmlns:a="http://schemas.openxmlformats.org/drawingml/2006/main" noGrp="1"/>
          </p:cNvSpPr>
          <p:nvPr/>
        </p:nvSpPr>
        <p:spPr>
          <a:xfrm xmlns:a="http://schemas.openxmlformats.org/drawingml/2006/main">
            <a:off x="7791450" y="371475"/>
            <a:ext cx="3162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33824A"/>
                </a:solidFill>
                <a:latin typeface="Yu Gothic"/>
                <a:ea typeface="Yu Gothic"/>
                <a:cs typeface="Yu Gothic"/>
              </a:defRPr>
            </a:pPr>
            <a:r>
              <a:rPr sz="975" b="1">
                <a:solidFill>
                  <a:srgbClr val="33824A"/>
                </a:solidFill>
                <a:latin typeface="Yu Gothic"/>
                <a:ea typeface="Yu Gothic"/>
                <a:cs typeface="Yu Gothic"/>
              </a:rPr>
              <a:t>L5: 入口と出口に人間の確認を寄せる</a:t>
            </a:r>
          </a:p>
        </p:txBody>
      </p:sp>
      <p:sp>
        <p:nvSpPr>
          <p:cNvPr id="7" name="">
            <a:extLst xmlns:a="http://schemas.openxmlformats.org/drawingml/2006/main">
              <a:ext uri="{FF2B5EF4-FFF2-40B4-BE49-F238E27FC236}">
                <a16:creationId xmlns:a16="http://schemas.microsoft.com/office/drawing/2014/main" id="{77144E19-3EAA-4318-BCDC-2D4FE5259982}"/>
              </a:ext>
            </a:extLst>
          </p:cNvPr>
          <p:cNvSpPr>
            <a:spLocks xmlns:a="http://schemas.openxmlformats.org/drawingml/2006/main" noGrp="1"/>
          </p:cNvSpPr>
          <p:nvPr/>
        </p:nvSpPr>
        <p:spPr>
          <a:xfrm xmlns:a="http://schemas.openxmlformats.org/drawingml/2006/main">
            <a:off x="7658100" y="647700"/>
            <a:ext cx="3429000" cy="266700"/>
          </a:xfrm>
          <a:prstGeom xmlns:a="http://schemas.openxmlformats.org/drawingml/2006/main" prst="rect">
            <a:avLst/>
          </a:prstGeom>
          <a:solidFill xmlns:a="http://schemas.openxmlformats.org/drawingml/2006/main">
            <a:srgbClr val="EEF3EC"/>
          </a:solidFill>
          <a:ln xmlns:a="http://schemas.openxmlformats.org/drawingml/2006/main" w="9525">
            <a:solidFill>
              <a:srgbClr val="C7D8C5"/>
            </a:solidFill>
            <a:prstDash val="solid"/>
          </a:ln>
        </p:spPr>
      </p:sp>
      <p:sp>
        <p:nvSpPr>
          <p:cNvPr id="8" name="">
            <a:extLst xmlns:a="http://schemas.openxmlformats.org/drawingml/2006/main">
              <a:ext uri="{FF2B5EF4-FFF2-40B4-BE49-F238E27FC236}">
                <a16:creationId xmlns:a16="http://schemas.microsoft.com/office/drawing/2014/main" id="{137A209F-E076-4390-AD55-B764FB3C8E5A}"/>
              </a:ext>
            </a:extLst>
          </p:cNvPr>
          <p:cNvSpPr>
            <a:spLocks xmlns:a="http://schemas.openxmlformats.org/drawingml/2006/main" noGrp="1"/>
          </p:cNvSpPr>
          <p:nvPr/>
        </p:nvSpPr>
        <p:spPr>
          <a:xfrm xmlns:a="http://schemas.openxmlformats.org/drawingml/2006/main">
            <a:off x="7791450" y="695325"/>
            <a:ext cx="3162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72452"/>
                </a:solidFill>
                <a:latin typeface="Yu Gothic"/>
                <a:ea typeface="Yu Gothic"/>
                <a:cs typeface="Yu Gothic"/>
              </a:defRPr>
            </a:pPr>
            <a:r>
              <a:rPr sz="975" b="1">
                <a:solidFill>
                  <a:srgbClr val="172452"/>
                </a:solidFill>
                <a:latin typeface="Yu Gothic"/>
                <a:ea typeface="Yu Gothic"/>
                <a:cs typeface="Yu Gothic"/>
              </a:rPr>
              <a:t>お題: 送料無料 5,000円 -&gt; 7,000円</a:t>
            </a:r>
          </a:p>
        </p:txBody>
      </p:sp>
      <p:sp>
        <p:nvSpPr>
          <p:cNvPr id="9" name="">
            <a:extLst xmlns:a="http://schemas.openxmlformats.org/drawingml/2006/main">
              <a:ext uri="{FF2B5EF4-FFF2-40B4-BE49-F238E27FC236}">
                <a16:creationId xmlns:a16="http://schemas.microsoft.com/office/drawing/2014/main" id="{129C7E74-0197-497F-8111-A2E805C9F641}"/>
              </a:ext>
            </a:extLst>
          </p:cNvPr>
          <p:cNvSpPr>
            <a:spLocks xmlns:a="http://schemas.openxmlformats.org/drawingml/2006/main" noGrp="1"/>
          </p:cNvSpPr>
          <p:nvPr/>
        </p:nvSpPr>
        <p:spPr>
          <a:xfrm xmlns:a="http://schemas.openxmlformats.org/drawingml/2006/main">
            <a:off x="11125200" y="632460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52607A"/>
                </a:solidFill>
                <a:latin typeface="Yu Gothic"/>
                <a:ea typeface="Yu Gothic"/>
                <a:cs typeface="Yu Gothic"/>
              </a:defRPr>
            </a:pPr>
            <a:r>
              <a:rPr sz="900" b="0">
                <a:solidFill>
                  <a:srgbClr val="52607A"/>
                </a:solidFill>
                <a:latin typeface="Yu Gothic"/>
                <a:ea typeface="Yu Gothic"/>
                <a:cs typeface="Yu Gothic"/>
              </a:rPr>
              <a:t>26</a:t>
            </a:r>
          </a:p>
        </p:txBody>
      </p:sp>
      <p:sp>
        <p:nvSpPr>
          <p:cNvPr id="10" name="">
            <a:extLst xmlns:a="http://schemas.openxmlformats.org/drawingml/2006/main">
              <a:ext uri="{FF2B5EF4-FFF2-40B4-BE49-F238E27FC236}">
                <a16:creationId xmlns:a16="http://schemas.microsoft.com/office/drawing/2014/main" id="{FF3CB58B-83ED-4816-8263-AB769236CECF}"/>
              </a:ext>
            </a:extLst>
          </p:cNvPr>
          <p:cNvSpPr>
            <a:spLocks xmlns:a="http://schemas.openxmlformats.org/drawingml/2006/main" noGrp="1"/>
          </p:cNvSpPr>
          <p:nvPr/>
        </p:nvSpPr>
        <p:spPr>
          <a:xfrm xmlns:a="http://schemas.openxmlformats.org/drawingml/2006/main">
            <a:off x="628650" y="1581150"/>
            <a:ext cx="5143500" cy="2571750"/>
          </a:xfrm>
          <a:prstGeom xmlns:a="http://schemas.openxmlformats.org/drawingml/2006/main" prst="rect">
            <a:avLst/>
          </a:prstGeom>
          <a:solidFill xmlns:a="http://schemas.openxmlformats.org/drawingml/2006/main">
            <a:srgbClr val="172452"/>
          </a:solidFill>
          <a:ln xmlns:a="http://schemas.openxmlformats.org/drawingml/2006/main" w="9525">
            <a:solidFill>
              <a:srgbClr val="172452"/>
            </a:solidFill>
            <a:prstDash val="solid"/>
          </a:ln>
        </p:spPr>
      </p:sp>
      <p:sp>
        <p:nvSpPr>
          <p:cNvPr id="11" name="">
            <a:extLst xmlns:a="http://schemas.openxmlformats.org/drawingml/2006/main">
              <a:ext uri="{FF2B5EF4-FFF2-40B4-BE49-F238E27FC236}">
                <a16:creationId xmlns:a16="http://schemas.microsoft.com/office/drawing/2014/main" id="{24BFB734-9DAB-415E-B30F-4FF391624104}"/>
              </a:ext>
            </a:extLst>
          </p:cNvPr>
          <p:cNvSpPr>
            <a:spLocks xmlns:a="http://schemas.openxmlformats.org/drawingml/2006/main" noGrp="1"/>
          </p:cNvSpPr>
          <p:nvPr/>
        </p:nvSpPr>
        <p:spPr>
          <a:xfrm xmlns:a="http://schemas.openxmlformats.org/drawingml/2006/main">
            <a:off x="838200" y="1771650"/>
            <a:ext cx="47244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F8FAFC"/>
                </a:solidFill>
                <a:latin typeface="Menlo"/>
                <a:ea typeface="Menlo"/>
                <a:cs typeface="Menlo"/>
              </a:defRPr>
            </a:pPr>
            <a:r>
              <a:rPr sz="900" b="0">
                <a:solidFill>
                  <a:srgbClr val="F8FAFC"/>
                </a:solidFill>
                <a:latin typeface="Menlo"/>
                <a:ea typeface="Menlo"/>
                <a:cs typeface="Menlo"/>
              </a:rPr>
              <a:t>そのまま貼るプロンプト</a:t>
            </a:r>
          </a:p>
          <a:p xmlns:a="http://schemas.openxmlformats.org/drawingml/2006/main">
            <a:pPr algn="l">
              <a:defRPr sz="900" b="0">
                <a:solidFill>
                  <a:srgbClr val="F8FAFC"/>
                </a:solidFill>
                <a:latin typeface="Menlo"/>
                <a:ea typeface="Menlo"/>
                <a:cs typeface="Menlo"/>
              </a:defRPr>
            </a:pPr>
            <a:r>
              <a:rPr sz="900" b="0">
                <a:solidFill>
                  <a:srgbClr val="F8FAFC"/>
                </a:solidFill>
                <a:latin typeface="Menlo"/>
                <a:ea typeface="Menlo"/>
                <a:cs typeface="Menlo"/>
              </a:rPr>
              <a:t>AGENTS.mdに従い、CRを処理してください。</a:t>
            </a:r>
          </a:p>
          <a:p xmlns:a="http://schemas.openxmlformats.org/drawingml/2006/main">
            <a:pPr algn="l">
              <a:defRPr sz="900" b="0">
                <a:solidFill>
                  <a:srgbClr val="F8FAFC"/>
                </a:solidFill>
                <a:latin typeface="Menlo"/>
                <a:ea typeface="Menlo"/>
                <a:cs typeface="Menlo"/>
              </a:defRPr>
            </a:pPr>
            <a:r>
              <a:rPr sz="900" b="0">
                <a:solidFill>
                  <a:srgbClr val="F8FAFC"/>
                </a:solidFill>
                <a:latin typeface="Menlo"/>
                <a:ea typeface="Menlo"/>
                <a:cs typeface="Menlo"/>
              </a:rPr>
              <a:t>- expected_behaviorsとrequired_artifactsを残作業リストにする</a:t>
            </a:r>
          </a:p>
          <a:p xmlns:a="http://schemas.openxmlformats.org/drawingml/2006/main">
            <a:pPr algn="l">
              <a:defRPr sz="900" b="0">
                <a:solidFill>
                  <a:srgbClr val="F8FAFC"/>
                </a:solidFill>
                <a:latin typeface="Menlo"/>
                <a:ea typeface="Menlo"/>
                <a:cs typeface="Menlo"/>
              </a:defRPr>
            </a:pPr>
            <a:r>
              <a:rPr sz="900" b="0">
                <a:solidFill>
                  <a:srgbClr val="F8FAFC"/>
                </a:solidFill>
                <a:latin typeface="Menlo"/>
                <a:ea typeface="Menlo"/>
                <a:cs typeface="Menlo"/>
              </a:rPr>
              <a:t>- 赤sensor、原因、次方針をloop-stateへ更新する</a:t>
            </a:r>
          </a:p>
          <a:p xmlns:a="http://schemas.openxmlformats.org/drawingml/2006/main">
            <a:pPr algn="l">
              <a:defRPr sz="900" b="0">
                <a:solidFill>
                  <a:srgbClr val="F8FAFC"/>
                </a:solidFill>
                <a:latin typeface="Menlo"/>
                <a:ea typeface="Menlo"/>
                <a:cs typeface="Menlo"/>
              </a:defRPr>
            </a:pPr>
            <a:r>
              <a:rPr sz="900" b="0">
                <a:solidFill>
                  <a:srgbClr val="F8FAFC"/>
                </a:solidFill>
                <a:latin typeface="Menlo"/>
                <a:ea typeface="Menlo"/>
                <a:cs typeface="Menlo"/>
              </a:rPr>
              <a:t>- policy-boundaryを壊さない</a:t>
            </a:r>
          </a:p>
          <a:p xmlns:a="http://schemas.openxmlformats.org/drawingml/2006/main">
            <a:pPr algn="l">
              <a:defRPr sz="900" b="0">
                <a:solidFill>
                  <a:srgbClr val="F8FAFC"/>
                </a:solidFill>
                <a:latin typeface="Menlo"/>
                <a:ea typeface="Menlo"/>
                <a:cs typeface="Menlo"/>
              </a:defRPr>
            </a:pPr>
            <a:r>
              <a:rPr sz="900" b="0">
                <a:solidFill>
                  <a:srgbClr val="F8FAFC"/>
                </a:solidFill>
                <a:latin typeface="Menlo"/>
                <a:ea typeface="Menlo"/>
                <a:cs typeface="Menlo"/>
              </a:rPr>
              <a:t>- completion-report完成時だけ人間へ返す</a:t>
            </a:r>
          </a:p>
          <a:p xmlns:a="http://schemas.openxmlformats.org/drawingml/2006/main">
            <a:pPr algn="l">
              <a:defRPr sz="900" b="0">
                <a:solidFill>
                  <a:srgbClr val="F8FAFC"/>
                </a:solidFill>
                <a:latin typeface="Menlo"/>
                <a:ea typeface="Menlo"/>
                <a:cs typeface="Menlo"/>
              </a:defRPr>
            </a:pPr>
            <a:r>
              <a:rPr sz="900" b="0">
                <a:solidFill>
                  <a:srgbClr val="F8FAFC"/>
                </a:solidFill>
                <a:latin typeface="Menlo"/>
                <a:ea typeface="Menlo"/>
                <a:cs typeface="Menlo"/>
              </a:rPr>
              <a:t>- 停止条件ならescalation-reportを書く</a:t>
            </a:r>
          </a:p>
        </p:txBody>
      </p:sp>
      <p:sp>
        <p:nvSpPr>
          <p:cNvPr id="12" name="">
            <a:extLst xmlns:a="http://schemas.openxmlformats.org/drawingml/2006/main">
              <a:ext uri="{FF2B5EF4-FFF2-40B4-BE49-F238E27FC236}">
                <a16:creationId xmlns:a16="http://schemas.microsoft.com/office/drawing/2014/main" id="{3C3F090B-58CF-4734-A7A5-4973FC5537DF}"/>
              </a:ext>
            </a:extLst>
          </p:cNvPr>
          <p:cNvSpPr>
            <a:spLocks xmlns:a="http://schemas.openxmlformats.org/drawingml/2006/main" noGrp="1"/>
          </p:cNvSpPr>
          <p:nvPr/>
        </p:nvSpPr>
        <p:spPr>
          <a:xfrm xmlns:a="http://schemas.openxmlformats.org/drawingml/2006/main">
            <a:off x="6038850" y="1581150"/>
            <a:ext cx="3467100" cy="2571750"/>
          </a:xfrm>
          <a:prstGeom xmlns:a="http://schemas.openxmlformats.org/drawingml/2006/main" prst="rect">
            <a:avLst/>
          </a:prstGeom>
          <a:solidFill xmlns:a="http://schemas.openxmlformats.org/drawingml/2006/main">
            <a:srgbClr val="172452"/>
          </a:solidFill>
          <a:ln xmlns:a="http://schemas.openxmlformats.org/drawingml/2006/main" w="9525">
            <a:solidFill>
              <a:srgbClr val="172452"/>
            </a:solidFill>
            <a:prstDash val="solid"/>
          </a:ln>
        </p:spPr>
      </p:sp>
      <p:sp>
        <p:nvSpPr>
          <p:cNvPr id="13" name="">
            <a:extLst xmlns:a="http://schemas.openxmlformats.org/drawingml/2006/main">
              <a:ext uri="{FF2B5EF4-FFF2-40B4-BE49-F238E27FC236}">
                <a16:creationId xmlns:a16="http://schemas.microsoft.com/office/drawing/2014/main" id="{9EF1CAFF-F0A2-4B23-ABA1-232EC32E6435}"/>
              </a:ext>
            </a:extLst>
          </p:cNvPr>
          <p:cNvSpPr>
            <a:spLocks xmlns:a="http://schemas.openxmlformats.org/drawingml/2006/main" noGrp="1"/>
          </p:cNvSpPr>
          <p:nvPr/>
        </p:nvSpPr>
        <p:spPr>
          <a:xfrm xmlns:a="http://schemas.openxmlformats.org/drawingml/2006/main">
            <a:off x="6248400" y="1771650"/>
            <a:ext cx="30480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F8FAFC"/>
                </a:solidFill>
                <a:latin typeface="Menlo"/>
                <a:ea typeface="Menlo"/>
                <a:cs typeface="Menlo"/>
              </a:defRPr>
            </a:pPr>
            <a:r>
              <a:rPr sz="900" b="0">
                <a:solidFill>
                  <a:srgbClr val="F8FAFC"/>
                </a:solidFill>
                <a:latin typeface="Menlo"/>
                <a:ea typeface="Menlo"/>
                <a:cs typeface="Menlo"/>
              </a:rPr>
              <a:t>AIが更新する進行記録</a:t>
            </a:r>
          </a:p>
          <a:p xmlns:a="http://schemas.openxmlformats.org/drawingml/2006/main">
            <a:pPr algn="l">
              <a:defRPr sz="900" b="0">
                <a:solidFill>
                  <a:srgbClr val="F8FAFC"/>
                </a:solidFill>
                <a:latin typeface="Menlo"/>
                <a:ea typeface="Menlo"/>
                <a:cs typeface="Menlo"/>
              </a:defRPr>
            </a:pPr>
            <a:r>
              <a:rPr sz="900" b="0">
                <a:solidFill>
                  <a:srgbClr val="F8FAFC"/>
                </a:solidFill>
                <a:latin typeface="Menlo"/>
                <a:ea typeface="Menlo"/>
                <a:cs typeface="Menlo"/>
              </a:rPr>
              <a:t>docs/ai/loop-state.md</a:t>
            </a:r>
          </a:p>
          <a:p xmlns:a="http://schemas.openxmlformats.org/drawingml/2006/main">
            <a:pPr algn="l">
              <a:defRPr sz="900" b="0">
                <a:solidFill>
                  <a:srgbClr val="F8FAFC"/>
                </a:solidFill>
                <a:latin typeface="Menlo"/>
                <a:ea typeface="Menlo"/>
                <a:cs typeface="Menlo"/>
              </a:defRPr>
            </a:pPr>
            <a:r>
              <a:rPr sz="900" b="0">
                <a:solidFill>
                  <a:srgbClr val="F8FAFC"/>
                </a:solidFill>
                <a:latin typeface="Menlo"/>
                <a:ea typeface="Menlo"/>
                <a:cs typeface="Menlo"/>
              </a:rPr>
              <a:t>- iteration</a:t>
            </a:r>
          </a:p>
          <a:p xmlns:a="http://schemas.openxmlformats.org/drawingml/2006/main">
            <a:pPr algn="l">
              <a:defRPr sz="900" b="0">
                <a:solidFill>
                  <a:srgbClr val="F8FAFC"/>
                </a:solidFill>
                <a:latin typeface="Menlo"/>
                <a:ea typeface="Menlo"/>
                <a:cs typeface="Menlo"/>
              </a:defRPr>
            </a:pPr>
            <a:r>
              <a:rPr sz="900" b="0">
                <a:solidFill>
                  <a:srgbClr val="F8FAFC"/>
                </a:solidFill>
                <a:latin typeface="Menlo"/>
                <a:ea typeface="Menlo"/>
                <a:cs typeface="Menlo"/>
              </a:rPr>
              <a:t>- red sensor</a:t>
            </a:r>
          </a:p>
          <a:p xmlns:a="http://schemas.openxmlformats.org/drawingml/2006/main">
            <a:pPr algn="l">
              <a:defRPr sz="900" b="0">
                <a:solidFill>
                  <a:srgbClr val="F8FAFC"/>
                </a:solidFill>
                <a:latin typeface="Menlo"/>
                <a:ea typeface="Menlo"/>
                <a:cs typeface="Menlo"/>
              </a:defRPr>
            </a:pPr>
            <a:r>
              <a:rPr sz="900" b="0">
                <a:solidFill>
                  <a:srgbClr val="F8FAFC"/>
                </a:solidFill>
                <a:latin typeface="Menlo"/>
                <a:ea typeface="Menlo"/>
                <a:cs typeface="Menlo"/>
              </a:rPr>
              <a:t>- cause summary</a:t>
            </a:r>
          </a:p>
          <a:p xmlns:a="http://schemas.openxmlformats.org/drawingml/2006/main">
            <a:pPr algn="l">
              <a:defRPr sz="900" b="0">
                <a:solidFill>
                  <a:srgbClr val="F8FAFC"/>
                </a:solidFill>
                <a:latin typeface="Menlo"/>
                <a:ea typeface="Menlo"/>
                <a:cs typeface="Menlo"/>
              </a:defRPr>
            </a:pPr>
            <a:r>
              <a:rPr sz="900" b="0">
                <a:solidFill>
                  <a:srgbClr val="F8FAFC"/>
                </a:solidFill>
                <a:latin typeface="Menlo"/>
                <a:ea typeface="Menlo"/>
                <a:cs typeface="Menlo"/>
              </a:rPr>
              <a:t>- next plan</a:t>
            </a:r>
          </a:p>
          <a:p xmlns:a="http://schemas.openxmlformats.org/drawingml/2006/main">
            <a:r>
              <a:t/>
            </a:r>
          </a:p>
          <a:p xmlns:a="http://schemas.openxmlformats.org/drawingml/2006/main">
            <a:pPr algn="l">
              <a:defRPr sz="900" b="0">
                <a:solidFill>
                  <a:srgbClr val="F8FAFC"/>
                </a:solidFill>
                <a:latin typeface="Menlo"/>
                <a:ea typeface="Menlo"/>
                <a:cs typeface="Menlo"/>
              </a:defRPr>
            </a:pPr>
            <a:r>
              <a:rPr sz="900" b="0">
                <a:solidFill>
                  <a:srgbClr val="F8FAFC"/>
                </a:solidFill>
                <a:latin typeface="Menlo"/>
                <a:ea typeface="Menlo"/>
                <a:cs typeface="Menlo"/>
              </a:rPr>
              <a:t>docs/ai/completion-report.md</a:t>
            </a:r>
          </a:p>
          <a:p xmlns:a="http://schemas.openxmlformats.org/drawingml/2006/main">
            <a:pPr algn="l">
              <a:defRPr sz="900" b="0">
                <a:solidFill>
                  <a:srgbClr val="F8FAFC"/>
                </a:solidFill>
                <a:latin typeface="Menlo"/>
                <a:ea typeface="Menlo"/>
                <a:cs typeface="Menlo"/>
              </a:defRPr>
            </a:pPr>
            <a:r>
              <a:rPr sz="900" b="0">
                <a:solidFill>
                  <a:srgbClr val="F8FAFC"/>
                </a:solidFill>
                <a:latin typeface="Menlo"/>
                <a:ea typeface="Menlo"/>
                <a:cs typeface="Menlo"/>
              </a:rPr>
              <a:t>- sensor結果</a:t>
            </a:r>
          </a:p>
          <a:p xmlns:a="http://schemas.openxmlformats.org/drawingml/2006/main">
            <a:pPr algn="l">
              <a:defRPr sz="900" b="0">
                <a:solidFill>
                  <a:srgbClr val="F8FAFC"/>
                </a:solidFill>
                <a:latin typeface="Menlo"/>
                <a:ea typeface="Menlo"/>
                <a:cs typeface="Menlo"/>
              </a:defRPr>
            </a:pPr>
            <a:r>
              <a:rPr sz="900" b="0">
                <a:solidFill>
                  <a:srgbClr val="F8FAFC"/>
                </a:solidFill>
                <a:latin typeface="Menlo"/>
                <a:ea typeface="Menlo"/>
                <a:cs typeface="Menlo"/>
              </a:rPr>
              <a:t>- CI/人間の出口確認</a:t>
            </a:r>
          </a:p>
          <a:p xmlns:a="http://schemas.openxmlformats.org/drawingml/2006/main">
            <a:pPr algn="l">
              <a:defRPr sz="900" b="0">
                <a:solidFill>
                  <a:srgbClr val="F8FAFC"/>
                </a:solidFill>
                <a:latin typeface="Menlo"/>
                <a:ea typeface="Menlo"/>
                <a:cs typeface="Menlo"/>
              </a:defRPr>
            </a:pPr>
            <a:r>
              <a:rPr sz="900" b="0">
                <a:solidFill>
                  <a:srgbClr val="F8FAFC"/>
                </a:solidFill>
                <a:latin typeface="Menlo"/>
                <a:ea typeface="Menlo"/>
                <a:cs typeface="Menlo"/>
              </a:rPr>
              <a:t>- 残リスク</a:t>
            </a:r>
          </a:p>
          <a:p xmlns:a="http://schemas.openxmlformats.org/drawingml/2006/main">
            <a:pPr algn="l">
              <a:defRPr sz="900" b="0">
                <a:solidFill>
                  <a:srgbClr val="F8FAFC"/>
                </a:solidFill>
                <a:latin typeface="Menlo"/>
                <a:ea typeface="Menlo"/>
                <a:cs typeface="Menlo"/>
              </a:defRPr>
            </a:pPr>
            <a:r>
              <a:rPr sz="900" b="0">
                <a:solidFill>
                  <a:srgbClr val="F8FAFC"/>
                </a:solidFill>
                <a:latin typeface="Menlo"/>
                <a:ea typeface="Menlo"/>
                <a:cs typeface="Menlo"/>
              </a:rPr>
              <a:t>- 人間が見る点</a:t>
            </a:r>
          </a:p>
        </p:txBody>
      </p:sp>
      <p:sp>
        <p:nvSpPr>
          <p:cNvPr id="14" name="">
            <a:extLst xmlns:a="http://schemas.openxmlformats.org/drawingml/2006/main">
              <a:ext uri="{FF2B5EF4-FFF2-40B4-BE49-F238E27FC236}">
                <a16:creationId xmlns:a16="http://schemas.microsoft.com/office/drawing/2014/main" id="{83A9BA01-030E-4E0D-A3EC-BDDAF9C2FC41}"/>
              </a:ext>
            </a:extLst>
          </p:cNvPr>
          <p:cNvSpPr>
            <a:spLocks xmlns:a="http://schemas.openxmlformats.org/drawingml/2006/main" noGrp="1"/>
          </p:cNvSpPr>
          <p:nvPr/>
        </p:nvSpPr>
        <p:spPr>
          <a:xfrm xmlns:a="http://schemas.openxmlformats.org/drawingml/2006/main">
            <a:off x="9734550" y="1581150"/>
            <a:ext cx="1676400" cy="2571750"/>
          </a:xfrm>
          <a:prstGeom xmlns:a="http://schemas.openxmlformats.org/drawingml/2006/main" prst="rect">
            <a:avLst/>
          </a:prstGeom>
          <a:solidFill xmlns:a="http://schemas.openxmlformats.org/drawingml/2006/main">
            <a:srgbClr val="FBF8F2"/>
          </a:solidFill>
          <a:ln xmlns:a="http://schemas.openxmlformats.org/drawingml/2006/main" w="9525">
            <a:solidFill>
              <a:srgbClr val="D5CEC4"/>
            </a:solidFill>
            <a:prstDash val="solid"/>
          </a:ln>
        </p:spPr>
      </p:sp>
      <p:sp>
        <p:nvSpPr>
          <p:cNvPr id="15" name="">
            <a:extLst xmlns:a="http://schemas.openxmlformats.org/drawingml/2006/main">
              <a:ext uri="{FF2B5EF4-FFF2-40B4-BE49-F238E27FC236}">
                <a16:creationId xmlns:a16="http://schemas.microsoft.com/office/drawing/2014/main" id="{18CFD1E7-2975-427F-BEE5-818A2E92F846}"/>
              </a:ext>
            </a:extLst>
          </p:cNvPr>
          <p:cNvSpPr>
            <a:spLocks xmlns:a="http://schemas.openxmlformats.org/drawingml/2006/main" noGrp="1"/>
          </p:cNvSpPr>
          <p:nvPr/>
        </p:nvSpPr>
        <p:spPr>
          <a:xfrm xmlns:a="http://schemas.openxmlformats.org/drawingml/2006/main">
            <a:off x="9734550" y="1581150"/>
            <a:ext cx="66675" cy="2571750"/>
          </a:xfrm>
          <a:prstGeom xmlns:a="http://schemas.openxmlformats.org/drawingml/2006/main" prst="rect">
            <a:avLst/>
          </a:prstGeom>
          <a:solidFill xmlns:a="http://schemas.openxmlformats.org/drawingml/2006/main">
            <a:srgbClr val="1A4F8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3D6C681-21A0-40FC-BECD-49038266BEBC}"/>
              </a:ext>
            </a:extLst>
          </p:cNvPr>
          <p:cNvSpPr>
            <a:spLocks xmlns:a="http://schemas.openxmlformats.org/drawingml/2006/main" noGrp="1"/>
          </p:cNvSpPr>
          <p:nvPr/>
        </p:nvSpPr>
        <p:spPr>
          <a:xfrm xmlns:a="http://schemas.openxmlformats.org/drawingml/2006/main">
            <a:off x="9867900" y="1733550"/>
            <a:ext cx="1409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A4F8F"/>
                </a:solidFill>
                <a:latin typeface="Yu Gothic"/>
                <a:ea typeface="Yu Gothic"/>
                <a:cs typeface="Yu Gothic"/>
              </a:defRPr>
            </a:pPr>
            <a:r>
              <a:rPr sz="1350" b="1">
                <a:solidFill>
                  <a:srgbClr val="1A4F8F"/>
                </a:solidFill>
                <a:latin typeface="Yu Gothic"/>
                <a:ea typeface="Yu Gothic"/>
                <a:cs typeface="Yu Gothic"/>
              </a:rPr>
              <a:t>AIが作る/更新</a:t>
            </a:r>
          </a:p>
        </p:txBody>
      </p:sp>
      <p:sp>
        <p:nvSpPr>
          <p:cNvPr id="17" name="">
            <a:extLst xmlns:a="http://schemas.openxmlformats.org/drawingml/2006/main">
              <a:ext uri="{FF2B5EF4-FFF2-40B4-BE49-F238E27FC236}">
                <a16:creationId xmlns:a16="http://schemas.microsoft.com/office/drawing/2014/main" id="{73F1ACE3-F7A9-48C5-89A5-835CFBC38932}"/>
              </a:ext>
            </a:extLst>
          </p:cNvPr>
          <p:cNvSpPr>
            <a:spLocks xmlns:a="http://schemas.openxmlformats.org/drawingml/2006/main" noGrp="1"/>
          </p:cNvSpPr>
          <p:nvPr/>
        </p:nvSpPr>
        <p:spPr>
          <a:xfrm xmlns:a="http://schemas.openxmlformats.org/drawingml/2006/main">
            <a:off x="9867900" y="2114550"/>
            <a:ext cx="1409700" cy="1924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2607A"/>
                </a:solidFill>
                <a:latin typeface="Yu Gothic"/>
                <a:ea typeface="Yu Gothic"/>
                <a:cs typeface="Yu Gothic"/>
              </a:defRPr>
            </a:pPr>
            <a:r>
              <a:rPr sz="900" b="0">
                <a:solidFill>
                  <a:srgbClr val="52607A"/>
                </a:solidFill>
                <a:latin typeface="Yu Gothic"/>
                <a:ea typeface="Yu Gothic"/>
                <a:cs typeface="Yu Gothic"/>
              </a:rPr>
              <a:t>loop-state</a:t>
            </a:r>
          </a:p>
          <a:p xmlns:a="http://schemas.openxmlformats.org/drawingml/2006/main">
            <a:pPr algn="l">
              <a:defRPr sz="900" b="0">
                <a:solidFill>
                  <a:srgbClr val="52607A"/>
                </a:solidFill>
                <a:latin typeface="Yu Gothic"/>
                <a:ea typeface="Yu Gothic"/>
                <a:cs typeface="Yu Gothic"/>
              </a:defRPr>
            </a:pPr>
            <a:r>
              <a:rPr sz="900" b="0">
                <a:solidFill>
                  <a:srgbClr val="52607A"/>
                </a:solidFill>
                <a:latin typeface="Yu Gothic"/>
                <a:ea typeface="Yu Gothic"/>
                <a:cs typeface="Yu Gothic"/>
              </a:rPr>
              <a:t>completion-report</a:t>
            </a:r>
          </a:p>
          <a:p xmlns:a="http://schemas.openxmlformats.org/drawingml/2006/main">
            <a:pPr algn="l">
              <a:defRPr sz="900" b="0">
                <a:solidFill>
                  <a:srgbClr val="52607A"/>
                </a:solidFill>
                <a:latin typeface="Yu Gothic"/>
                <a:ea typeface="Yu Gothic"/>
                <a:cs typeface="Yu Gothic"/>
              </a:defRPr>
            </a:pPr>
            <a:r>
              <a:rPr sz="900" b="0">
                <a:solidFill>
                  <a:srgbClr val="52607A"/>
                </a:solidFill>
                <a:latin typeface="Yu Gothic"/>
                <a:ea typeface="Yu Gothic"/>
                <a:cs typeface="Yu Gothic"/>
              </a:rPr>
              <a:t>spec / ADR</a:t>
            </a:r>
          </a:p>
          <a:p xmlns:a="http://schemas.openxmlformats.org/drawingml/2006/main">
            <a:pPr algn="l">
              <a:defRPr sz="900" b="0">
                <a:solidFill>
                  <a:srgbClr val="52607A"/>
                </a:solidFill>
                <a:latin typeface="Yu Gothic"/>
                <a:ea typeface="Yu Gothic"/>
                <a:cs typeface="Yu Gothic"/>
              </a:defRPr>
            </a:pPr>
            <a:r>
              <a:rPr sz="900" b="0">
                <a:solidFill>
                  <a:srgbClr val="52607A"/>
                </a:solidFill>
                <a:latin typeface="Yu Gothic"/>
                <a:ea typeface="Yu Gothic"/>
                <a:cs typeface="Yu Gothic"/>
              </a:rPr>
              <a:t>worklog / test</a:t>
            </a:r>
          </a:p>
          <a:p xmlns:a="http://schemas.openxmlformats.org/drawingml/2006/main">
            <a:pPr algn="l">
              <a:defRPr sz="900" b="0">
                <a:solidFill>
                  <a:srgbClr val="52607A"/>
                </a:solidFill>
                <a:latin typeface="Yu Gothic"/>
                <a:ea typeface="Yu Gothic"/>
                <a:cs typeface="Yu Gothic"/>
              </a:defRPr>
            </a:pPr>
            <a:r>
              <a:rPr sz="900" b="0">
                <a:solidFill>
                  <a:srgbClr val="52607A"/>
                </a:solidFill>
                <a:latin typeface="Yu Gothic"/>
                <a:ea typeface="Yu Gothic"/>
                <a:cs typeface="Yu Gothic"/>
              </a:rPr>
              <a:t>CR status</a:t>
            </a:r>
          </a:p>
          <a:p xmlns:a="http://schemas.openxmlformats.org/drawingml/2006/main">
            <a:r>
              <a:t/>
            </a:r>
          </a:p>
          <a:p xmlns:a="http://schemas.openxmlformats.org/drawingml/2006/main">
            <a:pPr algn="l">
              <a:defRPr sz="900" b="0">
                <a:solidFill>
                  <a:srgbClr val="52607A"/>
                </a:solidFill>
                <a:latin typeface="Yu Gothic"/>
                <a:ea typeface="Yu Gothic"/>
                <a:cs typeface="Yu Gothic"/>
              </a:defRPr>
            </a:pPr>
            <a:r>
              <a:rPr sz="900" b="0">
                <a:solidFill>
                  <a:srgbClr val="52607A"/>
                </a:solidFill>
                <a:latin typeface="Yu Gothic"/>
                <a:ea typeface="Yu Gothic"/>
                <a:cs typeface="Yu Gothic"/>
              </a:rPr>
              <a:t>停止時:</a:t>
            </a:r>
          </a:p>
          <a:p xmlns:a="http://schemas.openxmlformats.org/drawingml/2006/main">
            <a:pPr algn="l">
              <a:defRPr sz="900" b="0">
                <a:solidFill>
                  <a:srgbClr val="52607A"/>
                </a:solidFill>
                <a:latin typeface="Yu Gothic"/>
                <a:ea typeface="Yu Gothic"/>
                <a:cs typeface="Yu Gothic"/>
              </a:defRPr>
            </a:pPr>
            <a:r>
              <a:rPr sz="900" b="0">
                <a:solidFill>
                  <a:srgbClr val="52607A"/>
                </a:solidFill>
                <a:latin typeface="Yu Gothic"/>
                <a:ea typeface="Yu Gothic"/>
                <a:cs typeface="Yu Gothic"/>
              </a:rPr>
              <a:t>escalation-report</a:t>
            </a:r>
          </a:p>
        </p:txBody>
      </p:sp>
      <p:sp>
        <p:nvSpPr>
          <p:cNvPr id="18" name="">
            <a:extLst xmlns:a="http://schemas.openxmlformats.org/drawingml/2006/main">
              <a:ext uri="{FF2B5EF4-FFF2-40B4-BE49-F238E27FC236}">
                <a16:creationId xmlns:a16="http://schemas.microsoft.com/office/drawing/2014/main" id="{EB25DB88-C5ED-415E-A404-43DD2AC596AE}"/>
              </a:ext>
            </a:extLst>
          </p:cNvPr>
          <p:cNvSpPr>
            <a:spLocks xmlns:a="http://schemas.openxmlformats.org/drawingml/2006/main" noGrp="1"/>
          </p:cNvSpPr>
          <p:nvPr/>
        </p:nvSpPr>
        <p:spPr>
          <a:xfrm xmlns:a="http://schemas.openxmlformats.org/drawingml/2006/main">
            <a:off x="685800" y="4229100"/>
            <a:ext cx="5048250" cy="1104900"/>
          </a:xfrm>
          <a:prstGeom xmlns:a="http://schemas.openxmlformats.org/drawingml/2006/main" prst="rect">
            <a:avLst/>
          </a:prstGeom>
          <a:solidFill xmlns:a="http://schemas.openxmlformats.org/drawingml/2006/main">
            <a:srgbClr val="F2F7EF"/>
          </a:solidFill>
          <a:ln xmlns:a="http://schemas.openxmlformats.org/drawingml/2006/main" w="9525">
            <a:solidFill>
              <a:srgbClr val="BFD3B8"/>
            </a:solidFill>
            <a:prstDash val="solid"/>
          </a:ln>
        </p:spPr>
      </p:sp>
      <p:sp>
        <p:nvSpPr>
          <p:cNvPr id="19" name="">
            <a:extLst xmlns:a="http://schemas.openxmlformats.org/drawingml/2006/main">
              <a:ext uri="{FF2B5EF4-FFF2-40B4-BE49-F238E27FC236}">
                <a16:creationId xmlns:a16="http://schemas.microsoft.com/office/drawing/2014/main" id="{9EF2BE60-9468-4F3B-B64F-E9B5896A43F2}"/>
              </a:ext>
            </a:extLst>
          </p:cNvPr>
          <p:cNvSpPr>
            <a:spLocks xmlns:a="http://schemas.openxmlformats.org/drawingml/2006/main" noGrp="1"/>
          </p:cNvSpPr>
          <p:nvPr/>
        </p:nvSpPr>
        <p:spPr>
          <a:xfrm xmlns:a="http://schemas.openxmlformats.org/drawingml/2006/main">
            <a:off x="685800" y="4229100"/>
            <a:ext cx="66675" cy="1104900"/>
          </a:xfrm>
          <a:prstGeom xmlns:a="http://schemas.openxmlformats.org/drawingml/2006/main" prst="rect">
            <a:avLst/>
          </a:prstGeom>
          <a:solidFill xmlns:a="http://schemas.openxmlformats.org/drawingml/2006/main">
            <a:srgbClr val="33824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F23DA1C-6EE9-4402-B05D-E8E17FC95388}"/>
              </a:ext>
            </a:extLst>
          </p:cNvPr>
          <p:cNvSpPr>
            <a:spLocks xmlns:a="http://schemas.openxmlformats.org/drawingml/2006/main" noGrp="1"/>
          </p:cNvSpPr>
          <p:nvPr/>
        </p:nvSpPr>
        <p:spPr>
          <a:xfrm xmlns:a="http://schemas.openxmlformats.org/drawingml/2006/main">
            <a:off x="914400" y="4381500"/>
            <a:ext cx="459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33824A"/>
                </a:solidFill>
                <a:latin typeface="Yu Gothic"/>
                <a:ea typeface="Yu Gothic"/>
                <a:cs typeface="Yu Gothic"/>
              </a:defRPr>
            </a:pPr>
            <a:r>
              <a:rPr sz="1500" b="1">
                <a:solidFill>
                  <a:srgbClr val="33824A"/>
                </a:solidFill>
                <a:latin typeface="Yu Gothic"/>
                <a:ea typeface="Yu Gothic"/>
                <a:cs typeface="Yu Gothic"/>
              </a:rPr>
              <a:t>達成できたこと</a:t>
            </a:r>
          </a:p>
        </p:txBody>
      </p:sp>
      <p:sp>
        <p:nvSpPr>
          <p:cNvPr id="21" name="">
            <a:extLst xmlns:a="http://schemas.openxmlformats.org/drawingml/2006/main">
              <a:ext uri="{FF2B5EF4-FFF2-40B4-BE49-F238E27FC236}">
                <a16:creationId xmlns:a16="http://schemas.microsoft.com/office/drawing/2014/main" id="{85241E97-E856-4A99-A2CB-C37DA553773B}"/>
              </a:ext>
            </a:extLst>
          </p:cNvPr>
          <p:cNvSpPr>
            <a:spLocks xmlns:a="http://schemas.openxmlformats.org/drawingml/2006/main" noGrp="1"/>
          </p:cNvSpPr>
          <p:nvPr/>
        </p:nvSpPr>
        <p:spPr>
          <a:xfrm xmlns:a="http://schemas.openxmlformats.org/drawingml/2006/main">
            <a:off x="914400" y="4762500"/>
            <a:ext cx="4591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2607A"/>
                </a:solidFill>
                <a:latin typeface="Yu Gothic"/>
                <a:ea typeface="Yu Gothic"/>
                <a:cs typeface="Yu Gothic"/>
              </a:defRPr>
            </a:pPr>
            <a:r>
              <a:rPr sz="1275" b="0">
                <a:solidFill>
                  <a:srgbClr val="52607A"/>
                </a:solidFill>
                <a:latin typeface="Yu Gothic"/>
                <a:ea typeface="Yu Gothic"/>
                <a:cs typeface="Yu Gothic"/>
              </a:rPr>
              <a:t>途中介入を減らせる</a:t>
            </a:r>
          </a:p>
        </p:txBody>
      </p:sp>
      <p:sp>
        <p:nvSpPr>
          <p:cNvPr id="22" name="">
            <a:extLst xmlns:a="http://schemas.openxmlformats.org/drawingml/2006/main">
              <a:ext uri="{FF2B5EF4-FFF2-40B4-BE49-F238E27FC236}">
                <a16:creationId xmlns:a16="http://schemas.microsoft.com/office/drawing/2014/main" id="{61434123-5913-44E2-BF7A-C07D37035912}"/>
              </a:ext>
            </a:extLst>
          </p:cNvPr>
          <p:cNvSpPr>
            <a:spLocks xmlns:a="http://schemas.openxmlformats.org/drawingml/2006/main" noGrp="1"/>
          </p:cNvSpPr>
          <p:nvPr/>
        </p:nvSpPr>
        <p:spPr>
          <a:xfrm xmlns:a="http://schemas.openxmlformats.org/drawingml/2006/main">
            <a:off x="6076950" y="4229100"/>
            <a:ext cx="5048250" cy="1104900"/>
          </a:xfrm>
          <a:prstGeom xmlns:a="http://schemas.openxmlformats.org/drawingml/2006/main" prst="rect">
            <a:avLst/>
          </a:prstGeom>
          <a:solidFill xmlns:a="http://schemas.openxmlformats.org/drawingml/2006/main">
            <a:srgbClr val="FFF6EE"/>
          </a:solidFill>
          <a:ln xmlns:a="http://schemas.openxmlformats.org/drawingml/2006/main" w="9525">
            <a:solidFill>
              <a:srgbClr val="E3C6A7"/>
            </a:solidFill>
            <a:prstDash val="solid"/>
          </a:ln>
        </p:spPr>
      </p:sp>
      <p:sp>
        <p:nvSpPr>
          <p:cNvPr id="23" name="">
            <a:extLst xmlns:a="http://schemas.openxmlformats.org/drawingml/2006/main">
              <a:ext uri="{FF2B5EF4-FFF2-40B4-BE49-F238E27FC236}">
                <a16:creationId xmlns:a16="http://schemas.microsoft.com/office/drawing/2014/main" id="{FBDBF88B-2F6A-43FB-B49D-0BD7BB717CA9}"/>
              </a:ext>
            </a:extLst>
          </p:cNvPr>
          <p:cNvSpPr>
            <a:spLocks xmlns:a="http://schemas.openxmlformats.org/drawingml/2006/main" noGrp="1"/>
          </p:cNvSpPr>
          <p:nvPr/>
        </p:nvSpPr>
        <p:spPr>
          <a:xfrm xmlns:a="http://schemas.openxmlformats.org/drawingml/2006/main">
            <a:off x="6076950" y="4229100"/>
            <a:ext cx="66675" cy="1104900"/>
          </a:xfrm>
          <a:prstGeom xmlns:a="http://schemas.openxmlformats.org/drawingml/2006/main" prst="rect">
            <a:avLst/>
          </a:prstGeom>
          <a:solidFill xmlns:a="http://schemas.openxmlformats.org/drawingml/2006/main">
            <a:srgbClr val="C85B1A"/>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05BD4756-1E3F-4EA1-90C9-009C34C75BF6}"/>
              </a:ext>
            </a:extLst>
          </p:cNvPr>
          <p:cNvSpPr>
            <a:spLocks xmlns:a="http://schemas.openxmlformats.org/drawingml/2006/main" noGrp="1"/>
          </p:cNvSpPr>
          <p:nvPr/>
        </p:nvSpPr>
        <p:spPr>
          <a:xfrm xmlns:a="http://schemas.openxmlformats.org/drawingml/2006/main">
            <a:off x="6305550" y="4381500"/>
            <a:ext cx="459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C85B1A"/>
                </a:solidFill>
                <a:latin typeface="Yu Gothic"/>
                <a:ea typeface="Yu Gothic"/>
                <a:cs typeface="Yu Gothic"/>
              </a:defRPr>
            </a:pPr>
            <a:r>
              <a:rPr sz="1500" b="1">
                <a:solidFill>
                  <a:srgbClr val="C85B1A"/>
                </a:solidFill>
                <a:latin typeface="Yu Gothic"/>
                <a:ea typeface="Yu Gothic"/>
                <a:cs typeface="Yu Gothic"/>
              </a:rPr>
              <a:t>まだ足りないこと</a:t>
            </a:r>
          </a:p>
        </p:txBody>
      </p:sp>
      <p:sp>
        <p:nvSpPr>
          <p:cNvPr id="25" name="">
            <a:extLst xmlns:a="http://schemas.openxmlformats.org/drawingml/2006/main">
              <a:ext uri="{FF2B5EF4-FFF2-40B4-BE49-F238E27FC236}">
                <a16:creationId xmlns:a16="http://schemas.microsoft.com/office/drawing/2014/main" id="{4D981718-4D2B-4F0B-8B70-5BCA53BF3C05}"/>
              </a:ext>
            </a:extLst>
          </p:cNvPr>
          <p:cNvSpPr>
            <a:spLocks xmlns:a="http://schemas.openxmlformats.org/drawingml/2006/main" noGrp="1"/>
          </p:cNvSpPr>
          <p:nvPr/>
        </p:nvSpPr>
        <p:spPr>
          <a:xfrm xmlns:a="http://schemas.openxmlformats.org/drawingml/2006/main">
            <a:off x="6305550" y="4762500"/>
            <a:ext cx="4591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2607A"/>
                </a:solidFill>
                <a:latin typeface="Yu Gothic"/>
                <a:ea typeface="Yu Gothic"/>
                <a:cs typeface="Yu Gothic"/>
              </a:defRPr>
            </a:pPr>
            <a:r>
              <a:rPr sz="1275" b="0">
                <a:solidFill>
                  <a:srgbClr val="52607A"/>
                </a:solidFill>
                <a:latin typeface="Yu Gothic"/>
                <a:ea typeface="Yu Gothic"/>
                <a:cs typeface="Yu Gothic"/>
              </a:rPr>
              <a:t>センサーが薄い領域は守れない</a:t>
            </a:r>
          </a:p>
        </p:txBody>
      </p:sp>
      <p:sp>
        <p:nvSpPr>
          <p:cNvPr id="26" name="">
            <a:extLst xmlns:a="http://schemas.openxmlformats.org/drawingml/2006/main">
              <a:ext uri="{FF2B5EF4-FFF2-40B4-BE49-F238E27FC236}">
                <a16:creationId xmlns:a16="http://schemas.microsoft.com/office/drawing/2014/main" id="{516DC957-9111-488C-A6F1-77EB07E2B538}"/>
              </a:ext>
            </a:extLst>
          </p:cNvPr>
          <p:cNvSpPr>
            <a:spLocks xmlns:a="http://schemas.openxmlformats.org/drawingml/2006/main" noGrp="1"/>
          </p:cNvSpPr>
          <p:nvPr/>
        </p:nvSpPr>
        <p:spPr>
          <a:xfrm xmlns:a="http://schemas.openxmlformats.org/drawingml/2006/main">
            <a:off x="685800" y="5734050"/>
            <a:ext cx="1657350" cy="476250"/>
          </a:xfrm>
          <a:prstGeom xmlns:a="http://schemas.openxmlformats.org/drawingml/2006/main" prst="rect">
            <a:avLst/>
          </a:prstGeom>
          <a:solidFill xmlns:a="http://schemas.openxmlformats.org/drawingml/2006/main">
            <a:srgbClr val="E4DED4"/>
          </a:solidFill>
          <a:ln xmlns:a="http://schemas.openxmlformats.org/drawingml/2006/main" w="9525">
            <a:solidFill>
              <a:srgbClr val="E4DED4"/>
            </a:solidFill>
            <a:prstDash val="solid"/>
          </a:ln>
        </p:spPr>
      </p:sp>
      <p:sp>
        <p:nvSpPr>
          <p:cNvPr id="27" name="">
            <a:extLst xmlns:a="http://schemas.openxmlformats.org/drawingml/2006/main">
              <a:ext uri="{FF2B5EF4-FFF2-40B4-BE49-F238E27FC236}">
                <a16:creationId xmlns:a16="http://schemas.microsoft.com/office/drawing/2014/main" id="{3ACCA682-D096-4485-A24C-F85B7F6BFC4F}"/>
              </a:ext>
            </a:extLst>
          </p:cNvPr>
          <p:cNvSpPr>
            <a:spLocks xmlns:a="http://schemas.openxmlformats.org/drawingml/2006/main" noGrp="1"/>
          </p:cNvSpPr>
          <p:nvPr/>
        </p:nvSpPr>
        <p:spPr>
          <a:xfrm xmlns:a="http://schemas.openxmlformats.org/drawingml/2006/main">
            <a:off x="8001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L0</a:t>
            </a:r>
          </a:p>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開始前</a:t>
            </a:r>
          </a:p>
        </p:txBody>
      </p:sp>
      <p:sp>
        <p:nvSpPr>
          <p:cNvPr id="28" name="">
            <a:extLst xmlns:a="http://schemas.openxmlformats.org/drawingml/2006/main">
              <a:ext uri="{FF2B5EF4-FFF2-40B4-BE49-F238E27FC236}">
                <a16:creationId xmlns:a16="http://schemas.microsoft.com/office/drawing/2014/main" id="{1367B79E-F869-4E6C-907C-D82685ACC10E}"/>
              </a:ext>
            </a:extLst>
          </p:cNvPr>
          <p:cNvSpPr>
            <a:spLocks xmlns:a="http://schemas.openxmlformats.org/drawingml/2006/main" noGrp="1"/>
          </p:cNvSpPr>
          <p:nvPr/>
        </p:nvSpPr>
        <p:spPr>
          <a:xfrm xmlns:a="http://schemas.openxmlformats.org/drawingml/2006/main">
            <a:off x="2438400" y="5734050"/>
            <a:ext cx="1657350" cy="476250"/>
          </a:xfrm>
          <a:prstGeom xmlns:a="http://schemas.openxmlformats.org/drawingml/2006/main" prst="rect">
            <a:avLst/>
          </a:prstGeom>
          <a:solidFill xmlns:a="http://schemas.openxmlformats.org/drawingml/2006/main">
            <a:srgbClr val="E4DED4"/>
          </a:solidFill>
          <a:ln xmlns:a="http://schemas.openxmlformats.org/drawingml/2006/main" w="9525">
            <a:solidFill>
              <a:srgbClr val="E4DED4"/>
            </a:solidFill>
            <a:prstDash val="solid"/>
          </a:ln>
        </p:spPr>
      </p:sp>
      <p:sp>
        <p:nvSpPr>
          <p:cNvPr id="29" name="">
            <a:extLst xmlns:a="http://schemas.openxmlformats.org/drawingml/2006/main">
              <a:ext uri="{FF2B5EF4-FFF2-40B4-BE49-F238E27FC236}">
                <a16:creationId xmlns:a16="http://schemas.microsoft.com/office/drawing/2014/main" id="{4C3A8084-10C0-4E9F-94E7-8C93B39AD946}"/>
              </a:ext>
            </a:extLst>
          </p:cNvPr>
          <p:cNvSpPr>
            <a:spLocks xmlns:a="http://schemas.openxmlformats.org/drawingml/2006/main" noGrp="1"/>
          </p:cNvSpPr>
          <p:nvPr/>
        </p:nvSpPr>
        <p:spPr>
          <a:xfrm xmlns:a="http://schemas.openxmlformats.org/drawingml/2006/main">
            <a:off x="25527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L1</a:t>
            </a:r>
          </a:p>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変更</a:t>
            </a:r>
          </a:p>
        </p:txBody>
      </p:sp>
      <p:sp>
        <p:nvSpPr>
          <p:cNvPr id="30" name="">
            <a:extLst xmlns:a="http://schemas.openxmlformats.org/drawingml/2006/main">
              <a:ext uri="{FF2B5EF4-FFF2-40B4-BE49-F238E27FC236}">
                <a16:creationId xmlns:a16="http://schemas.microsoft.com/office/drawing/2014/main" id="{D5E4A93F-3BC0-462B-BC02-9D7C8ABF0E3B}"/>
              </a:ext>
            </a:extLst>
          </p:cNvPr>
          <p:cNvSpPr>
            <a:spLocks xmlns:a="http://schemas.openxmlformats.org/drawingml/2006/main" noGrp="1"/>
          </p:cNvSpPr>
          <p:nvPr/>
        </p:nvSpPr>
        <p:spPr>
          <a:xfrm xmlns:a="http://schemas.openxmlformats.org/drawingml/2006/main">
            <a:off x="4191000" y="5734050"/>
            <a:ext cx="1657350" cy="476250"/>
          </a:xfrm>
          <a:prstGeom xmlns:a="http://schemas.openxmlformats.org/drawingml/2006/main" prst="rect">
            <a:avLst/>
          </a:prstGeom>
          <a:solidFill xmlns:a="http://schemas.openxmlformats.org/drawingml/2006/main">
            <a:srgbClr val="E4DED4"/>
          </a:solidFill>
          <a:ln xmlns:a="http://schemas.openxmlformats.org/drawingml/2006/main" w="9525">
            <a:solidFill>
              <a:srgbClr val="E4DED4"/>
            </a:solidFill>
            <a:prstDash val="solid"/>
          </a:ln>
        </p:spPr>
      </p:sp>
      <p:sp>
        <p:nvSpPr>
          <p:cNvPr id="31" name="">
            <a:extLst xmlns:a="http://schemas.openxmlformats.org/drawingml/2006/main">
              <a:ext uri="{FF2B5EF4-FFF2-40B4-BE49-F238E27FC236}">
                <a16:creationId xmlns:a16="http://schemas.microsoft.com/office/drawing/2014/main" id="{C052E540-081A-402E-94E8-AD986C76923B}"/>
              </a:ext>
            </a:extLst>
          </p:cNvPr>
          <p:cNvSpPr>
            <a:spLocks xmlns:a="http://schemas.openxmlformats.org/drawingml/2006/main" noGrp="1"/>
          </p:cNvSpPr>
          <p:nvPr/>
        </p:nvSpPr>
        <p:spPr>
          <a:xfrm xmlns:a="http://schemas.openxmlformats.org/drawingml/2006/main">
            <a:off x="43053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L2</a:t>
            </a:r>
          </a:p>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挙動</a:t>
            </a:r>
          </a:p>
        </p:txBody>
      </p:sp>
      <p:sp>
        <p:nvSpPr>
          <p:cNvPr id="32" name="">
            <a:extLst xmlns:a="http://schemas.openxmlformats.org/drawingml/2006/main">
              <a:ext uri="{FF2B5EF4-FFF2-40B4-BE49-F238E27FC236}">
                <a16:creationId xmlns:a16="http://schemas.microsoft.com/office/drawing/2014/main" id="{ADD3E5C0-F309-4D52-956D-4BB50182AB84}"/>
              </a:ext>
            </a:extLst>
          </p:cNvPr>
          <p:cNvSpPr>
            <a:spLocks xmlns:a="http://schemas.openxmlformats.org/drawingml/2006/main" noGrp="1"/>
          </p:cNvSpPr>
          <p:nvPr/>
        </p:nvSpPr>
        <p:spPr>
          <a:xfrm xmlns:a="http://schemas.openxmlformats.org/drawingml/2006/main">
            <a:off x="5943600" y="5734050"/>
            <a:ext cx="1657350" cy="476250"/>
          </a:xfrm>
          <a:prstGeom xmlns:a="http://schemas.openxmlformats.org/drawingml/2006/main" prst="rect">
            <a:avLst/>
          </a:prstGeom>
          <a:solidFill xmlns:a="http://schemas.openxmlformats.org/drawingml/2006/main">
            <a:srgbClr val="E4DED4"/>
          </a:solidFill>
          <a:ln xmlns:a="http://schemas.openxmlformats.org/drawingml/2006/main" w="9525">
            <a:solidFill>
              <a:srgbClr val="E4DED4"/>
            </a:solidFill>
            <a:prstDash val="solid"/>
          </a:ln>
        </p:spPr>
      </p:sp>
      <p:sp>
        <p:nvSpPr>
          <p:cNvPr id="33" name="">
            <a:extLst xmlns:a="http://schemas.openxmlformats.org/drawingml/2006/main">
              <a:ext uri="{FF2B5EF4-FFF2-40B4-BE49-F238E27FC236}">
                <a16:creationId xmlns:a16="http://schemas.microsoft.com/office/drawing/2014/main" id="{31118FF1-0596-4F76-9105-177262B812C9}"/>
              </a:ext>
            </a:extLst>
          </p:cNvPr>
          <p:cNvSpPr>
            <a:spLocks xmlns:a="http://schemas.openxmlformats.org/drawingml/2006/main" noGrp="1"/>
          </p:cNvSpPr>
          <p:nvPr/>
        </p:nvSpPr>
        <p:spPr>
          <a:xfrm xmlns:a="http://schemas.openxmlformats.org/drawingml/2006/main">
            <a:off x="60579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L3</a:t>
            </a:r>
          </a:p>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構造</a:t>
            </a:r>
          </a:p>
        </p:txBody>
      </p:sp>
      <p:sp>
        <p:nvSpPr>
          <p:cNvPr id="34" name="">
            <a:extLst xmlns:a="http://schemas.openxmlformats.org/drawingml/2006/main">
              <a:ext uri="{FF2B5EF4-FFF2-40B4-BE49-F238E27FC236}">
                <a16:creationId xmlns:a16="http://schemas.microsoft.com/office/drawing/2014/main" id="{A9BEB830-6ADA-4551-801A-64CB9AE226F8}"/>
              </a:ext>
            </a:extLst>
          </p:cNvPr>
          <p:cNvSpPr>
            <a:spLocks xmlns:a="http://schemas.openxmlformats.org/drawingml/2006/main" noGrp="1"/>
          </p:cNvSpPr>
          <p:nvPr/>
        </p:nvSpPr>
        <p:spPr>
          <a:xfrm xmlns:a="http://schemas.openxmlformats.org/drawingml/2006/main">
            <a:off x="7696200" y="5734050"/>
            <a:ext cx="1657350" cy="476250"/>
          </a:xfrm>
          <a:prstGeom xmlns:a="http://schemas.openxmlformats.org/drawingml/2006/main" prst="rect">
            <a:avLst/>
          </a:prstGeom>
          <a:solidFill xmlns:a="http://schemas.openxmlformats.org/drawingml/2006/main">
            <a:srgbClr val="E4DED4"/>
          </a:solidFill>
          <a:ln xmlns:a="http://schemas.openxmlformats.org/drawingml/2006/main" w="9525">
            <a:solidFill>
              <a:srgbClr val="E4DED4"/>
            </a:solidFill>
            <a:prstDash val="solid"/>
          </a:ln>
        </p:spPr>
      </p:sp>
      <p:sp>
        <p:nvSpPr>
          <p:cNvPr id="35" name="">
            <a:extLst xmlns:a="http://schemas.openxmlformats.org/drawingml/2006/main">
              <a:ext uri="{FF2B5EF4-FFF2-40B4-BE49-F238E27FC236}">
                <a16:creationId xmlns:a16="http://schemas.microsoft.com/office/drawing/2014/main" id="{18DF742F-F6F7-4161-8965-E38EC9E8A2A7}"/>
              </a:ext>
            </a:extLst>
          </p:cNvPr>
          <p:cNvSpPr>
            <a:spLocks xmlns:a="http://schemas.openxmlformats.org/drawingml/2006/main" noGrp="1"/>
          </p:cNvSpPr>
          <p:nvPr/>
        </p:nvSpPr>
        <p:spPr>
          <a:xfrm xmlns:a="http://schemas.openxmlformats.org/drawingml/2006/main">
            <a:off x="78105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L4</a:t>
            </a:r>
          </a:p>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候補</a:t>
            </a:r>
          </a:p>
        </p:txBody>
      </p:sp>
      <p:sp>
        <p:nvSpPr>
          <p:cNvPr id="36" name="">
            <a:extLst xmlns:a="http://schemas.openxmlformats.org/drawingml/2006/main">
              <a:ext uri="{FF2B5EF4-FFF2-40B4-BE49-F238E27FC236}">
                <a16:creationId xmlns:a16="http://schemas.microsoft.com/office/drawing/2014/main" id="{5708FC0E-A319-4108-B104-C13993218801}"/>
              </a:ext>
            </a:extLst>
          </p:cNvPr>
          <p:cNvSpPr>
            <a:spLocks xmlns:a="http://schemas.openxmlformats.org/drawingml/2006/main" noGrp="1"/>
          </p:cNvSpPr>
          <p:nvPr/>
        </p:nvSpPr>
        <p:spPr>
          <a:xfrm xmlns:a="http://schemas.openxmlformats.org/drawingml/2006/main">
            <a:off x="9448800" y="5734050"/>
            <a:ext cx="1657350" cy="476250"/>
          </a:xfrm>
          <a:prstGeom xmlns:a="http://schemas.openxmlformats.org/drawingml/2006/main" prst="rect">
            <a:avLst/>
          </a:prstGeom>
          <a:solidFill xmlns:a="http://schemas.openxmlformats.org/drawingml/2006/main">
            <a:srgbClr val="33824A"/>
          </a:solidFill>
          <a:ln xmlns:a="http://schemas.openxmlformats.org/drawingml/2006/main" w="9525">
            <a:solidFill>
              <a:srgbClr val="33824A"/>
            </a:solidFill>
            <a:prstDash val="solid"/>
          </a:ln>
        </p:spPr>
      </p:sp>
      <p:sp>
        <p:nvSpPr>
          <p:cNvPr id="37" name="">
            <a:extLst xmlns:a="http://schemas.openxmlformats.org/drawingml/2006/main">
              <a:ext uri="{FF2B5EF4-FFF2-40B4-BE49-F238E27FC236}">
                <a16:creationId xmlns:a16="http://schemas.microsoft.com/office/drawing/2014/main" id="{07E2CC77-FFDD-4DC0-ACCD-7BD4F0C48E09}"/>
              </a:ext>
            </a:extLst>
          </p:cNvPr>
          <p:cNvSpPr>
            <a:spLocks xmlns:a="http://schemas.openxmlformats.org/drawingml/2006/main" noGrp="1"/>
          </p:cNvSpPr>
          <p:nvPr/>
        </p:nvSpPr>
        <p:spPr>
          <a:xfrm xmlns:a="http://schemas.openxmlformats.org/drawingml/2006/main">
            <a:off x="95631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Yu Gothic"/>
                <a:ea typeface="Yu Gothic"/>
                <a:cs typeface="Yu Gothic"/>
              </a:defRPr>
            </a:pPr>
            <a:r>
              <a:rPr sz="1050" b="1">
                <a:solidFill>
                  <a:srgbClr val="FFFFFF"/>
                </a:solidFill>
                <a:latin typeface="Yu Gothic"/>
                <a:ea typeface="Yu Gothic"/>
                <a:cs typeface="Yu Gothic"/>
              </a:rPr>
              <a:t>L5</a:t>
            </a:r>
          </a:p>
          <a:p xmlns:a="http://schemas.openxmlformats.org/drawingml/2006/main">
            <a:pPr algn="ctr">
              <a:defRPr sz="1050" b="1">
                <a:solidFill>
                  <a:srgbClr val="FFFFFF"/>
                </a:solidFill>
                <a:latin typeface="Yu Gothic"/>
                <a:ea typeface="Yu Gothic"/>
                <a:cs typeface="Yu Gothic"/>
              </a:defRPr>
            </a:pPr>
            <a:r>
              <a:rPr sz="1050" b="1">
                <a:solidFill>
                  <a:srgbClr val="FFFFFF"/>
                </a:solidFill>
                <a:latin typeface="Yu Gothic"/>
                <a:ea typeface="Yu Gothic"/>
                <a:cs typeface="Yu Gothic"/>
              </a:rPr>
              <a:t>介入圧縮</a:t>
            </a:r>
          </a:p>
        </p:txBody>
      </p:sp>
    </p:spTree>
    <p:extLst>
      <p:ext uri="{BB962C8B-B14F-4D97-AF65-F5344CB8AC3E}">
        <p14:creationId xmlns:p14="http://schemas.microsoft.com/office/powerpoint/2010/main" val="1093867063"/>
      </p:ext>
    </p:extLst>
  </p:cSld>
</p:sld>
</file>

<file path=ppt/slides/slide27.xml><?xml version="1.0" encoding="utf-8"?>
<p:sld xmlns:p="http://schemas.openxmlformats.org/presentationml/2006/main">
  <p:cSld>
    <p:bg>
      <p:bgPr>
        <a:solidFill xmlns:a="http://schemas.openxmlformats.org/drawingml/2006/main">
          <a:srgbClr val="ECE7E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25CC641-6CA1-42C4-BD75-261200ADF1F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245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8EF4D2A-9354-4D92-9AB6-93DA5067785A}"/>
              </a:ext>
            </a:extLst>
          </p:cNvPr>
          <p:cNvSpPr>
            <a:spLocks xmlns:a="http://schemas.openxmlformats.org/drawingml/2006/main" noGrp="1"/>
          </p:cNvSpPr>
          <p:nvPr/>
        </p:nvSpPr>
        <p:spPr>
          <a:xfrm xmlns:a="http://schemas.openxmlformats.org/drawingml/2006/main">
            <a:off x="514350" y="400050"/>
            <a:ext cx="76200" cy="266700"/>
          </a:xfrm>
          <a:prstGeom xmlns:a="http://schemas.openxmlformats.org/drawingml/2006/main" prst="rect">
            <a:avLst/>
          </a:prstGeom>
          <a:solidFill xmlns:a="http://schemas.openxmlformats.org/drawingml/2006/main">
            <a:srgbClr val="33824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4EA3BA9-3082-4793-B882-C1106D9A8957}"/>
              </a:ext>
            </a:extLst>
          </p:cNvPr>
          <p:cNvSpPr>
            <a:spLocks xmlns:a="http://schemas.openxmlformats.org/drawingml/2006/main" noGrp="1"/>
          </p:cNvSpPr>
          <p:nvPr/>
        </p:nvSpPr>
        <p:spPr>
          <a:xfrm xmlns:a="http://schemas.openxmlformats.org/drawingml/2006/main">
            <a:off x="704850" y="381000"/>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33824A"/>
                </a:solidFill>
                <a:latin typeface="Yu Gothic"/>
                <a:ea typeface="Yu Gothic"/>
                <a:cs typeface="Yu Gothic"/>
              </a:defRPr>
            </a:pPr>
            <a:r>
              <a:rPr sz="975" b="1">
                <a:solidFill>
                  <a:srgbClr val="33824A"/>
                </a:solidFill>
                <a:latin typeface="Yu Gothic"/>
                <a:ea typeface="Yu Gothic"/>
                <a:cs typeface="Yu Gothic"/>
              </a:rPr>
              <a:t>AUTONOMY BOUNDARY</a:t>
            </a:r>
          </a:p>
        </p:txBody>
      </p:sp>
      <p:sp>
        <p:nvSpPr>
          <p:cNvPr id="4" name="">
            <a:extLst xmlns:a="http://schemas.openxmlformats.org/drawingml/2006/main">
              <a:ext uri="{FF2B5EF4-FFF2-40B4-BE49-F238E27FC236}">
                <a16:creationId xmlns:a16="http://schemas.microsoft.com/office/drawing/2014/main" id="{47C84745-2733-4CA6-AEC0-81535839D188}"/>
              </a:ext>
            </a:extLst>
          </p:cNvPr>
          <p:cNvSpPr>
            <a:spLocks xmlns:a="http://schemas.openxmlformats.org/drawingml/2006/main" noGrp="1"/>
          </p:cNvSpPr>
          <p:nvPr/>
        </p:nvSpPr>
        <p:spPr>
          <a:xfrm xmlns:a="http://schemas.openxmlformats.org/drawingml/2006/main">
            <a:off x="533400" y="857250"/>
            <a:ext cx="1000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72452"/>
                </a:solidFill>
                <a:latin typeface="Yu Gothic"/>
                <a:ea typeface="Yu Gothic"/>
                <a:cs typeface="Yu Gothic"/>
              </a:defRPr>
            </a:pPr>
            <a:r>
              <a:rPr sz="2700" b="1">
                <a:solidFill>
                  <a:srgbClr val="172452"/>
                </a:solidFill>
                <a:latin typeface="Yu Gothic"/>
                <a:ea typeface="Yu Gothic"/>
                <a:cs typeface="Yu Gothic"/>
              </a:rPr>
              <a:t>入口と出口に絞っても、人間の責任は残る</a:t>
            </a:r>
          </a:p>
        </p:txBody>
      </p:sp>
      <p:sp>
        <p:nvSpPr>
          <p:cNvPr id="5" name="">
            <a:extLst xmlns:a="http://schemas.openxmlformats.org/drawingml/2006/main">
              <a:ext uri="{FF2B5EF4-FFF2-40B4-BE49-F238E27FC236}">
                <a16:creationId xmlns:a16="http://schemas.microsoft.com/office/drawing/2014/main" id="{FA437A47-E988-4B82-9C35-762674501D5E}"/>
              </a:ext>
            </a:extLst>
          </p:cNvPr>
          <p:cNvSpPr>
            <a:spLocks xmlns:a="http://schemas.openxmlformats.org/drawingml/2006/main" noGrp="1"/>
          </p:cNvSpPr>
          <p:nvPr/>
        </p:nvSpPr>
        <p:spPr>
          <a:xfrm xmlns:a="http://schemas.openxmlformats.org/drawingml/2006/main">
            <a:off x="11125200" y="632460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52607A"/>
                </a:solidFill>
                <a:latin typeface="Yu Gothic"/>
                <a:ea typeface="Yu Gothic"/>
                <a:cs typeface="Yu Gothic"/>
              </a:defRPr>
            </a:pPr>
            <a:r>
              <a:rPr sz="900" b="0">
                <a:solidFill>
                  <a:srgbClr val="52607A"/>
                </a:solidFill>
                <a:latin typeface="Yu Gothic"/>
                <a:ea typeface="Yu Gothic"/>
                <a:cs typeface="Yu Gothic"/>
              </a:rPr>
              <a:t>27</a:t>
            </a:r>
          </a:p>
        </p:txBody>
      </p:sp>
      <p:sp>
        <p:nvSpPr>
          <p:cNvPr id="6" name="">
            <a:extLst xmlns:a="http://schemas.openxmlformats.org/drawingml/2006/main">
              <a:ext uri="{FF2B5EF4-FFF2-40B4-BE49-F238E27FC236}">
                <a16:creationId xmlns:a16="http://schemas.microsoft.com/office/drawing/2014/main" id="{FFE5141F-25D9-44F2-A890-9E1223E4BA50}"/>
              </a:ext>
            </a:extLst>
          </p:cNvPr>
          <p:cNvSpPr>
            <a:spLocks xmlns:a="http://schemas.openxmlformats.org/drawingml/2006/main" noGrp="1"/>
          </p:cNvSpPr>
          <p:nvPr/>
        </p:nvSpPr>
        <p:spPr>
          <a:xfrm xmlns:a="http://schemas.openxmlformats.org/drawingml/2006/main">
            <a:off x="742950" y="1752600"/>
            <a:ext cx="5905500" cy="2476500"/>
          </a:xfrm>
          <a:prstGeom xmlns:a="http://schemas.openxmlformats.org/drawingml/2006/main" prst="rect">
            <a:avLst/>
          </a:prstGeom>
          <a:solidFill xmlns:a="http://schemas.openxmlformats.org/drawingml/2006/main">
            <a:srgbClr val="172452"/>
          </a:solidFill>
          <a:ln xmlns:a="http://schemas.openxmlformats.org/drawingml/2006/main" w="9525">
            <a:solidFill>
              <a:srgbClr val="172452"/>
            </a:solidFill>
            <a:prstDash val="solid"/>
          </a:ln>
        </p:spPr>
      </p:sp>
      <p:sp>
        <p:nvSpPr>
          <p:cNvPr id="7" name="">
            <a:extLst xmlns:a="http://schemas.openxmlformats.org/drawingml/2006/main">
              <a:ext uri="{FF2B5EF4-FFF2-40B4-BE49-F238E27FC236}">
                <a16:creationId xmlns:a16="http://schemas.microsoft.com/office/drawing/2014/main" id="{7BAE2663-3C7F-4673-8378-B63C9E5777FE}"/>
              </a:ext>
            </a:extLst>
          </p:cNvPr>
          <p:cNvSpPr>
            <a:spLocks xmlns:a="http://schemas.openxmlformats.org/drawingml/2006/main" noGrp="1"/>
          </p:cNvSpPr>
          <p:nvPr/>
        </p:nvSpPr>
        <p:spPr>
          <a:xfrm xmlns:a="http://schemas.openxmlformats.org/drawingml/2006/main">
            <a:off x="952500" y="1943100"/>
            <a:ext cx="54864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F8FAFC"/>
                </a:solidFill>
                <a:latin typeface="Menlo"/>
                <a:ea typeface="Menlo"/>
                <a:cs typeface="Menlo"/>
              </a:defRPr>
            </a:pPr>
            <a:r>
              <a:rPr sz="1275" b="0">
                <a:solidFill>
                  <a:srgbClr val="F8FAFC"/>
                </a:solidFill>
                <a:latin typeface="Menlo"/>
                <a:ea typeface="Menlo"/>
                <a:cs typeface="Menlo"/>
              </a:rPr>
              <a:t>completion-report</a:t>
            </a:r>
          </a:p>
          <a:p xmlns:a="http://schemas.openxmlformats.org/drawingml/2006/main">
            <a:pPr algn="l">
              <a:defRPr sz="1275" b="0">
                <a:solidFill>
                  <a:srgbClr val="F8FAFC"/>
                </a:solidFill>
                <a:latin typeface="Menlo"/>
                <a:ea typeface="Menlo"/>
                <a:cs typeface="Menlo"/>
              </a:defRPr>
            </a:pPr>
            <a:r>
              <a:rPr sz="1275" b="0">
                <a:solidFill>
                  <a:srgbClr val="F8FAFC"/>
                </a:solidFill>
                <a:latin typeface="Menlo"/>
                <a:ea typeface="Menlo"/>
                <a:cs typeface="Menlo"/>
              </a:rPr>
              <a:t>- CR-ID: CR-2026-06-26-free-shipping-threshold</a:t>
            </a:r>
          </a:p>
          <a:p xmlns:a="http://schemas.openxmlformats.org/drawingml/2006/main">
            <a:pPr algn="l">
              <a:defRPr sz="1275" b="0">
                <a:solidFill>
                  <a:srgbClr val="F8FAFC"/>
                </a:solidFill>
                <a:latin typeface="Menlo"/>
                <a:ea typeface="Menlo"/>
                <a:cs typeface="Menlo"/>
              </a:defRPr>
            </a:pPr>
            <a:r>
              <a:rPr sz="1275" b="0">
                <a:solidFill>
                  <a:srgbClr val="F8FAFC"/>
                </a:solidFill>
                <a:latin typeface="Menlo"/>
                <a:ea typeface="Menlo"/>
                <a:cs typeface="Menlo"/>
              </a:rPr>
              <a:t>- 反復回数: 3</a:t>
            </a:r>
          </a:p>
          <a:p xmlns:a="http://schemas.openxmlformats.org/drawingml/2006/main">
            <a:pPr algn="l">
              <a:defRPr sz="1275" b="0">
                <a:solidFill>
                  <a:srgbClr val="F8FAFC"/>
                </a:solidFill>
                <a:latin typeface="Menlo"/>
                <a:ea typeface="Menlo"/>
                <a:cs typeface="Menlo"/>
              </a:defRPr>
            </a:pPr>
            <a:r>
              <a:rPr sz="1275" b="0">
                <a:solidFill>
                  <a:srgbClr val="F8FAFC"/>
                </a:solidFill>
                <a:latin typeface="Menlo"/>
                <a:ea typeface="Menlo"/>
                <a:cs typeface="Menlo"/>
              </a:rPr>
              <a:t>- 全sensor結果: green</a:t>
            </a:r>
          </a:p>
          <a:p xmlns:a="http://schemas.openxmlformats.org/drawingml/2006/main">
            <a:pPr algn="l">
              <a:defRPr sz="1275" b="0">
                <a:solidFill>
                  <a:srgbClr val="F8FAFC"/>
                </a:solidFill>
                <a:latin typeface="Menlo"/>
                <a:ea typeface="Menlo"/>
                <a:cs typeface="Menlo"/>
              </a:defRPr>
            </a:pPr>
            <a:r>
              <a:rPr sz="1275" b="0">
                <a:solidFill>
                  <a:srgbClr val="F8FAFC"/>
                </a:solidFill>
                <a:latin typeface="Menlo"/>
                <a:ea typeface="Menlo"/>
                <a:cs typeface="Menlo"/>
              </a:rPr>
              <a:t>- 変更ファイルと一行理由</a:t>
            </a:r>
          </a:p>
          <a:p xmlns:a="http://schemas.openxmlformats.org/drawingml/2006/main">
            <a:pPr algn="l">
              <a:defRPr sz="1275" b="0">
                <a:solidFill>
                  <a:srgbClr val="F8FAFC"/>
                </a:solidFill>
                <a:latin typeface="Menlo"/>
                <a:ea typeface="Menlo"/>
                <a:cs typeface="Menlo"/>
              </a:defRPr>
            </a:pPr>
            <a:r>
              <a:rPr sz="1275" b="0">
                <a:solidFill>
                  <a:srgbClr val="F8FAFC"/>
                </a:solidFill>
                <a:latin typeface="Menlo"/>
                <a:ea typeface="Menlo"/>
                <a:cs typeface="Menlo"/>
              </a:rPr>
              <a:t>- 残リスク</a:t>
            </a:r>
          </a:p>
          <a:p xmlns:a="http://schemas.openxmlformats.org/drawingml/2006/main">
            <a:pPr algn="l">
              <a:defRPr sz="1275" b="0">
                <a:solidFill>
                  <a:srgbClr val="F8FAFC"/>
                </a:solidFill>
                <a:latin typeface="Menlo"/>
                <a:ea typeface="Menlo"/>
                <a:cs typeface="Menlo"/>
              </a:defRPr>
            </a:pPr>
            <a:r>
              <a:rPr sz="1275" b="0">
                <a:solidFill>
                  <a:srgbClr val="F8FAFC"/>
                </a:solidFill>
                <a:latin typeface="Menlo"/>
                <a:ea typeface="Menlo"/>
                <a:cs typeface="Menlo"/>
              </a:rPr>
              <a:t>- CI/人間の出口確認</a:t>
            </a:r>
          </a:p>
          <a:p xmlns:a="http://schemas.openxmlformats.org/drawingml/2006/main">
            <a:pPr algn="l">
              <a:defRPr sz="1275" b="0">
                <a:solidFill>
                  <a:srgbClr val="F8FAFC"/>
                </a:solidFill>
                <a:latin typeface="Menlo"/>
                <a:ea typeface="Menlo"/>
                <a:cs typeface="Menlo"/>
              </a:defRPr>
            </a:pPr>
            <a:r>
              <a:rPr sz="1275" b="0">
                <a:solidFill>
                  <a:srgbClr val="F8FAFC"/>
                </a:solidFill>
                <a:latin typeface="Menlo"/>
                <a:ea typeface="Menlo"/>
                <a:cs typeface="Menlo"/>
              </a:rPr>
              <a:t>- 人間が確認すべき点: 3項目以内</a:t>
            </a:r>
          </a:p>
        </p:txBody>
      </p:sp>
      <p:sp>
        <p:nvSpPr>
          <p:cNvPr id="8" name="">
            <a:extLst xmlns:a="http://schemas.openxmlformats.org/drawingml/2006/main">
              <a:ext uri="{FF2B5EF4-FFF2-40B4-BE49-F238E27FC236}">
                <a16:creationId xmlns:a16="http://schemas.microsoft.com/office/drawing/2014/main" id="{E9B49E3E-CE75-4400-BAE4-5B837DC98B09}"/>
              </a:ext>
            </a:extLst>
          </p:cNvPr>
          <p:cNvSpPr>
            <a:spLocks xmlns:a="http://schemas.openxmlformats.org/drawingml/2006/main" noGrp="1"/>
          </p:cNvSpPr>
          <p:nvPr/>
        </p:nvSpPr>
        <p:spPr>
          <a:xfrm xmlns:a="http://schemas.openxmlformats.org/drawingml/2006/main">
            <a:off x="7086600" y="1752600"/>
            <a:ext cx="3905250" cy="514350"/>
          </a:xfrm>
          <a:prstGeom xmlns:a="http://schemas.openxmlformats.org/drawingml/2006/main" prst="rect">
            <a:avLst/>
          </a:prstGeom>
          <a:solidFill xmlns:a="http://schemas.openxmlformats.org/drawingml/2006/main">
            <a:srgbClr val="172452"/>
          </a:solidFill>
          <a:ln xmlns:a="http://schemas.openxmlformats.org/drawingml/2006/main" w="9525">
            <a:solidFill>
              <a:srgbClr val="172452"/>
            </a:solidFill>
            <a:prstDash val="solid"/>
          </a:ln>
        </p:spPr>
      </p:sp>
      <p:sp>
        <p:nvSpPr>
          <p:cNvPr id="9" name="">
            <a:extLst xmlns:a="http://schemas.openxmlformats.org/drawingml/2006/main">
              <a:ext uri="{FF2B5EF4-FFF2-40B4-BE49-F238E27FC236}">
                <a16:creationId xmlns:a16="http://schemas.microsoft.com/office/drawing/2014/main" id="{0D680901-61D2-46FC-AE84-98A15A37F3CE}"/>
              </a:ext>
            </a:extLst>
          </p:cNvPr>
          <p:cNvSpPr>
            <a:spLocks xmlns:a="http://schemas.openxmlformats.org/drawingml/2006/main" noGrp="1"/>
          </p:cNvSpPr>
          <p:nvPr/>
        </p:nvSpPr>
        <p:spPr>
          <a:xfrm xmlns:a="http://schemas.openxmlformats.org/drawingml/2006/main">
            <a:off x="7200900" y="1838325"/>
            <a:ext cx="819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FFFFF"/>
                </a:solidFill>
                <a:latin typeface="Yu Gothic"/>
                <a:ea typeface="Yu Gothic"/>
                <a:cs typeface="Yu Gothic"/>
              </a:defRPr>
            </a:pPr>
            <a:r>
              <a:rPr sz="1200" b="1">
                <a:solidFill>
                  <a:srgbClr val="FFFFFF"/>
                </a:solidFill>
                <a:latin typeface="Yu Gothic"/>
                <a:ea typeface="Yu Gothic"/>
                <a:cs typeface="Yu Gothic"/>
              </a:rPr>
              <a:t>人間の位置</a:t>
            </a:r>
          </a:p>
        </p:txBody>
      </p:sp>
      <p:sp>
        <p:nvSpPr>
          <p:cNvPr id="10" name="">
            <a:extLst xmlns:a="http://schemas.openxmlformats.org/drawingml/2006/main">
              <a:ext uri="{FF2B5EF4-FFF2-40B4-BE49-F238E27FC236}">
                <a16:creationId xmlns:a16="http://schemas.microsoft.com/office/drawing/2014/main" id="{64127BC6-1A55-4F29-AA3F-EF6E34E9FDD5}"/>
              </a:ext>
            </a:extLst>
          </p:cNvPr>
          <p:cNvSpPr>
            <a:spLocks xmlns:a="http://schemas.openxmlformats.org/drawingml/2006/main" noGrp="1"/>
          </p:cNvSpPr>
          <p:nvPr/>
        </p:nvSpPr>
        <p:spPr>
          <a:xfrm xmlns:a="http://schemas.openxmlformats.org/drawingml/2006/main">
            <a:off x="8248650" y="1838325"/>
            <a:ext cx="2628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FFFFF"/>
                </a:solidFill>
                <a:latin typeface="Yu Gothic"/>
                <a:ea typeface="Yu Gothic"/>
                <a:cs typeface="Yu Gothic"/>
              </a:defRPr>
            </a:pPr>
            <a:r>
              <a:rPr sz="1200" b="1">
                <a:solidFill>
                  <a:srgbClr val="FFFFFF"/>
                </a:solidFill>
                <a:latin typeface="Yu Gothic"/>
                <a:ea typeface="Yu Gothic"/>
                <a:cs typeface="Yu Gothic"/>
              </a:rPr>
              <a:t>見るもの</a:t>
            </a:r>
          </a:p>
        </p:txBody>
      </p:sp>
      <p:sp>
        <p:nvSpPr>
          <p:cNvPr id="11" name="">
            <a:extLst xmlns:a="http://schemas.openxmlformats.org/drawingml/2006/main">
              <a:ext uri="{FF2B5EF4-FFF2-40B4-BE49-F238E27FC236}">
                <a16:creationId xmlns:a16="http://schemas.microsoft.com/office/drawing/2014/main" id="{0F31309A-29F4-414B-B95A-E3D37E733593}"/>
              </a:ext>
            </a:extLst>
          </p:cNvPr>
          <p:cNvSpPr>
            <a:spLocks xmlns:a="http://schemas.openxmlformats.org/drawingml/2006/main" noGrp="1"/>
          </p:cNvSpPr>
          <p:nvPr/>
        </p:nvSpPr>
        <p:spPr>
          <a:xfrm xmlns:a="http://schemas.openxmlformats.org/drawingml/2006/main">
            <a:off x="7086600" y="2266950"/>
            <a:ext cx="3905250" cy="514350"/>
          </a:xfrm>
          <a:prstGeom xmlns:a="http://schemas.openxmlformats.org/drawingml/2006/main" prst="rect">
            <a:avLst/>
          </a:prstGeom>
          <a:solidFill xmlns:a="http://schemas.openxmlformats.org/drawingml/2006/main">
            <a:srgbClr val="FBF8F2"/>
          </a:solidFill>
          <a:ln xmlns:a="http://schemas.openxmlformats.org/drawingml/2006/main" w="9525">
            <a:solidFill>
              <a:srgbClr val="D5CEC4"/>
            </a:solidFill>
            <a:prstDash val="solid"/>
          </a:ln>
        </p:spPr>
      </p:sp>
      <p:sp>
        <p:nvSpPr>
          <p:cNvPr id="12" name="">
            <a:extLst xmlns:a="http://schemas.openxmlformats.org/drawingml/2006/main">
              <a:ext uri="{FF2B5EF4-FFF2-40B4-BE49-F238E27FC236}">
                <a16:creationId xmlns:a16="http://schemas.microsoft.com/office/drawing/2014/main" id="{44CE6A27-6E5F-4DE8-93E6-2FADC8BA2C38}"/>
              </a:ext>
            </a:extLst>
          </p:cNvPr>
          <p:cNvSpPr>
            <a:spLocks xmlns:a="http://schemas.openxmlformats.org/drawingml/2006/main" noGrp="1"/>
          </p:cNvSpPr>
          <p:nvPr/>
        </p:nvSpPr>
        <p:spPr>
          <a:xfrm xmlns:a="http://schemas.openxmlformats.org/drawingml/2006/main">
            <a:off x="7200900" y="2352675"/>
            <a:ext cx="819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4204A"/>
                </a:solidFill>
                <a:latin typeface="Yu Gothic"/>
                <a:ea typeface="Yu Gothic"/>
                <a:cs typeface="Yu Gothic"/>
              </a:defRPr>
            </a:pPr>
            <a:r>
              <a:rPr sz="1125" b="1">
                <a:solidFill>
                  <a:srgbClr val="14204A"/>
                </a:solidFill>
                <a:latin typeface="Yu Gothic"/>
                <a:ea typeface="Yu Gothic"/>
                <a:cs typeface="Yu Gothic"/>
              </a:rPr>
              <a:t>入口</a:t>
            </a:r>
          </a:p>
        </p:txBody>
      </p:sp>
      <p:sp>
        <p:nvSpPr>
          <p:cNvPr id="13" name="">
            <a:extLst xmlns:a="http://schemas.openxmlformats.org/drawingml/2006/main">
              <a:ext uri="{FF2B5EF4-FFF2-40B4-BE49-F238E27FC236}">
                <a16:creationId xmlns:a16="http://schemas.microsoft.com/office/drawing/2014/main" id="{7BC98CFF-41F8-4B5E-A8ED-064667301610}"/>
              </a:ext>
            </a:extLst>
          </p:cNvPr>
          <p:cNvSpPr>
            <a:spLocks xmlns:a="http://schemas.openxmlformats.org/drawingml/2006/main" noGrp="1"/>
          </p:cNvSpPr>
          <p:nvPr/>
        </p:nvSpPr>
        <p:spPr>
          <a:xfrm xmlns:a="http://schemas.openxmlformats.org/drawingml/2006/main">
            <a:off x="8248650" y="2352675"/>
            <a:ext cx="2628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2607A"/>
                </a:solidFill>
                <a:latin typeface="Yu Gothic"/>
                <a:ea typeface="Yu Gothic"/>
                <a:cs typeface="Yu Gothic"/>
              </a:defRPr>
            </a:pPr>
            <a:r>
              <a:rPr sz="1125" b="0">
                <a:solidFill>
                  <a:srgbClr val="52607A"/>
                </a:solidFill>
                <a:latin typeface="Yu Gothic"/>
                <a:ea typeface="Yu Gothic"/>
                <a:cs typeface="Yu Gothic"/>
              </a:rPr>
              <a:t>CRの意図、対象外、受け入れ条件</a:t>
            </a:r>
          </a:p>
        </p:txBody>
      </p:sp>
      <p:sp>
        <p:nvSpPr>
          <p:cNvPr id="14" name="">
            <a:extLst xmlns:a="http://schemas.openxmlformats.org/drawingml/2006/main">
              <a:ext uri="{FF2B5EF4-FFF2-40B4-BE49-F238E27FC236}">
                <a16:creationId xmlns:a16="http://schemas.microsoft.com/office/drawing/2014/main" id="{6AF81D63-3E31-49CE-B00E-6A4081F91C35}"/>
              </a:ext>
            </a:extLst>
          </p:cNvPr>
          <p:cNvSpPr>
            <a:spLocks xmlns:a="http://schemas.openxmlformats.org/drawingml/2006/main" noGrp="1"/>
          </p:cNvSpPr>
          <p:nvPr/>
        </p:nvSpPr>
        <p:spPr>
          <a:xfrm xmlns:a="http://schemas.openxmlformats.org/drawingml/2006/main">
            <a:off x="7086600" y="2781300"/>
            <a:ext cx="3905250" cy="514350"/>
          </a:xfrm>
          <a:prstGeom xmlns:a="http://schemas.openxmlformats.org/drawingml/2006/main" prst="rect">
            <a:avLst/>
          </a:prstGeom>
          <a:solidFill xmlns:a="http://schemas.openxmlformats.org/drawingml/2006/main">
            <a:srgbClr val="F3EEE7"/>
          </a:solidFill>
          <a:ln xmlns:a="http://schemas.openxmlformats.org/drawingml/2006/main" w="9525">
            <a:solidFill>
              <a:srgbClr val="D5CEC4"/>
            </a:solidFill>
            <a:prstDash val="solid"/>
          </a:ln>
        </p:spPr>
      </p:sp>
      <p:sp>
        <p:nvSpPr>
          <p:cNvPr id="15" name="">
            <a:extLst xmlns:a="http://schemas.openxmlformats.org/drawingml/2006/main">
              <a:ext uri="{FF2B5EF4-FFF2-40B4-BE49-F238E27FC236}">
                <a16:creationId xmlns:a16="http://schemas.microsoft.com/office/drawing/2014/main" id="{72571E76-3420-41C0-900E-80EB95F419D9}"/>
              </a:ext>
            </a:extLst>
          </p:cNvPr>
          <p:cNvSpPr>
            <a:spLocks xmlns:a="http://schemas.openxmlformats.org/drawingml/2006/main" noGrp="1"/>
          </p:cNvSpPr>
          <p:nvPr/>
        </p:nvSpPr>
        <p:spPr>
          <a:xfrm xmlns:a="http://schemas.openxmlformats.org/drawingml/2006/main">
            <a:off x="7200900" y="2867025"/>
            <a:ext cx="819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4204A"/>
                </a:solidFill>
                <a:latin typeface="Yu Gothic"/>
                <a:ea typeface="Yu Gothic"/>
                <a:cs typeface="Yu Gothic"/>
              </a:defRPr>
            </a:pPr>
            <a:r>
              <a:rPr sz="1125" b="1">
                <a:solidFill>
                  <a:srgbClr val="14204A"/>
                </a:solidFill>
                <a:latin typeface="Yu Gothic"/>
                <a:ea typeface="Yu Gothic"/>
                <a:cs typeface="Yu Gothic"/>
              </a:rPr>
              <a:t>途中</a:t>
            </a:r>
          </a:p>
        </p:txBody>
      </p:sp>
      <p:sp>
        <p:nvSpPr>
          <p:cNvPr id="16" name="">
            <a:extLst xmlns:a="http://schemas.openxmlformats.org/drawingml/2006/main">
              <a:ext uri="{FF2B5EF4-FFF2-40B4-BE49-F238E27FC236}">
                <a16:creationId xmlns:a16="http://schemas.microsoft.com/office/drawing/2014/main" id="{B71E0E09-3644-4779-96A1-55D554419E97}"/>
              </a:ext>
            </a:extLst>
          </p:cNvPr>
          <p:cNvSpPr>
            <a:spLocks xmlns:a="http://schemas.openxmlformats.org/drawingml/2006/main" noGrp="1"/>
          </p:cNvSpPr>
          <p:nvPr/>
        </p:nvSpPr>
        <p:spPr>
          <a:xfrm xmlns:a="http://schemas.openxmlformats.org/drawingml/2006/main">
            <a:off x="8248650" y="2867025"/>
            <a:ext cx="2628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2607A"/>
                </a:solidFill>
                <a:latin typeface="Yu Gothic"/>
                <a:ea typeface="Yu Gothic"/>
                <a:cs typeface="Yu Gothic"/>
              </a:defRPr>
            </a:pPr>
            <a:r>
              <a:rPr sz="1125" b="0">
                <a:solidFill>
                  <a:srgbClr val="52607A"/>
                </a:solidFill>
                <a:latin typeface="Yu Gothic"/>
                <a:ea typeface="Yu Gothic"/>
                <a:cs typeface="Yu Gothic"/>
              </a:rPr>
              <a:t>原則見ない。停止条件ならescalation-report</a:t>
            </a:r>
          </a:p>
        </p:txBody>
      </p:sp>
      <p:sp>
        <p:nvSpPr>
          <p:cNvPr id="17" name="">
            <a:extLst xmlns:a="http://schemas.openxmlformats.org/drawingml/2006/main">
              <a:ext uri="{FF2B5EF4-FFF2-40B4-BE49-F238E27FC236}">
                <a16:creationId xmlns:a16="http://schemas.microsoft.com/office/drawing/2014/main" id="{3888AD96-0BC5-4001-B8BD-B3ACDC8ECA13}"/>
              </a:ext>
            </a:extLst>
          </p:cNvPr>
          <p:cNvSpPr>
            <a:spLocks xmlns:a="http://schemas.openxmlformats.org/drawingml/2006/main" noGrp="1"/>
          </p:cNvSpPr>
          <p:nvPr/>
        </p:nvSpPr>
        <p:spPr>
          <a:xfrm xmlns:a="http://schemas.openxmlformats.org/drawingml/2006/main">
            <a:off x="7086600" y="3295650"/>
            <a:ext cx="3905250" cy="514350"/>
          </a:xfrm>
          <a:prstGeom xmlns:a="http://schemas.openxmlformats.org/drawingml/2006/main" prst="rect">
            <a:avLst/>
          </a:prstGeom>
          <a:solidFill xmlns:a="http://schemas.openxmlformats.org/drawingml/2006/main">
            <a:srgbClr val="FBF8F2"/>
          </a:solidFill>
          <a:ln xmlns:a="http://schemas.openxmlformats.org/drawingml/2006/main" w="9525">
            <a:solidFill>
              <a:srgbClr val="D5CEC4"/>
            </a:solidFill>
            <a:prstDash val="solid"/>
          </a:ln>
        </p:spPr>
      </p:sp>
      <p:sp>
        <p:nvSpPr>
          <p:cNvPr id="18" name="">
            <a:extLst xmlns:a="http://schemas.openxmlformats.org/drawingml/2006/main">
              <a:ext uri="{FF2B5EF4-FFF2-40B4-BE49-F238E27FC236}">
                <a16:creationId xmlns:a16="http://schemas.microsoft.com/office/drawing/2014/main" id="{562001F6-6BAE-41D5-975A-8566B157E79D}"/>
              </a:ext>
            </a:extLst>
          </p:cNvPr>
          <p:cNvSpPr>
            <a:spLocks xmlns:a="http://schemas.openxmlformats.org/drawingml/2006/main" noGrp="1"/>
          </p:cNvSpPr>
          <p:nvPr/>
        </p:nvSpPr>
        <p:spPr>
          <a:xfrm xmlns:a="http://schemas.openxmlformats.org/drawingml/2006/main">
            <a:off x="7200900" y="3381375"/>
            <a:ext cx="819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4204A"/>
                </a:solidFill>
                <a:latin typeface="Yu Gothic"/>
                <a:ea typeface="Yu Gothic"/>
                <a:cs typeface="Yu Gothic"/>
              </a:defRPr>
            </a:pPr>
            <a:r>
              <a:rPr sz="1125" b="1">
                <a:solidFill>
                  <a:srgbClr val="14204A"/>
                </a:solidFill>
                <a:latin typeface="Yu Gothic"/>
                <a:ea typeface="Yu Gothic"/>
                <a:cs typeface="Yu Gothic"/>
              </a:rPr>
              <a:t>出口</a:t>
            </a:r>
          </a:p>
        </p:txBody>
      </p:sp>
      <p:sp>
        <p:nvSpPr>
          <p:cNvPr id="19" name="">
            <a:extLst xmlns:a="http://schemas.openxmlformats.org/drawingml/2006/main">
              <a:ext uri="{FF2B5EF4-FFF2-40B4-BE49-F238E27FC236}">
                <a16:creationId xmlns:a16="http://schemas.microsoft.com/office/drawing/2014/main" id="{F73F61EB-823C-4366-B09C-E732CE36224B}"/>
              </a:ext>
            </a:extLst>
          </p:cNvPr>
          <p:cNvSpPr>
            <a:spLocks xmlns:a="http://schemas.openxmlformats.org/drawingml/2006/main" noGrp="1"/>
          </p:cNvSpPr>
          <p:nvPr/>
        </p:nvSpPr>
        <p:spPr>
          <a:xfrm xmlns:a="http://schemas.openxmlformats.org/drawingml/2006/main">
            <a:off x="8248650" y="3381375"/>
            <a:ext cx="2628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2607A"/>
                </a:solidFill>
                <a:latin typeface="Yu Gothic"/>
                <a:ea typeface="Yu Gothic"/>
                <a:cs typeface="Yu Gothic"/>
              </a:defRPr>
            </a:pPr>
            <a:r>
              <a:rPr sz="1125" b="0">
                <a:solidFill>
                  <a:srgbClr val="52607A"/>
                </a:solidFill>
                <a:latin typeface="Yu Gothic"/>
                <a:ea typeface="Yu Gothic"/>
                <a:cs typeface="Yu Gothic"/>
              </a:rPr>
              <a:t>diff、sensor結果、CI結果、残リスク、記録</a:t>
            </a:r>
          </a:p>
        </p:txBody>
      </p:sp>
      <p:sp>
        <p:nvSpPr>
          <p:cNvPr id="20" name="">
            <a:extLst xmlns:a="http://schemas.openxmlformats.org/drawingml/2006/main">
              <a:ext uri="{FF2B5EF4-FFF2-40B4-BE49-F238E27FC236}">
                <a16:creationId xmlns:a16="http://schemas.microsoft.com/office/drawing/2014/main" id="{E098FCF5-F873-44B7-BF58-90B7236D81A6}"/>
              </a:ext>
            </a:extLst>
          </p:cNvPr>
          <p:cNvSpPr>
            <a:spLocks xmlns:a="http://schemas.openxmlformats.org/drawingml/2006/main" noGrp="1"/>
          </p:cNvSpPr>
          <p:nvPr/>
        </p:nvSpPr>
        <p:spPr>
          <a:xfrm xmlns:a="http://schemas.openxmlformats.org/drawingml/2006/main">
            <a:off x="685800" y="5734050"/>
            <a:ext cx="1657350" cy="476250"/>
          </a:xfrm>
          <a:prstGeom xmlns:a="http://schemas.openxmlformats.org/drawingml/2006/main" prst="rect">
            <a:avLst/>
          </a:prstGeom>
          <a:solidFill xmlns:a="http://schemas.openxmlformats.org/drawingml/2006/main">
            <a:srgbClr val="E4DED4"/>
          </a:solidFill>
          <a:ln xmlns:a="http://schemas.openxmlformats.org/drawingml/2006/main" w="9525">
            <a:solidFill>
              <a:srgbClr val="E4DED4"/>
            </a:solidFill>
            <a:prstDash val="solid"/>
          </a:ln>
        </p:spPr>
      </p:sp>
      <p:sp>
        <p:nvSpPr>
          <p:cNvPr id="21" name="">
            <a:extLst xmlns:a="http://schemas.openxmlformats.org/drawingml/2006/main">
              <a:ext uri="{FF2B5EF4-FFF2-40B4-BE49-F238E27FC236}">
                <a16:creationId xmlns:a16="http://schemas.microsoft.com/office/drawing/2014/main" id="{8D7D68C7-41E0-4DAD-9BAB-94E47BFEEE7E}"/>
              </a:ext>
            </a:extLst>
          </p:cNvPr>
          <p:cNvSpPr>
            <a:spLocks xmlns:a="http://schemas.openxmlformats.org/drawingml/2006/main" noGrp="1"/>
          </p:cNvSpPr>
          <p:nvPr/>
        </p:nvSpPr>
        <p:spPr>
          <a:xfrm xmlns:a="http://schemas.openxmlformats.org/drawingml/2006/main">
            <a:off x="8001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L0</a:t>
            </a:r>
          </a:p>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開始前</a:t>
            </a:r>
          </a:p>
        </p:txBody>
      </p:sp>
      <p:sp>
        <p:nvSpPr>
          <p:cNvPr id="22" name="">
            <a:extLst xmlns:a="http://schemas.openxmlformats.org/drawingml/2006/main">
              <a:ext uri="{FF2B5EF4-FFF2-40B4-BE49-F238E27FC236}">
                <a16:creationId xmlns:a16="http://schemas.microsoft.com/office/drawing/2014/main" id="{2229BC78-C39E-48D9-93F4-C8230FD6E327}"/>
              </a:ext>
            </a:extLst>
          </p:cNvPr>
          <p:cNvSpPr>
            <a:spLocks xmlns:a="http://schemas.openxmlformats.org/drawingml/2006/main" noGrp="1"/>
          </p:cNvSpPr>
          <p:nvPr/>
        </p:nvSpPr>
        <p:spPr>
          <a:xfrm xmlns:a="http://schemas.openxmlformats.org/drawingml/2006/main">
            <a:off x="2438400" y="5734050"/>
            <a:ext cx="1657350" cy="476250"/>
          </a:xfrm>
          <a:prstGeom xmlns:a="http://schemas.openxmlformats.org/drawingml/2006/main" prst="rect">
            <a:avLst/>
          </a:prstGeom>
          <a:solidFill xmlns:a="http://schemas.openxmlformats.org/drawingml/2006/main">
            <a:srgbClr val="E4DED4"/>
          </a:solidFill>
          <a:ln xmlns:a="http://schemas.openxmlformats.org/drawingml/2006/main" w="9525">
            <a:solidFill>
              <a:srgbClr val="E4DED4"/>
            </a:solidFill>
            <a:prstDash val="solid"/>
          </a:ln>
        </p:spPr>
      </p:sp>
      <p:sp>
        <p:nvSpPr>
          <p:cNvPr id="23" name="">
            <a:extLst xmlns:a="http://schemas.openxmlformats.org/drawingml/2006/main">
              <a:ext uri="{FF2B5EF4-FFF2-40B4-BE49-F238E27FC236}">
                <a16:creationId xmlns:a16="http://schemas.microsoft.com/office/drawing/2014/main" id="{F449BCDF-153F-4AE6-BC27-045BEC7227AE}"/>
              </a:ext>
            </a:extLst>
          </p:cNvPr>
          <p:cNvSpPr>
            <a:spLocks xmlns:a="http://schemas.openxmlformats.org/drawingml/2006/main" noGrp="1"/>
          </p:cNvSpPr>
          <p:nvPr/>
        </p:nvSpPr>
        <p:spPr>
          <a:xfrm xmlns:a="http://schemas.openxmlformats.org/drawingml/2006/main">
            <a:off x="25527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L1</a:t>
            </a:r>
          </a:p>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変更</a:t>
            </a:r>
          </a:p>
        </p:txBody>
      </p:sp>
      <p:sp>
        <p:nvSpPr>
          <p:cNvPr id="24" name="">
            <a:extLst xmlns:a="http://schemas.openxmlformats.org/drawingml/2006/main">
              <a:ext uri="{FF2B5EF4-FFF2-40B4-BE49-F238E27FC236}">
                <a16:creationId xmlns:a16="http://schemas.microsoft.com/office/drawing/2014/main" id="{6EFA1D06-91D3-40FC-A01D-106FAF49E653}"/>
              </a:ext>
            </a:extLst>
          </p:cNvPr>
          <p:cNvSpPr>
            <a:spLocks xmlns:a="http://schemas.openxmlformats.org/drawingml/2006/main" noGrp="1"/>
          </p:cNvSpPr>
          <p:nvPr/>
        </p:nvSpPr>
        <p:spPr>
          <a:xfrm xmlns:a="http://schemas.openxmlformats.org/drawingml/2006/main">
            <a:off x="4191000" y="5734050"/>
            <a:ext cx="1657350" cy="476250"/>
          </a:xfrm>
          <a:prstGeom xmlns:a="http://schemas.openxmlformats.org/drawingml/2006/main" prst="rect">
            <a:avLst/>
          </a:prstGeom>
          <a:solidFill xmlns:a="http://schemas.openxmlformats.org/drawingml/2006/main">
            <a:srgbClr val="E4DED4"/>
          </a:solidFill>
          <a:ln xmlns:a="http://schemas.openxmlformats.org/drawingml/2006/main" w="9525">
            <a:solidFill>
              <a:srgbClr val="E4DED4"/>
            </a:solidFill>
            <a:prstDash val="solid"/>
          </a:ln>
        </p:spPr>
      </p:sp>
      <p:sp>
        <p:nvSpPr>
          <p:cNvPr id="25" name="">
            <a:extLst xmlns:a="http://schemas.openxmlformats.org/drawingml/2006/main">
              <a:ext uri="{FF2B5EF4-FFF2-40B4-BE49-F238E27FC236}">
                <a16:creationId xmlns:a16="http://schemas.microsoft.com/office/drawing/2014/main" id="{6F240A40-AC87-47B8-A370-13E4617E3E35}"/>
              </a:ext>
            </a:extLst>
          </p:cNvPr>
          <p:cNvSpPr>
            <a:spLocks xmlns:a="http://schemas.openxmlformats.org/drawingml/2006/main" noGrp="1"/>
          </p:cNvSpPr>
          <p:nvPr/>
        </p:nvSpPr>
        <p:spPr>
          <a:xfrm xmlns:a="http://schemas.openxmlformats.org/drawingml/2006/main">
            <a:off x="43053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L2</a:t>
            </a:r>
          </a:p>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挙動</a:t>
            </a:r>
          </a:p>
        </p:txBody>
      </p:sp>
      <p:sp>
        <p:nvSpPr>
          <p:cNvPr id="26" name="">
            <a:extLst xmlns:a="http://schemas.openxmlformats.org/drawingml/2006/main">
              <a:ext uri="{FF2B5EF4-FFF2-40B4-BE49-F238E27FC236}">
                <a16:creationId xmlns:a16="http://schemas.microsoft.com/office/drawing/2014/main" id="{344F7605-CB73-43DA-94E8-0261050FBC0C}"/>
              </a:ext>
            </a:extLst>
          </p:cNvPr>
          <p:cNvSpPr>
            <a:spLocks xmlns:a="http://schemas.openxmlformats.org/drawingml/2006/main" noGrp="1"/>
          </p:cNvSpPr>
          <p:nvPr/>
        </p:nvSpPr>
        <p:spPr>
          <a:xfrm xmlns:a="http://schemas.openxmlformats.org/drawingml/2006/main">
            <a:off x="5943600" y="5734050"/>
            <a:ext cx="1657350" cy="476250"/>
          </a:xfrm>
          <a:prstGeom xmlns:a="http://schemas.openxmlformats.org/drawingml/2006/main" prst="rect">
            <a:avLst/>
          </a:prstGeom>
          <a:solidFill xmlns:a="http://schemas.openxmlformats.org/drawingml/2006/main">
            <a:srgbClr val="E4DED4"/>
          </a:solidFill>
          <a:ln xmlns:a="http://schemas.openxmlformats.org/drawingml/2006/main" w="9525">
            <a:solidFill>
              <a:srgbClr val="E4DED4"/>
            </a:solidFill>
            <a:prstDash val="solid"/>
          </a:ln>
        </p:spPr>
      </p:sp>
      <p:sp>
        <p:nvSpPr>
          <p:cNvPr id="27" name="">
            <a:extLst xmlns:a="http://schemas.openxmlformats.org/drawingml/2006/main">
              <a:ext uri="{FF2B5EF4-FFF2-40B4-BE49-F238E27FC236}">
                <a16:creationId xmlns:a16="http://schemas.microsoft.com/office/drawing/2014/main" id="{B47534D2-2D62-40CB-A747-CB78C5483947}"/>
              </a:ext>
            </a:extLst>
          </p:cNvPr>
          <p:cNvSpPr>
            <a:spLocks xmlns:a="http://schemas.openxmlformats.org/drawingml/2006/main" noGrp="1"/>
          </p:cNvSpPr>
          <p:nvPr/>
        </p:nvSpPr>
        <p:spPr>
          <a:xfrm xmlns:a="http://schemas.openxmlformats.org/drawingml/2006/main">
            <a:off x="60579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L3</a:t>
            </a:r>
          </a:p>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構造</a:t>
            </a:r>
          </a:p>
        </p:txBody>
      </p:sp>
      <p:sp>
        <p:nvSpPr>
          <p:cNvPr id="28" name="">
            <a:extLst xmlns:a="http://schemas.openxmlformats.org/drawingml/2006/main">
              <a:ext uri="{FF2B5EF4-FFF2-40B4-BE49-F238E27FC236}">
                <a16:creationId xmlns:a16="http://schemas.microsoft.com/office/drawing/2014/main" id="{483784EC-E49A-4A69-9EF3-7AC7AFE57EF5}"/>
              </a:ext>
            </a:extLst>
          </p:cNvPr>
          <p:cNvSpPr>
            <a:spLocks xmlns:a="http://schemas.openxmlformats.org/drawingml/2006/main" noGrp="1"/>
          </p:cNvSpPr>
          <p:nvPr/>
        </p:nvSpPr>
        <p:spPr>
          <a:xfrm xmlns:a="http://schemas.openxmlformats.org/drawingml/2006/main">
            <a:off x="7696200" y="5734050"/>
            <a:ext cx="1657350" cy="476250"/>
          </a:xfrm>
          <a:prstGeom xmlns:a="http://schemas.openxmlformats.org/drawingml/2006/main" prst="rect">
            <a:avLst/>
          </a:prstGeom>
          <a:solidFill xmlns:a="http://schemas.openxmlformats.org/drawingml/2006/main">
            <a:srgbClr val="E4DED4"/>
          </a:solidFill>
          <a:ln xmlns:a="http://schemas.openxmlformats.org/drawingml/2006/main" w="9525">
            <a:solidFill>
              <a:srgbClr val="E4DED4"/>
            </a:solidFill>
            <a:prstDash val="solid"/>
          </a:ln>
        </p:spPr>
      </p:sp>
      <p:sp>
        <p:nvSpPr>
          <p:cNvPr id="29" name="">
            <a:extLst xmlns:a="http://schemas.openxmlformats.org/drawingml/2006/main">
              <a:ext uri="{FF2B5EF4-FFF2-40B4-BE49-F238E27FC236}">
                <a16:creationId xmlns:a16="http://schemas.microsoft.com/office/drawing/2014/main" id="{AD736849-E444-47EE-8B79-40EBAA0ACECD}"/>
              </a:ext>
            </a:extLst>
          </p:cNvPr>
          <p:cNvSpPr>
            <a:spLocks xmlns:a="http://schemas.openxmlformats.org/drawingml/2006/main" noGrp="1"/>
          </p:cNvSpPr>
          <p:nvPr/>
        </p:nvSpPr>
        <p:spPr>
          <a:xfrm xmlns:a="http://schemas.openxmlformats.org/drawingml/2006/main">
            <a:off x="78105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L4</a:t>
            </a:r>
          </a:p>
          <a:p xmlns:a="http://schemas.openxmlformats.org/drawingml/2006/main">
            <a:pPr algn="ctr">
              <a:defRPr sz="1050" b="1">
                <a:solidFill>
                  <a:srgbClr val="52607A"/>
                </a:solidFill>
                <a:latin typeface="Yu Gothic"/>
                <a:ea typeface="Yu Gothic"/>
                <a:cs typeface="Yu Gothic"/>
              </a:defRPr>
            </a:pPr>
            <a:r>
              <a:rPr sz="1050" b="1">
                <a:solidFill>
                  <a:srgbClr val="52607A"/>
                </a:solidFill>
                <a:latin typeface="Yu Gothic"/>
                <a:ea typeface="Yu Gothic"/>
                <a:cs typeface="Yu Gothic"/>
              </a:rPr>
              <a:t>候補</a:t>
            </a:r>
          </a:p>
        </p:txBody>
      </p:sp>
      <p:sp>
        <p:nvSpPr>
          <p:cNvPr id="30" name="">
            <a:extLst xmlns:a="http://schemas.openxmlformats.org/drawingml/2006/main">
              <a:ext uri="{FF2B5EF4-FFF2-40B4-BE49-F238E27FC236}">
                <a16:creationId xmlns:a16="http://schemas.microsoft.com/office/drawing/2014/main" id="{294F48B8-A58B-4378-872C-363FE7A37682}"/>
              </a:ext>
            </a:extLst>
          </p:cNvPr>
          <p:cNvSpPr>
            <a:spLocks xmlns:a="http://schemas.openxmlformats.org/drawingml/2006/main" noGrp="1"/>
          </p:cNvSpPr>
          <p:nvPr/>
        </p:nvSpPr>
        <p:spPr>
          <a:xfrm xmlns:a="http://schemas.openxmlformats.org/drawingml/2006/main">
            <a:off x="9448800" y="5734050"/>
            <a:ext cx="1657350" cy="476250"/>
          </a:xfrm>
          <a:prstGeom xmlns:a="http://schemas.openxmlformats.org/drawingml/2006/main" prst="rect">
            <a:avLst/>
          </a:prstGeom>
          <a:solidFill xmlns:a="http://schemas.openxmlformats.org/drawingml/2006/main">
            <a:srgbClr val="33824A"/>
          </a:solidFill>
          <a:ln xmlns:a="http://schemas.openxmlformats.org/drawingml/2006/main" w="9525">
            <a:solidFill>
              <a:srgbClr val="33824A"/>
            </a:solidFill>
            <a:prstDash val="solid"/>
          </a:ln>
        </p:spPr>
      </p:sp>
      <p:sp>
        <p:nvSpPr>
          <p:cNvPr id="31" name="">
            <a:extLst xmlns:a="http://schemas.openxmlformats.org/drawingml/2006/main">
              <a:ext uri="{FF2B5EF4-FFF2-40B4-BE49-F238E27FC236}">
                <a16:creationId xmlns:a16="http://schemas.microsoft.com/office/drawing/2014/main" id="{7CD5827B-AB41-4DB2-96AB-F668D2CE6E5D}"/>
              </a:ext>
            </a:extLst>
          </p:cNvPr>
          <p:cNvSpPr>
            <a:spLocks xmlns:a="http://schemas.openxmlformats.org/drawingml/2006/main" noGrp="1"/>
          </p:cNvSpPr>
          <p:nvPr/>
        </p:nvSpPr>
        <p:spPr>
          <a:xfrm xmlns:a="http://schemas.openxmlformats.org/drawingml/2006/main">
            <a:off x="9563100" y="5810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Yu Gothic"/>
                <a:ea typeface="Yu Gothic"/>
                <a:cs typeface="Yu Gothic"/>
              </a:defRPr>
            </a:pPr>
            <a:r>
              <a:rPr sz="1050" b="1">
                <a:solidFill>
                  <a:srgbClr val="FFFFFF"/>
                </a:solidFill>
                <a:latin typeface="Yu Gothic"/>
                <a:ea typeface="Yu Gothic"/>
                <a:cs typeface="Yu Gothic"/>
              </a:rPr>
              <a:t>L5</a:t>
            </a:r>
          </a:p>
          <a:p xmlns:a="http://schemas.openxmlformats.org/drawingml/2006/main">
            <a:pPr algn="ctr">
              <a:defRPr sz="1050" b="1">
                <a:solidFill>
                  <a:srgbClr val="FFFFFF"/>
                </a:solidFill>
                <a:latin typeface="Yu Gothic"/>
                <a:ea typeface="Yu Gothic"/>
                <a:cs typeface="Yu Gothic"/>
              </a:defRPr>
            </a:pPr>
            <a:r>
              <a:rPr sz="1050" b="1">
                <a:solidFill>
                  <a:srgbClr val="FFFFFF"/>
                </a:solidFill>
                <a:latin typeface="Yu Gothic"/>
                <a:ea typeface="Yu Gothic"/>
                <a:cs typeface="Yu Gothic"/>
              </a:rPr>
              <a:t>介入圧縮</a:t>
            </a:r>
          </a:p>
        </p:txBody>
      </p:sp>
    </p:spTree>
    <p:extLst>
      <p:ext uri="{BB962C8B-B14F-4D97-AF65-F5344CB8AC3E}">
        <p14:creationId xmlns:p14="http://schemas.microsoft.com/office/powerpoint/2010/main" val="937576009"/>
      </p:ext>
    </p:extLst>
  </p:cSld>
</p:sld>
</file>

<file path=ppt/slides/slide28.xml><?xml version="1.0" encoding="utf-8"?>
<p:sld xmlns:p="http://schemas.openxmlformats.org/presentationml/2006/main">
  <p:cSld>
    <p:bg>
      <p:bgPr>
        <a:solidFill xmlns:a="http://schemas.openxmlformats.org/drawingml/2006/main">
          <a:srgbClr val="ECE7E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87A080E-E89D-41E9-8C67-D152B66A96A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245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72A8181-95CA-4094-B604-34CC3749621B}"/>
              </a:ext>
            </a:extLst>
          </p:cNvPr>
          <p:cNvSpPr>
            <a:spLocks xmlns:a="http://schemas.openxmlformats.org/drawingml/2006/main" noGrp="1"/>
          </p:cNvSpPr>
          <p:nvPr/>
        </p:nvSpPr>
        <p:spPr>
          <a:xfrm xmlns:a="http://schemas.openxmlformats.org/drawingml/2006/main">
            <a:off x="514350" y="400050"/>
            <a:ext cx="76200" cy="266700"/>
          </a:xfrm>
          <a:prstGeom xmlns:a="http://schemas.openxmlformats.org/drawingml/2006/main" prst="rect">
            <a:avLst/>
          </a:prstGeom>
          <a:solidFill xmlns:a="http://schemas.openxmlformats.org/drawingml/2006/main">
            <a:srgbClr val="33824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828155C-776B-4A2B-B1C0-CEA022288F9B}"/>
              </a:ext>
            </a:extLst>
          </p:cNvPr>
          <p:cNvSpPr>
            <a:spLocks xmlns:a="http://schemas.openxmlformats.org/drawingml/2006/main" noGrp="1"/>
          </p:cNvSpPr>
          <p:nvPr/>
        </p:nvSpPr>
        <p:spPr>
          <a:xfrm xmlns:a="http://schemas.openxmlformats.org/drawingml/2006/main">
            <a:off x="704850" y="381000"/>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33824A"/>
                </a:solidFill>
                <a:latin typeface="Yu Gothic"/>
                <a:ea typeface="Yu Gothic"/>
                <a:cs typeface="Yu Gothic"/>
              </a:defRPr>
            </a:pPr>
            <a:r>
              <a:rPr sz="975" b="1">
                <a:solidFill>
                  <a:srgbClr val="33824A"/>
                </a:solidFill>
                <a:latin typeface="Yu Gothic"/>
                <a:ea typeface="Yu Gothic"/>
                <a:cs typeface="Yu Gothic"/>
              </a:rPr>
              <a:t>UPDATED VIEW</a:t>
            </a:r>
          </a:p>
        </p:txBody>
      </p:sp>
      <p:sp>
        <p:nvSpPr>
          <p:cNvPr id="4" name="">
            <a:extLst xmlns:a="http://schemas.openxmlformats.org/drawingml/2006/main">
              <a:ext uri="{FF2B5EF4-FFF2-40B4-BE49-F238E27FC236}">
                <a16:creationId xmlns:a16="http://schemas.microsoft.com/office/drawing/2014/main" id="{11DCF8D4-F89C-4CDB-8835-429924FE9120}"/>
              </a:ext>
            </a:extLst>
          </p:cNvPr>
          <p:cNvSpPr>
            <a:spLocks xmlns:a="http://schemas.openxmlformats.org/drawingml/2006/main" noGrp="1"/>
          </p:cNvSpPr>
          <p:nvPr/>
        </p:nvSpPr>
        <p:spPr>
          <a:xfrm xmlns:a="http://schemas.openxmlformats.org/drawingml/2006/main">
            <a:off x="533400" y="857250"/>
            <a:ext cx="1000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72452"/>
                </a:solidFill>
                <a:latin typeface="Yu Gothic"/>
                <a:ea typeface="Yu Gothic"/>
                <a:cs typeface="Yu Gothic"/>
              </a:defRPr>
            </a:pPr>
            <a:r>
              <a:rPr sz="2700" b="1">
                <a:solidFill>
                  <a:srgbClr val="172452"/>
                </a:solidFill>
                <a:latin typeface="Yu Gothic"/>
                <a:ea typeface="Yu Gothic"/>
                <a:cs typeface="Yu Gothic"/>
              </a:rPr>
              <a:t>テスト自動化の考え方を更新する</a:t>
            </a:r>
          </a:p>
        </p:txBody>
      </p:sp>
      <p:sp>
        <p:nvSpPr>
          <p:cNvPr id="5" name="">
            <a:extLst xmlns:a="http://schemas.openxmlformats.org/drawingml/2006/main">
              <a:ext uri="{FF2B5EF4-FFF2-40B4-BE49-F238E27FC236}">
                <a16:creationId xmlns:a16="http://schemas.microsoft.com/office/drawing/2014/main" id="{13981954-54F4-482E-8CAE-4A7E93C00522}"/>
              </a:ext>
            </a:extLst>
          </p:cNvPr>
          <p:cNvSpPr>
            <a:spLocks xmlns:a="http://schemas.openxmlformats.org/drawingml/2006/main" noGrp="1"/>
          </p:cNvSpPr>
          <p:nvPr/>
        </p:nvSpPr>
        <p:spPr>
          <a:xfrm xmlns:a="http://schemas.openxmlformats.org/drawingml/2006/main">
            <a:off x="11125200" y="632460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52607A"/>
                </a:solidFill>
                <a:latin typeface="Yu Gothic"/>
                <a:ea typeface="Yu Gothic"/>
                <a:cs typeface="Yu Gothic"/>
              </a:defRPr>
            </a:pPr>
            <a:r>
              <a:rPr sz="900" b="0">
                <a:solidFill>
                  <a:srgbClr val="52607A"/>
                </a:solidFill>
                <a:latin typeface="Yu Gothic"/>
                <a:ea typeface="Yu Gothic"/>
                <a:cs typeface="Yu Gothic"/>
              </a:rPr>
              <a:t>28</a:t>
            </a:r>
          </a:p>
        </p:txBody>
      </p:sp>
      <p:sp>
        <p:nvSpPr>
          <p:cNvPr id="6" name="">
            <a:extLst xmlns:a="http://schemas.openxmlformats.org/drawingml/2006/main">
              <a:ext uri="{FF2B5EF4-FFF2-40B4-BE49-F238E27FC236}">
                <a16:creationId xmlns:a16="http://schemas.microsoft.com/office/drawing/2014/main" id="{50FBDD90-B2DF-4200-BEF3-2874199726F1}"/>
              </a:ext>
            </a:extLst>
          </p:cNvPr>
          <p:cNvSpPr>
            <a:spLocks xmlns:a="http://schemas.openxmlformats.org/drawingml/2006/main" noGrp="1"/>
          </p:cNvSpPr>
          <p:nvPr/>
        </p:nvSpPr>
        <p:spPr>
          <a:xfrm xmlns:a="http://schemas.openxmlformats.org/drawingml/2006/main">
            <a:off x="876300" y="1847850"/>
            <a:ext cx="4476750" cy="2190750"/>
          </a:xfrm>
          <a:prstGeom xmlns:a="http://schemas.openxmlformats.org/drawingml/2006/main" prst="rect">
            <a:avLst/>
          </a:prstGeom>
          <a:solidFill xmlns:a="http://schemas.openxmlformats.org/drawingml/2006/main">
            <a:srgbClr val="FBF8F2"/>
          </a:solidFill>
          <a:ln xmlns:a="http://schemas.openxmlformats.org/drawingml/2006/main" w="9525">
            <a:solidFill>
              <a:srgbClr val="D5CEC4"/>
            </a:solidFill>
            <a:prstDash val="solid"/>
          </a:ln>
        </p:spPr>
      </p:sp>
      <p:sp>
        <p:nvSpPr>
          <p:cNvPr id="7" name="">
            <a:extLst xmlns:a="http://schemas.openxmlformats.org/drawingml/2006/main">
              <a:ext uri="{FF2B5EF4-FFF2-40B4-BE49-F238E27FC236}">
                <a16:creationId xmlns:a16="http://schemas.microsoft.com/office/drawing/2014/main" id="{D3164286-FB04-4F9B-84CC-CA89387C4664}"/>
              </a:ext>
            </a:extLst>
          </p:cNvPr>
          <p:cNvSpPr>
            <a:spLocks xmlns:a="http://schemas.openxmlformats.org/drawingml/2006/main" noGrp="1"/>
          </p:cNvSpPr>
          <p:nvPr/>
        </p:nvSpPr>
        <p:spPr>
          <a:xfrm xmlns:a="http://schemas.openxmlformats.org/drawingml/2006/main">
            <a:off x="876300" y="1847850"/>
            <a:ext cx="66675" cy="2190750"/>
          </a:xfrm>
          <a:prstGeom xmlns:a="http://schemas.openxmlformats.org/drawingml/2006/main" prst="rect">
            <a:avLst/>
          </a:prstGeom>
          <a:solidFill xmlns:a="http://schemas.openxmlformats.org/drawingml/2006/main">
            <a:srgbClr val="52607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39014E9-13B1-4DCF-94EF-58ADA8C78C0F}"/>
              </a:ext>
            </a:extLst>
          </p:cNvPr>
          <p:cNvSpPr>
            <a:spLocks xmlns:a="http://schemas.openxmlformats.org/drawingml/2006/main" noGrp="1"/>
          </p:cNvSpPr>
          <p:nvPr/>
        </p:nvSpPr>
        <p:spPr>
          <a:xfrm xmlns:a="http://schemas.openxmlformats.org/drawingml/2006/main">
            <a:off x="1104900" y="2000250"/>
            <a:ext cx="401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52607A"/>
                </a:solidFill>
                <a:latin typeface="Yu Gothic"/>
                <a:ea typeface="Yu Gothic"/>
                <a:cs typeface="Yu Gothic"/>
              </a:defRPr>
            </a:pPr>
            <a:r>
              <a:rPr sz="1500" b="1">
                <a:solidFill>
                  <a:srgbClr val="52607A"/>
                </a:solidFill>
                <a:latin typeface="Yu Gothic"/>
                <a:ea typeface="Yu Gothic"/>
                <a:cs typeface="Yu Gothic"/>
              </a:rPr>
              <a:t>狭い定義</a:t>
            </a:r>
          </a:p>
        </p:txBody>
      </p:sp>
      <p:sp>
        <p:nvSpPr>
          <p:cNvPr id="9" name="">
            <a:extLst xmlns:a="http://schemas.openxmlformats.org/drawingml/2006/main">
              <a:ext uri="{FF2B5EF4-FFF2-40B4-BE49-F238E27FC236}">
                <a16:creationId xmlns:a16="http://schemas.microsoft.com/office/drawing/2014/main" id="{392436B5-35B9-4983-967B-A861A0FD1AC9}"/>
              </a:ext>
            </a:extLst>
          </p:cNvPr>
          <p:cNvSpPr>
            <a:spLocks xmlns:a="http://schemas.openxmlformats.org/drawingml/2006/main" noGrp="1"/>
          </p:cNvSpPr>
          <p:nvPr/>
        </p:nvSpPr>
        <p:spPr>
          <a:xfrm xmlns:a="http://schemas.openxmlformats.org/drawingml/2006/main">
            <a:off x="1104900" y="2381250"/>
            <a:ext cx="4019550" cy="1543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52607A"/>
                </a:solidFill>
                <a:latin typeface="Yu Gothic"/>
                <a:ea typeface="Yu Gothic"/>
                <a:cs typeface="Yu Gothic"/>
              </a:defRPr>
            </a:pPr>
            <a:r>
              <a:rPr sz="1875" b="0">
                <a:solidFill>
                  <a:srgbClr val="52607A"/>
                </a:solidFill>
                <a:latin typeface="Yu Gothic"/>
                <a:ea typeface="Yu Gothic"/>
                <a:cs typeface="Yu Gothic"/>
              </a:rPr>
              <a:t>テストコードを書く作業を自動化する。</a:t>
            </a:r>
          </a:p>
        </p:txBody>
      </p:sp>
      <p:sp>
        <p:nvSpPr>
          <p:cNvPr id="10" name="">
            <a:extLst xmlns:a="http://schemas.openxmlformats.org/drawingml/2006/main">
              <a:ext uri="{FF2B5EF4-FFF2-40B4-BE49-F238E27FC236}">
                <a16:creationId xmlns:a16="http://schemas.microsoft.com/office/drawing/2014/main" id="{ED726F91-678D-4A97-B235-3D8B6D362E9B}"/>
              </a:ext>
            </a:extLst>
          </p:cNvPr>
          <p:cNvSpPr>
            <a:spLocks xmlns:a="http://schemas.openxmlformats.org/drawingml/2006/main" noGrp="1"/>
          </p:cNvSpPr>
          <p:nvPr/>
        </p:nvSpPr>
        <p:spPr>
          <a:xfrm xmlns:a="http://schemas.openxmlformats.org/drawingml/2006/main">
            <a:off x="6724650" y="1847850"/>
            <a:ext cx="4476750" cy="2190750"/>
          </a:xfrm>
          <a:prstGeom xmlns:a="http://schemas.openxmlformats.org/drawingml/2006/main" prst="rect">
            <a:avLst/>
          </a:prstGeom>
          <a:solidFill xmlns:a="http://schemas.openxmlformats.org/drawingml/2006/main">
            <a:srgbClr val="FBF8F2"/>
          </a:solidFill>
          <a:ln xmlns:a="http://schemas.openxmlformats.org/drawingml/2006/main" w="9525">
            <a:solidFill>
              <a:srgbClr val="D5CEC4"/>
            </a:solidFill>
            <a:prstDash val="solid"/>
          </a:ln>
        </p:spPr>
      </p:sp>
      <p:sp>
        <p:nvSpPr>
          <p:cNvPr id="11" name="">
            <a:extLst xmlns:a="http://schemas.openxmlformats.org/drawingml/2006/main">
              <a:ext uri="{FF2B5EF4-FFF2-40B4-BE49-F238E27FC236}">
                <a16:creationId xmlns:a16="http://schemas.microsoft.com/office/drawing/2014/main" id="{9A4E699C-898D-4C85-B041-6D16B2A395FA}"/>
              </a:ext>
            </a:extLst>
          </p:cNvPr>
          <p:cNvSpPr>
            <a:spLocks xmlns:a="http://schemas.openxmlformats.org/drawingml/2006/main" noGrp="1"/>
          </p:cNvSpPr>
          <p:nvPr/>
        </p:nvSpPr>
        <p:spPr>
          <a:xfrm xmlns:a="http://schemas.openxmlformats.org/drawingml/2006/main">
            <a:off x="6724650" y="1847850"/>
            <a:ext cx="66675" cy="2190750"/>
          </a:xfrm>
          <a:prstGeom xmlns:a="http://schemas.openxmlformats.org/drawingml/2006/main" prst="rect">
            <a:avLst/>
          </a:prstGeom>
          <a:solidFill xmlns:a="http://schemas.openxmlformats.org/drawingml/2006/main">
            <a:srgbClr val="C85B1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6C021A4-2FE9-42A1-BDF5-6ADAD6473376}"/>
              </a:ext>
            </a:extLst>
          </p:cNvPr>
          <p:cNvSpPr>
            <a:spLocks xmlns:a="http://schemas.openxmlformats.org/drawingml/2006/main" noGrp="1"/>
          </p:cNvSpPr>
          <p:nvPr/>
        </p:nvSpPr>
        <p:spPr>
          <a:xfrm xmlns:a="http://schemas.openxmlformats.org/drawingml/2006/main">
            <a:off x="6953250" y="2000250"/>
            <a:ext cx="401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C85B1A"/>
                </a:solidFill>
                <a:latin typeface="Yu Gothic"/>
                <a:ea typeface="Yu Gothic"/>
                <a:cs typeface="Yu Gothic"/>
              </a:defRPr>
            </a:pPr>
            <a:r>
              <a:rPr sz="1500" b="1">
                <a:solidFill>
                  <a:srgbClr val="C85B1A"/>
                </a:solidFill>
                <a:latin typeface="Yu Gothic"/>
                <a:ea typeface="Yu Gothic"/>
                <a:cs typeface="Yu Gothic"/>
              </a:rPr>
              <a:t>今日の定義</a:t>
            </a:r>
          </a:p>
        </p:txBody>
      </p:sp>
      <p:sp>
        <p:nvSpPr>
          <p:cNvPr id="13" name="">
            <a:extLst xmlns:a="http://schemas.openxmlformats.org/drawingml/2006/main">
              <a:ext uri="{FF2B5EF4-FFF2-40B4-BE49-F238E27FC236}">
                <a16:creationId xmlns:a16="http://schemas.microsoft.com/office/drawing/2014/main" id="{64B1B86E-D956-4BF2-9000-EF2204BAED57}"/>
              </a:ext>
            </a:extLst>
          </p:cNvPr>
          <p:cNvSpPr>
            <a:spLocks xmlns:a="http://schemas.openxmlformats.org/drawingml/2006/main" noGrp="1"/>
          </p:cNvSpPr>
          <p:nvPr/>
        </p:nvSpPr>
        <p:spPr>
          <a:xfrm xmlns:a="http://schemas.openxmlformats.org/drawingml/2006/main">
            <a:off x="6953250" y="2381250"/>
            <a:ext cx="4019550" cy="1543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52607A"/>
                </a:solidFill>
                <a:latin typeface="Yu Gothic"/>
                <a:ea typeface="Yu Gothic"/>
                <a:cs typeface="Yu Gothic"/>
              </a:defRPr>
            </a:pPr>
            <a:r>
              <a:rPr sz="1875" b="0">
                <a:solidFill>
                  <a:srgbClr val="52607A"/>
                </a:solidFill>
                <a:latin typeface="Yu Gothic"/>
                <a:ea typeface="Yu Gothic"/>
                <a:cs typeface="Yu Gothic"/>
              </a:rPr>
              <a:t>AIが変更しても壊れていないと判断する材料を自動で集める。</a:t>
            </a:r>
          </a:p>
        </p:txBody>
      </p:sp>
      <p:sp>
        <p:nvSpPr>
          <p:cNvPr id="14" name="">
            <a:extLst xmlns:a="http://schemas.openxmlformats.org/drawingml/2006/main">
              <a:ext uri="{FF2B5EF4-FFF2-40B4-BE49-F238E27FC236}">
                <a16:creationId xmlns:a16="http://schemas.microsoft.com/office/drawing/2014/main" id="{D1DE5506-B25C-47AA-9F78-BC7B5D75FE47}"/>
              </a:ext>
            </a:extLst>
          </p:cNvPr>
          <p:cNvSpPr>
            <a:spLocks xmlns:a="http://schemas.openxmlformats.org/drawingml/2006/main" noGrp="1"/>
          </p:cNvSpPr>
          <p:nvPr/>
        </p:nvSpPr>
        <p:spPr>
          <a:xfrm xmlns:a="http://schemas.openxmlformats.org/drawingml/2006/main">
            <a:off x="1828800" y="4781550"/>
            <a:ext cx="857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a:solidFill>
                  <a:srgbClr val="14204A"/>
                </a:solidFill>
                <a:latin typeface="Yu Gothic"/>
                <a:ea typeface="Yu Gothic"/>
                <a:cs typeface="Yu Gothic"/>
              </a:defRPr>
            </a:pPr>
            <a:r>
              <a:rPr sz="1950" b="1">
                <a:solidFill>
                  <a:srgbClr val="14204A"/>
                </a:solidFill>
                <a:latin typeface="Yu Gothic"/>
                <a:ea typeface="Yu Gothic"/>
                <a:cs typeface="Yu Gothic"/>
              </a:rPr>
              <a:t>コードを書くAIに対して、人間は仕様と検証の設計を担う。</a:t>
            </a:r>
          </a:p>
        </p:txBody>
      </p:sp>
    </p:spTree>
    <p:extLst>
      <p:ext uri="{BB962C8B-B14F-4D97-AF65-F5344CB8AC3E}">
        <p14:creationId xmlns:p14="http://schemas.microsoft.com/office/powerpoint/2010/main" val="383971264"/>
      </p:ext>
    </p:extLst>
  </p:cSld>
</p:sld>
</file>

<file path=ppt/slides/slide29.xml><?xml version="1.0" encoding="utf-8"?>
<p:sld xmlns:p="http://schemas.openxmlformats.org/presentationml/2006/main">
  <p:cSld>
    <p:bg>
      <p:bgPr>
        <a:solidFill xmlns:a="http://schemas.openxmlformats.org/drawingml/2006/main">
          <a:srgbClr val="ECE7E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07CFA66-4A81-4650-9DF9-813F33CAECE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245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FCB9D1C-11FE-4B9C-8E33-0D59E99529A6}"/>
              </a:ext>
            </a:extLst>
          </p:cNvPr>
          <p:cNvSpPr>
            <a:spLocks xmlns:a="http://schemas.openxmlformats.org/drawingml/2006/main" noGrp="1"/>
          </p:cNvSpPr>
          <p:nvPr/>
        </p:nvSpPr>
        <p:spPr>
          <a:xfrm xmlns:a="http://schemas.openxmlformats.org/drawingml/2006/main">
            <a:off x="514350" y="400050"/>
            <a:ext cx="76200" cy="266700"/>
          </a:xfrm>
          <a:prstGeom xmlns:a="http://schemas.openxmlformats.org/drawingml/2006/main" prst="rect">
            <a:avLst/>
          </a:prstGeom>
          <a:solidFill xmlns:a="http://schemas.openxmlformats.org/drawingml/2006/main">
            <a:srgbClr val="33824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B90161F-6F97-459A-9DAD-13EAE9E4DB53}"/>
              </a:ext>
            </a:extLst>
          </p:cNvPr>
          <p:cNvSpPr>
            <a:spLocks xmlns:a="http://schemas.openxmlformats.org/drawingml/2006/main" noGrp="1"/>
          </p:cNvSpPr>
          <p:nvPr/>
        </p:nvSpPr>
        <p:spPr>
          <a:xfrm xmlns:a="http://schemas.openxmlformats.org/drawingml/2006/main">
            <a:off x="704850" y="381000"/>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33824A"/>
                </a:solidFill>
                <a:latin typeface="Yu Gothic"/>
                <a:ea typeface="Yu Gothic"/>
                <a:cs typeface="Yu Gothic"/>
              </a:defRPr>
            </a:pPr>
            <a:r>
              <a:rPr sz="975" b="1">
                <a:solidFill>
                  <a:srgbClr val="33824A"/>
                </a:solidFill>
                <a:latin typeface="Yu Gothic"/>
                <a:ea typeface="Yu Gothic"/>
                <a:cs typeface="Yu Gothic"/>
              </a:rPr>
              <a:t>RECAP</a:t>
            </a:r>
          </a:p>
        </p:txBody>
      </p:sp>
      <p:sp>
        <p:nvSpPr>
          <p:cNvPr id="4" name="">
            <a:extLst xmlns:a="http://schemas.openxmlformats.org/drawingml/2006/main">
              <a:ext uri="{FF2B5EF4-FFF2-40B4-BE49-F238E27FC236}">
                <a16:creationId xmlns:a16="http://schemas.microsoft.com/office/drawing/2014/main" id="{3615F791-7416-47D6-B6A5-BCFA83A424B0}"/>
              </a:ext>
            </a:extLst>
          </p:cNvPr>
          <p:cNvSpPr>
            <a:spLocks xmlns:a="http://schemas.openxmlformats.org/drawingml/2006/main" noGrp="1"/>
          </p:cNvSpPr>
          <p:nvPr/>
        </p:nvSpPr>
        <p:spPr>
          <a:xfrm xmlns:a="http://schemas.openxmlformats.org/drawingml/2006/main">
            <a:off x="533400" y="857250"/>
            <a:ext cx="1000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72452"/>
                </a:solidFill>
                <a:latin typeface="Yu Gothic"/>
                <a:ea typeface="Yu Gothic"/>
                <a:cs typeface="Yu Gothic"/>
              </a:defRPr>
            </a:pPr>
            <a:r>
              <a:rPr sz="2700" b="1">
                <a:solidFill>
                  <a:srgbClr val="172452"/>
                </a:solidFill>
                <a:latin typeface="Yu Gothic"/>
                <a:ea typeface="Yu Gothic"/>
                <a:cs typeface="Yu Gothic"/>
              </a:rPr>
              <a:t>足りないものがどう埋まったか</a:t>
            </a:r>
          </a:p>
        </p:txBody>
      </p:sp>
      <p:sp>
        <p:nvSpPr>
          <p:cNvPr id="5" name="">
            <a:extLst xmlns:a="http://schemas.openxmlformats.org/drawingml/2006/main">
              <a:ext uri="{FF2B5EF4-FFF2-40B4-BE49-F238E27FC236}">
                <a16:creationId xmlns:a16="http://schemas.microsoft.com/office/drawing/2014/main" id="{62B59559-E509-4D22-AD72-8707233ECB93}"/>
              </a:ext>
            </a:extLst>
          </p:cNvPr>
          <p:cNvSpPr>
            <a:spLocks xmlns:a="http://schemas.openxmlformats.org/drawingml/2006/main" noGrp="1"/>
          </p:cNvSpPr>
          <p:nvPr/>
        </p:nvSpPr>
        <p:spPr>
          <a:xfrm xmlns:a="http://schemas.openxmlformats.org/drawingml/2006/main">
            <a:off x="11125200" y="632460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52607A"/>
                </a:solidFill>
                <a:latin typeface="Yu Gothic"/>
                <a:ea typeface="Yu Gothic"/>
                <a:cs typeface="Yu Gothic"/>
              </a:defRPr>
            </a:pPr>
            <a:r>
              <a:rPr sz="900" b="0">
                <a:solidFill>
                  <a:srgbClr val="52607A"/>
                </a:solidFill>
                <a:latin typeface="Yu Gothic"/>
                <a:ea typeface="Yu Gothic"/>
                <a:cs typeface="Yu Gothic"/>
              </a:rPr>
              <a:t>29</a:t>
            </a:r>
          </a:p>
        </p:txBody>
      </p:sp>
      <p:sp>
        <p:nvSpPr>
          <p:cNvPr id="6" name="">
            <a:extLst xmlns:a="http://schemas.openxmlformats.org/drawingml/2006/main">
              <a:ext uri="{FF2B5EF4-FFF2-40B4-BE49-F238E27FC236}">
                <a16:creationId xmlns:a16="http://schemas.microsoft.com/office/drawing/2014/main" id="{A608A206-FA0C-4DA1-8491-A3FDD1C163BD}"/>
              </a:ext>
            </a:extLst>
          </p:cNvPr>
          <p:cNvSpPr>
            <a:spLocks xmlns:a="http://schemas.openxmlformats.org/drawingml/2006/main" noGrp="1"/>
          </p:cNvSpPr>
          <p:nvPr/>
        </p:nvSpPr>
        <p:spPr>
          <a:xfrm xmlns:a="http://schemas.openxmlformats.org/drawingml/2006/main">
            <a:off x="666750" y="1543050"/>
            <a:ext cx="10477500" cy="457200"/>
          </a:xfrm>
          <a:prstGeom xmlns:a="http://schemas.openxmlformats.org/drawingml/2006/main" prst="rect">
            <a:avLst/>
          </a:prstGeom>
          <a:solidFill xmlns:a="http://schemas.openxmlformats.org/drawingml/2006/main">
            <a:srgbClr val="172452"/>
          </a:solidFill>
          <a:ln xmlns:a="http://schemas.openxmlformats.org/drawingml/2006/main" w="9525">
            <a:solidFill>
              <a:srgbClr val="172452"/>
            </a:solidFill>
            <a:prstDash val="solid"/>
          </a:ln>
        </p:spPr>
      </p:sp>
      <p:sp>
        <p:nvSpPr>
          <p:cNvPr id="7" name="">
            <a:extLst xmlns:a="http://schemas.openxmlformats.org/drawingml/2006/main">
              <a:ext uri="{FF2B5EF4-FFF2-40B4-BE49-F238E27FC236}">
                <a16:creationId xmlns:a16="http://schemas.microsoft.com/office/drawing/2014/main" id="{36FF16AC-F639-4A14-963C-6A007CBE95D8}"/>
              </a:ext>
            </a:extLst>
          </p:cNvPr>
          <p:cNvSpPr>
            <a:spLocks xmlns:a="http://schemas.openxmlformats.org/drawingml/2006/main" noGrp="1"/>
          </p:cNvSpPr>
          <p:nvPr/>
        </p:nvSpPr>
        <p:spPr>
          <a:xfrm xmlns:a="http://schemas.openxmlformats.org/drawingml/2006/main">
            <a:off x="781050" y="1628775"/>
            <a:ext cx="1866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FFFFF"/>
                </a:solidFill>
                <a:latin typeface="Yu Gothic"/>
                <a:ea typeface="Yu Gothic"/>
                <a:cs typeface="Yu Gothic"/>
              </a:defRPr>
            </a:pPr>
            <a:r>
              <a:rPr sz="1200" b="1">
                <a:solidFill>
                  <a:srgbClr val="FFFFFF"/>
                </a:solidFill>
                <a:latin typeface="Yu Gothic"/>
                <a:ea typeface="Yu Gothic"/>
                <a:cs typeface="Yu Gothic"/>
              </a:rPr>
              <a:t>観点</a:t>
            </a:r>
          </a:p>
        </p:txBody>
      </p:sp>
      <p:sp>
        <p:nvSpPr>
          <p:cNvPr id="8" name="">
            <a:extLst xmlns:a="http://schemas.openxmlformats.org/drawingml/2006/main">
              <a:ext uri="{FF2B5EF4-FFF2-40B4-BE49-F238E27FC236}">
                <a16:creationId xmlns:a16="http://schemas.microsoft.com/office/drawing/2014/main" id="{022B0CF6-7815-4C9B-8045-C8B832AAB215}"/>
              </a:ext>
            </a:extLst>
          </p:cNvPr>
          <p:cNvSpPr>
            <a:spLocks xmlns:a="http://schemas.openxmlformats.org/drawingml/2006/main" noGrp="1"/>
          </p:cNvSpPr>
          <p:nvPr/>
        </p:nvSpPr>
        <p:spPr>
          <a:xfrm xmlns:a="http://schemas.openxmlformats.org/drawingml/2006/main">
            <a:off x="2876550" y="1628775"/>
            <a:ext cx="3009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FFFFF"/>
                </a:solidFill>
                <a:latin typeface="Yu Gothic"/>
                <a:ea typeface="Yu Gothic"/>
                <a:cs typeface="Yu Gothic"/>
              </a:defRPr>
            </a:pPr>
            <a:r>
              <a:rPr sz="1200" b="1">
                <a:solidFill>
                  <a:srgbClr val="FFFFFF"/>
                </a:solidFill>
                <a:latin typeface="Yu Gothic"/>
                <a:ea typeface="Yu Gothic"/>
                <a:cs typeface="Yu Gothic"/>
              </a:rPr>
              <a:t>開始時点</a:t>
            </a:r>
          </a:p>
        </p:txBody>
      </p:sp>
      <p:sp>
        <p:nvSpPr>
          <p:cNvPr id="9" name="">
            <a:extLst xmlns:a="http://schemas.openxmlformats.org/drawingml/2006/main">
              <a:ext uri="{FF2B5EF4-FFF2-40B4-BE49-F238E27FC236}">
                <a16:creationId xmlns:a16="http://schemas.microsoft.com/office/drawing/2014/main" id="{A4861487-B5EE-43C7-82C0-67C9ECF62F98}"/>
              </a:ext>
            </a:extLst>
          </p:cNvPr>
          <p:cNvSpPr>
            <a:spLocks xmlns:a="http://schemas.openxmlformats.org/drawingml/2006/main" noGrp="1"/>
          </p:cNvSpPr>
          <p:nvPr/>
        </p:nvSpPr>
        <p:spPr>
          <a:xfrm xmlns:a="http://schemas.openxmlformats.org/drawingml/2006/main">
            <a:off x="6115050" y="1628775"/>
            <a:ext cx="4914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FFFFF"/>
                </a:solidFill>
                <a:latin typeface="Yu Gothic"/>
                <a:ea typeface="Yu Gothic"/>
                <a:cs typeface="Yu Gothic"/>
              </a:defRPr>
            </a:pPr>
            <a:r>
              <a:rPr sz="1200" b="1">
                <a:solidFill>
                  <a:srgbClr val="FFFFFF"/>
                </a:solidFill>
                <a:latin typeface="Yu Gothic"/>
                <a:ea typeface="Yu Gothic"/>
                <a:cs typeface="Yu Gothic"/>
              </a:rPr>
              <a:t>デモ後</a:t>
            </a:r>
          </a:p>
        </p:txBody>
      </p:sp>
      <p:sp>
        <p:nvSpPr>
          <p:cNvPr id="10" name="">
            <a:extLst xmlns:a="http://schemas.openxmlformats.org/drawingml/2006/main">
              <a:ext uri="{FF2B5EF4-FFF2-40B4-BE49-F238E27FC236}">
                <a16:creationId xmlns:a16="http://schemas.microsoft.com/office/drawing/2014/main" id="{E3D6E254-8BDE-40A5-9F71-5A11F431F389}"/>
              </a:ext>
            </a:extLst>
          </p:cNvPr>
          <p:cNvSpPr>
            <a:spLocks xmlns:a="http://schemas.openxmlformats.org/drawingml/2006/main" noGrp="1"/>
          </p:cNvSpPr>
          <p:nvPr/>
        </p:nvSpPr>
        <p:spPr>
          <a:xfrm xmlns:a="http://schemas.openxmlformats.org/drawingml/2006/main">
            <a:off x="666750" y="2000250"/>
            <a:ext cx="10477500" cy="457200"/>
          </a:xfrm>
          <a:prstGeom xmlns:a="http://schemas.openxmlformats.org/drawingml/2006/main" prst="rect">
            <a:avLst/>
          </a:prstGeom>
          <a:solidFill xmlns:a="http://schemas.openxmlformats.org/drawingml/2006/main">
            <a:srgbClr val="FBF8F2"/>
          </a:solidFill>
          <a:ln xmlns:a="http://schemas.openxmlformats.org/drawingml/2006/main" w="9525">
            <a:solidFill>
              <a:srgbClr val="D5CEC4"/>
            </a:solidFill>
            <a:prstDash val="solid"/>
          </a:ln>
        </p:spPr>
      </p:sp>
      <p:sp>
        <p:nvSpPr>
          <p:cNvPr id="11" name="">
            <a:extLst xmlns:a="http://schemas.openxmlformats.org/drawingml/2006/main">
              <a:ext uri="{FF2B5EF4-FFF2-40B4-BE49-F238E27FC236}">
                <a16:creationId xmlns:a16="http://schemas.microsoft.com/office/drawing/2014/main" id="{B731D8A5-74A0-4E62-B792-058054A14424}"/>
              </a:ext>
            </a:extLst>
          </p:cNvPr>
          <p:cNvSpPr>
            <a:spLocks xmlns:a="http://schemas.openxmlformats.org/drawingml/2006/main" noGrp="1"/>
          </p:cNvSpPr>
          <p:nvPr/>
        </p:nvSpPr>
        <p:spPr>
          <a:xfrm xmlns:a="http://schemas.openxmlformats.org/drawingml/2006/main">
            <a:off x="781050" y="2085975"/>
            <a:ext cx="1866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4204A"/>
                </a:solidFill>
                <a:latin typeface="Yu Gothic"/>
                <a:ea typeface="Yu Gothic"/>
                <a:cs typeface="Yu Gothic"/>
              </a:defRPr>
            </a:pPr>
            <a:r>
              <a:rPr sz="1200" b="1">
                <a:solidFill>
                  <a:srgbClr val="14204A"/>
                </a:solidFill>
                <a:latin typeface="Yu Gothic"/>
                <a:ea typeface="Yu Gothic"/>
                <a:cs typeface="Yu Gothic"/>
              </a:rPr>
              <a:t>既存挙動</a:t>
            </a:r>
          </a:p>
        </p:txBody>
      </p:sp>
      <p:sp>
        <p:nvSpPr>
          <p:cNvPr id="12" name="">
            <a:extLst xmlns:a="http://schemas.openxmlformats.org/drawingml/2006/main">
              <a:ext uri="{FF2B5EF4-FFF2-40B4-BE49-F238E27FC236}">
                <a16:creationId xmlns:a16="http://schemas.microsoft.com/office/drawing/2014/main" id="{512963CB-89BC-46A1-B133-C799FEE2F75D}"/>
              </a:ext>
            </a:extLst>
          </p:cNvPr>
          <p:cNvSpPr>
            <a:spLocks xmlns:a="http://schemas.openxmlformats.org/drawingml/2006/main" noGrp="1"/>
          </p:cNvSpPr>
          <p:nvPr/>
        </p:nvSpPr>
        <p:spPr>
          <a:xfrm xmlns:a="http://schemas.openxmlformats.org/drawingml/2006/main">
            <a:off x="2876550" y="2085975"/>
            <a:ext cx="3009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2607A"/>
                </a:solidFill>
                <a:latin typeface="Yu Gothic"/>
                <a:ea typeface="Yu Gothic"/>
                <a:cs typeface="Yu Gothic"/>
              </a:defRPr>
            </a:pPr>
            <a:r>
              <a:rPr sz="1200" b="0">
                <a:solidFill>
                  <a:srgbClr val="52607A"/>
                </a:solidFill>
                <a:latin typeface="Yu Gothic"/>
                <a:ea typeface="Yu Gothic"/>
                <a:cs typeface="Yu Gothic"/>
              </a:rPr>
              <a:t>ない</a:t>
            </a:r>
          </a:p>
        </p:txBody>
      </p:sp>
      <p:sp>
        <p:nvSpPr>
          <p:cNvPr id="13" name="">
            <a:extLst xmlns:a="http://schemas.openxmlformats.org/drawingml/2006/main">
              <a:ext uri="{FF2B5EF4-FFF2-40B4-BE49-F238E27FC236}">
                <a16:creationId xmlns:a16="http://schemas.microsoft.com/office/drawing/2014/main" id="{7DCF28FC-CEF2-4C07-98C3-AC9F99ED2A63}"/>
              </a:ext>
            </a:extLst>
          </p:cNvPr>
          <p:cNvSpPr>
            <a:spLocks xmlns:a="http://schemas.openxmlformats.org/drawingml/2006/main" noGrp="1"/>
          </p:cNvSpPr>
          <p:nvPr/>
        </p:nvSpPr>
        <p:spPr>
          <a:xfrm xmlns:a="http://schemas.openxmlformats.org/drawingml/2006/main">
            <a:off x="6115050" y="2085975"/>
            <a:ext cx="4914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2607A"/>
                </a:solidFill>
                <a:latin typeface="Yu Gothic"/>
                <a:ea typeface="Yu Gothic"/>
                <a:cs typeface="Yu Gothic"/>
              </a:defRPr>
            </a:pPr>
            <a:r>
              <a:rPr sz="1200" b="0">
                <a:solidFill>
                  <a:srgbClr val="52607A"/>
                </a:solidFill>
                <a:latin typeface="Yu Gothic"/>
                <a:ea typeface="Yu Gothic"/>
                <a:cs typeface="Yu Gothic"/>
              </a:rPr>
              <a:t>characterization testで固定</a:t>
            </a:r>
          </a:p>
        </p:txBody>
      </p:sp>
      <p:sp>
        <p:nvSpPr>
          <p:cNvPr id="14" name="">
            <a:extLst xmlns:a="http://schemas.openxmlformats.org/drawingml/2006/main">
              <a:ext uri="{FF2B5EF4-FFF2-40B4-BE49-F238E27FC236}">
                <a16:creationId xmlns:a16="http://schemas.microsoft.com/office/drawing/2014/main" id="{CA2919DA-63AE-4A36-9936-2EBFCAB4420E}"/>
              </a:ext>
            </a:extLst>
          </p:cNvPr>
          <p:cNvSpPr>
            <a:spLocks xmlns:a="http://schemas.openxmlformats.org/drawingml/2006/main" noGrp="1"/>
          </p:cNvSpPr>
          <p:nvPr/>
        </p:nvSpPr>
        <p:spPr>
          <a:xfrm xmlns:a="http://schemas.openxmlformats.org/drawingml/2006/main">
            <a:off x="666750" y="2457450"/>
            <a:ext cx="10477500" cy="457200"/>
          </a:xfrm>
          <a:prstGeom xmlns:a="http://schemas.openxmlformats.org/drawingml/2006/main" prst="rect">
            <a:avLst/>
          </a:prstGeom>
          <a:solidFill xmlns:a="http://schemas.openxmlformats.org/drawingml/2006/main">
            <a:srgbClr val="F3EEE7"/>
          </a:solidFill>
          <a:ln xmlns:a="http://schemas.openxmlformats.org/drawingml/2006/main" w="9525">
            <a:solidFill>
              <a:srgbClr val="D5CEC4"/>
            </a:solidFill>
            <a:prstDash val="solid"/>
          </a:ln>
        </p:spPr>
      </p:sp>
      <p:sp>
        <p:nvSpPr>
          <p:cNvPr id="15" name="">
            <a:extLst xmlns:a="http://schemas.openxmlformats.org/drawingml/2006/main">
              <a:ext uri="{FF2B5EF4-FFF2-40B4-BE49-F238E27FC236}">
                <a16:creationId xmlns:a16="http://schemas.microsoft.com/office/drawing/2014/main" id="{C03265A9-4266-4E84-A8F7-3C644C24A629}"/>
              </a:ext>
            </a:extLst>
          </p:cNvPr>
          <p:cNvSpPr>
            <a:spLocks xmlns:a="http://schemas.openxmlformats.org/drawingml/2006/main" noGrp="1"/>
          </p:cNvSpPr>
          <p:nvPr/>
        </p:nvSpPr>
        <p:spPr>
          <a:xfrm xmlns:a="http://schemas.openxmlformats.org/drawingml/2006/main">
            <a:off x="781050" y="2543175"/>
            <a:ext cx="1866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4204A"/>
                </a:solidFill>
                <a:latin typeface="Yu Gothic"/>
                <a:ea typeface="Yu Gothic"/>
                <a:cs typeface="Yu Gothic"/>
              </a:defRPr>
            </a:pPr>
            <a:r>
              <a:rPr sz="1200" b="1">
                <a:solidFill>
                  <a:srgbClr val="14204A"/>
                </a:solidFill>
                <a:latin typeface="Yu Gothic"/>
                <a:ea typeface="Yu Gothic"/>
                <a:cs typeface="Yu Gothic"/>
              </a:rPr>
              <a:t>新仕様</a:t>
            </a:r>
          </a:p>
        </p:txBody>
      </p:sp>
      <p:sp>
        <p:nvSpPr>
          <p:cNvPr id="16" name="">
            <a:extLst xmlns:a="http://schemas.openxmlformats.org/drawingml/2006/main">
              <a:ext uri="{FF2B5EF4-FFF2-40B4-BE49-F238E27FC236}">
                <a16:creationId xmlns:a16="http://schemas.microsoft.com/office/drawing/2014/main" id="{09C18DD7-D65A-4948-9E1E-C688474D295A}"/>
              </a:ext>
            </a:extLst>
          </p:cNvPr>
          <p:cNvSpPr>
            <a:spLocks xmlns:a="http://schemas.openxmlformats.org/drawingml/2006/main" noGrp="1"/>
          </p:cNvSpPr>
          <p:nvPr/>
        </p:nvSpPr>
        <p:spPr>
          <a:xfrm xmlns:a="http://schemas.openxmlformats.org/drawingml/2006/main">
            <a:off x="2876550" y="2543175"/>
            <a:ext cx="3009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2607A"/>
                </a:solidFill>
                <a:latin typeface="Yu Gothic"/>
                <a:ea typeface="Yu Gothic"/>
                <a:cs typeface="Yu Gothic"/>
              </a:defRPr>
            </a:pPr>
            <a:r>
              <a:rPr sz="1200" b="0">
                <a:solidFill>
                  <a:srgbClr val="52607A"/>
                </a:solidFill>
                <a:latin typeface="Yu Gothic"/>
                <a:ea typeface="Yu Gothic"/>
                <a:cs typeface="Yu Gothic"/>
              </a:rPr>
              <a:t>曖昧</a:t>
            </a:r>
          </a:p>
        </p:txBody>
      </p:sp>
      <p:sp>
        <p:nvSpPr>
          <p:cNvPr id="17" name="">
            <a:extLst xmlns:a="http://schemas.openxmlformats.org/drawingml/2006/main">
              <a:ext uri="{FF2B5EF4-FFF2-40B4-BE49-F238E27FC236}">
                <a16:creationId xmlns:a16="http://schemas.microsoft.com/office/drawing/2014/main" id="{A9C198B2-EE56-4DA1-B218-4BC22AC03AF1}"/>
              </a:ext>
            </a:extLst>
          </p:cNvPr>
          <p:cNvSpPr>
            <a:spLocks xmlns:a="http://schemas.openxmlformats.org/drawingml/2006/main" noGrp="1"/>
          </p:cNvSpPr>
          <p:nvPr/>
        </p:nvSpPr>
        <p:spPr>
          <a:xfrm xmlns:a="http://schemas.openxmlformats.org/drawingml/2006/main">
            <a:off x="6115050" y="2543175"/>
            <a:ext cx="4914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2607A"/>
                </a:solidFill>
                <a:latin typeface="Yu Gothic"/>
                <a:ea typeface="Yu Gothic"/>
                <a:cs typeface="Yu Gothic"/>
              </a:defRPr>
            </a:pPr>
            <a:r>
              <a:rPr sz="1200" b="0">
                <a:solidFill>
                  <a:srgbClr val="52607A"/>
                </a:solidFill>
                <a:latin typeface="Yu Gothic"/>
                <a:ea typeface="Yu Gothic"/>
                <a:cs typeface="Yu Gothic"/>
              </a:rPr>
              <a:t>CRで受け入れ条件化</a:t>
            </a:r>
          </a:p>
        </p:txBody>
      </p:sp>
      <p:sp>
        <p:nvSpPr>
          <p:cNvPr id="18" name="">
            <a:extLst xmlns:a="http://schemas.openxmlformats.org/drawingml/2006/main">
              <a:ext uri="{FF2B5EF4-FFF2-40B4-BE49-F238E27FC236}">
                <a16:creationId xmlns:a16="http://schemas.microsoft.com/office/drawing/2014/main" id="{AD11ED7F-A859-48A3-A68A-DB8EB2AC6CE0}"/>
              </a:ext>
            </a:extLst>
          </p:cNvPr>
          <p:cNvSpPr>
            <a:spLocks xmlns:a="http://schemas.openxmlformats.org/drawingml/2006/main" noGrp="1"/>
          </p:cNvSpPr>
          <p:nvPr/>
        </p:nvSpPr>
        <p:spPr>
          <a:xfrm xmlns:a="http://schemas.openxmlformats.org/drawingml/2006/main">
            <a:off x="666750" y="2914650"/>
            <a:ext cx="10477500" cy="457200"/>
          </a:xfrm>
          <a:prstGeom xmlns:a="http://schemas.openxmlformats.org/drawingml/2006/main" prst="rect">
            <a:avLst/>
          </a:prstGeom>
          <a:solidFill xmlns:a="http://schemas.openxmlformats.org/drawingml/2006/main">
            <a:srgbClr val="FBF8F2"/>
          </a:solidFill>
          <a:ln xmlns:a="http://schemas.openxmlformats.org/drawingml/2006/main" w="9525">
            <a:solidFill>
              <a:srgbClr val="D5CEC4"/>
            </a:solidFill>
            <a:prstDash val="solid"/>
          </a:ln>
        </p:spPr>
      </p:sp>
      <p:sp>
        <p:nvSpPr>
          <p:cNvPr id="19" name="">
            <a:extLst xmlns:a="http://schemas.openxmlformats.org/drawingml/2006/main">
              <a:ext uri="{FF2B5EF4-FFF2-40B4-BE49-F238E27FC236}">
                <a16:creationId xmlns:a16="http://schemas.microsoft.com/office/drawing/2014/main" id="{024B0107-2A15-4752-B93B-ADB55C5CEDEE}"/>
              </a:ext>
            </a:extLst>
          </p:cNvPr>
          <p:cNvSpPr>
            <a:spLocks xmlns:a="http://schemas.openxmlformats.org/drawingml/2006/main" noGrp="1"/>
          </p:cNvSpPr>
          <p:nvPr/>
        </p:nvSpPr>
        <p:spPr>
          <a:xfrm xmlns:a="http://schemas.openxmlformats.org/drawingml/2006/main">
            <a:off x="781050" y="3000375"/>
            <a:ext cx="1866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4204A"/>
                </a:solidFill>
                <a:latin typeface="Yu Gothic"/>
                <a:ea typeface="Yu Gothic"/>
                <a:cs typeface="Yu Gothic"/>
              </a:defRPr>
            </a:pPr>
            <a:r>
              <a:rPr sz="1200" b="1">
                <a:solidFill>
                  <a:srgbClr val="14204A"/>
                </a:solidFill>
                <a:latin typeface="Yu Gothic"/>
                <a:ea typeface="Yu Gothic"/>
                <a:cs typeface="Yu Gothic"/>
              </a:rPr>
              <a:t>構造</a:t>
            </a:r>
          </a:p>
        </p:txBody>
      </p:sp>
      <p:sp>
        <p:nvSpPr>
          <p:cNvPr id="20" name="">
            <a:extLst xmlns:a="http://schemas.openxmlformats.org/drawingml/2006/main">
              <a:ext uri="{FF2B5EF4-FFF2-40B4-BE49-F238E27FC236}">
                <a16:creationId xmlns:a16="http://schemas.microsoft.com/office/drawing/2014/main" id="{EF5B35D6-0A96-4C96-87C2-6563E94BD560}"/>
              </a:ext>
            </a:extLst>
          </p:cNvPr>
          <p:cNvSpPr>
            <a:spLocks xmlns:a="http://schemas.openxmlformats.org/drawingml/2006/main" noGrp="1"/>
          </p:cNvSpPr>
          <p:nvPr/>
        </p:nvSpPr>
        <p:spPr>
          <a:xfrm xmlns:a="http://schemas.openxmlformats.org/drawingml/2006/main">
            <a:off x="2876550" y="3000375"/>
            <a:ext cx="3009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2607A"/>
                </a:solidFill>
                <a:latin typeface="Yu Gothic"/>
                <a:ea typeface="Yu Gothic"/>
                <a:cs typeface="Yu Gothic"/>
              </a:defRPr>
            </a:pPr>
            <a:r>
              <a:rPr sz="1200" b="0">
                <a:solidFill>
                  <a:srgbClr val="52607A"/>
                </a:solidFill>
                <a:latin typeface="Yu Gothic"/>
                <a:ea typeface="Yu Gothic"/>
                <a:cs typeface="Yu Gothic"/>
              </a:rPr>
              <a:t>見ていない</a:t>
            </a:r>
          </a:p>
        </p:txBody>
      </p:sp>
      <p:sp>
        <p:nvSpPr>
          <p:cNvPr id="21" name="">
            <a:extLst xmlns:a="http://schemas.openxmlformats.org/drawingml/2006/main">
              <a:ext uri="{FF2B5EF4-FFF2-40B4-BE49-F238E27FC236}">
                <a16:creationId xmlns:a16="http://schemas.microsoft.com/office/drawing/2014/main" id="{B0BFAB3A-D8C9-40E9-A2E3-6BEAD12F9595}"/>
              </a:ext>
            </a:extLst>
          </p:cNvPr>
          <p:cNvSpPr>
            <a:spLocks xmlns:a="http://schemas.openxmlformats.org/drawingml/2006/main" noGrp="1"/>
          </p:cNvSpPr>
          <p:nvPr/>
        </p:nvSpPr>
        <p:spPr>
          <a:xfrm xmlns:a="http://schemas.openxmlformats.org/drawingml/2006/main">
            <a:off x="6115050" y="3000375"/>
            <a:ext cx="4914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2607A"/>
                </a:solidFill>
                <a:latin typeface="Yu Gothic"/>
                <a:ea typeface="Yu Gothic"/>
                <a:cs typeface="Yu Gothic"/>
              </a:defRPr>
            </a:pPr>
            <a:r>
              <a:rPr sz="1200" b="0">
                <a:solidFill>
                  <a:srgbClr val="52607A"/>
                </a:solidFill>
                <a:latin typeface="Yu Gothic"/>
                <a:ea typeface="Yu Gothic"/>
                <a:cs typeface="Yu Gothic"/>
              </a:rPr>
              <a:t>policy-boundary sensorで検出</a:t>
            </a:r>
          </a:p>
        </p:txBody>
      </p:sp>
      <p:sp>
        <p:nvSpPr>
          <p:cNvPr id="22" name="">
            <a:extLst xmlns:a="http://schemas.openxmlformats.org/drawingml/2006/main">
              <a:ext uri="{FF2B5EF4-FFF2-40B4-BE49-F238E27FC236}">
                <a16:creationId xmlns:a16="http://schemas.microsoft.com/office/drawing/2014/main" id="{75383A99-9C57-43C3-BCDD-B9EF7C0B8106}"/>
              </a:ext>
            </a:extLst>
          </p:cNvPr>
          <p:cNvSpPr>
            <a:spLocks xmlns:a="http://schemas.openxmlformats.org/drawingml/2006/main" noGrp="1"/>
          </p:cNvSpPr>
          <p:nvPr/>
        </p:nvSpPr>
        <p:spPr>
          <a:xfrm xmlns:a="http://schemas.openxmlformats.org/drawingml/2006/main">
            <a:off x="666750" y="3371850"/>
            <a:ext cx="10477500" cy="457200"/>
          </a:xfrm>
          <a:prstGeom xmlns:a="http://schemas.openxmlformats.org/drawingml/2006/main" prst="rect">
            <a:avLst/>
          </a:prstGeom>
          <a:solidFill xmlns:a="http://schemas.openxmlformats.org/drawingml/2006/main">
            <a:srgbClr val="F3EEE7"/>
          </a:solidFill>
          <a:ln xmlns:a="http://schemas.openxmlformats.org/drawingml/2006/main" w="9525">
            <a:solidFill>
              <a:srgbClr val="D5CEC4"/>
            </a:solidFill>
            <a:prstDash val="solid"/>
          </a:ln>
        </p:spPr>
      </p:sp>
      <p:sp>
        <p:nvSpPr>
          <p:cNvPr id="23" name="">
            <a:extLst xmlns:a="http://schemas.openxmlformats.org/drawingml/2006/main">
              <a:ext uri="{FF2B5EF4-FFF2-40B4-BE49-F238E27FC236}">
                <a16:creationId xmlns:a16="http://schemas.microsoft.com/office/drawing/2014/main" id="{4C77F66F-3537-47A9-BED8-E7129A9F9029}"/>
              </a:ext>
            </a:extLst>
          </p:cNvPr>
          <p:cNvSpPr>
            <a:spLocks xmlns:a="http://schemas.openxmlformats.org/drawingml/2006/main" noGrp="1"/>
          </p:cNvSpPr>
          <p:nvPr/>
        </p:nvSpPr>
        <p:spPr>
          <a:xfrm xmlns:a="http://schemas.openxmlformats.org/drawingml/2006/main">
            <a:off x="781050" y="3457575"/>
            <a:ext cx="1866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4204A"/>
                </a:solidFill>
                <a:latin typeface="Yu Gothic"/>
                <a:ea typeface="Yu Gothic"/>
                <a:cs typeface="Yu Gothic"/>
              </a:defRPr>
            </a:pPr>
            <a:r>
              <a:rPr sz="1200" b="1">
                <a:solidFill>
                  <a:srgbClr val="14204A"/>
                </a:solidFill>
                <a:latin typeface="Yu Gothic"/>
                <a:ea typeface="Yu Gothic"/>
                <a:cs typeface="Yu Gothic"/>
              </a:rPr>
              <a:t>作業規約</a:t>
            </a:r>
          </a:p>
        </p:txBody>
      </p:sp>
      <p:sp>
        <p:nvSpPr>
          <p:cNvPr id="24" name="">
            <a:extLst xmlns:a="http://schemas.openxmlformats.org/drawingml/2006/main">
              <a:ext uri="{FF2B5EF4-FFF2-40B4-BE49-F238E27FC236}">
                <a16:creationId xmlns:a16="http://schemas.microsoft.com/office/drawing/2014/main" id="{9132337C-9C78-45F2-A791-4D336B380147}"/>
              </a:ext>
            </a:extLst>
          </p:cNvPr>
          <p:cNvSpPr>
            <a:spLocks xmlns:a="http://schemas.openxmlformats.org/drawingml/2006/main" noGrp="1"/>
          </p:cNvSpPr>
          <p:nvPr/>
        </p:nvSpPr>
        <p:spPr>
          <a:xfrm xmlns:a="http://schemas.openxmlformats.org/drawingml/2006/main">
            <a:off x="2876550" y="3457575"/>
            <a:ext cx="3009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2607A"/>
                </a:solidFill>
                <a:latin typeface="Yu Gothic"/>
                <a:ea typeface="Yu Gothic"/>
                <a:cs typeface="Yu Gothic"/>
              </a:defRPr>
            </a:pPr>
            <a:r>
              <a:rPr sz="1200" b="0">
                <a:solidFill>
                  <a:srgbClr val="52607A"/>
                </a:solidFill>
                <a:latin typeface="Yu Gothic"/>
                <a:ea typeface="Yu Gothic"/>
                <a:cs typeface="Yu Gothic"/>
              </a:rPr>
              <a:t>プロンプト頼み</a:t>
            </a:r>
          </a:p>
        </p:txBody>
      </p:sp>
      <p:sp>
        <p:nvSpPr>
          <p:cNvPr id="25" name="">
            <a:extLst xmlns:a="http://schemas.openxmlformats.org/drawingml/2006/main">
              <a:ext uri="{FF2B5EF4-FFF2-40B4-BE49-F238E27FC236}">
                <a16:creationId xmlns:a16="http://schemas.microsoft.com/office/drawing/2014/main" id="{60E6BA1A-F387-4A25-9CAD-5372BA5A98BB}"/>
              </a:ext>
            </a:extLst>
          </p:cNvPr>
          <p:cNvSpPr>
            <a:spLocks xmlns:a="http://schemas.openxmlformats.org/drawingml/2006/main" noGrp="1"/>
          </p:cNvSpPr>
          <p:nvPr/>
        </p:nvSpPr>
        <p:spPr>
          <a:xfrm xmlns:a="http://schemas.openxmlformats.org/drawingml/2006/main">
            <a:off x="6115050" y="3457575"/>
            <a:ext cx="4914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2607A"/>
                </a:solidFill>
                <a:latin typeface="Yu Gothic"/>
                <a:ea typeface="Yu Gothic"/>
                <a:cs typeface="Yu Gothic"/>
              </a:defRPr>
            </a:pPr>
            <a:r>
              <a:rPr sz="1200" b="0">
                <a:solidFill>
                  <a:srgbClr val="52607A"/>
                </a:solidFill>
                <a:latin typeface="Yu Gothic"/>
                <a:ea typeface="Yu Gothic"/>
                <a:cs typeface="Yu Gothic"/>
              </a:rPr>
              <a:t>AGENTS.mdで継続</a:t>
            </a:r>
          </a:p>
        </p:txBody>
      </p:sp>
      <p:sp>
        <p:nvSpPr>
          <p:cNvPr id="26" name="">
            <a:extLst xmlns:a="http://schemas.openxmlformats.org/drawingml/2006/main">
              <a:ext uri="{FF2B5EF4-FFF2-40B4-BE49-F238E27FC236}">
                <a16:creationId xmlns:a16="http://schemas.microsoft.com/office/drawing/2014/main" id="{BD8BEB2F-4870-45BA-9CD4-43D3D7038551}"/>
              </a:ext>
            </a:extLst>
          </p:cNvPr>
          <p:cNvSpPr>
            <a:spLocks xmlns:a="http://schemas.openxmlformats.org/drawingml/2006/main" noGrp="1"/>
          </p:cNvSpPr>
          <p:nvPr/>
        </p:nvSpPr>
        <p:spPr>
          <a:xfrm xmlns:a="http://schemas.openxmlformats.org/drawingml/2006/main">
            <a:off x="666750" y="3829050"/>
            <a:ext cx="10477500" cy="457200"/>
          </a:xfrm>
          <a:prstGeom xmlns:a="http://schemas.openxmlformats.org/drawingml/2006/main" prst="rect">
            <a:avLst/>
          </a:prstGeom>
          <a:solidFill xmlns:a="http://schemas.openxmlformats.org/drawingml/2006/main">
            <a:srgbClr val="FBF8F2"/>
          </a:solidFill>
          <a:ln xmlns:a="http://schemas.openxmlformats.org/drawingml/2006/main" w="9525">
            <a:solidFill>
              <a:srgbClr val="D5CEC4"/>
            </a:solidFill>
            <a:prstDash val="solid"/>
          </a:ln>
        </p:spPr>
      </p:sp>
      <p:sp>
        <p:nvSpPr>
          <p:cNvPr id="27" name="">
            <a:extLst xmlns:a="http://schemas.openxmlformats.org/drawingml/2006/main">
              <a:ext uri="{FF2B5EF4-FFF2-40B4-BE49-F238E27FC236}">
                <a16:creationId xmlns:a16="http://schemas.microsoft.com/office/drawing/2014/main" id="{42184CA9-0C6C-418B-BA66-73BF709439CE}"/>
              </a:ext>
            </a:extLst>
          </p:cNvPr>
          <p:cNvSpPr>
            <a:spLocks xmlns:a="http://schemas.openxmlformats.org/drawingml/2006/main" noGrp="1"/>
          </p:cNvSpPr>
          <p:nvPr/>
        </p:nvSpPr>
        <p:spPr>
          <a:xfrm xmlns:a="http://schemas.openxmlformats.org/drawingml/2006/main">
            <a:off x="781050" y="3914775"/>
            <a:ext cx="1866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4204A"/>
                </a:solidFill>
                <a:latin typeface="Yu Gothic"/>
                <a:ea typeface="Yu Gothic"/>
                <a:cs typeface="Yu Gothic"/>
              </a:defRPr>
            </a:pPr>
            <a:r>
              <a:rPr sz="1200" b="1">
                <a:solidFill>
                  <a:srgbClr val="14204A"/>
                </a:solidFill>
                <a:latin typeface="Yu Gothic"/>
                <a:ea typeface="Yu Gothic"/>
                <a:cs typeface="Yu Gothic"/>
              </a:rPr>
              <a:t>判断記録</a:t>
            </a:r>
          </a:p>
        </p:txBody>
      </p:sp>
      <p:sp>
        <p:nvSpPr>
          <p:cNvPr id="28" name="">
            <a:extLst xmlns:a="http://schemas.openxmlformats.org/drawingml/2006/main">
              <a:ext uri="{FF2B5EF4-FFF2-40B4-BE49-F238E27FC236}">
                <a16:creationId xmlns:a16="http://schemas.microsoft.com/office/drawing/2014/main" id="{A45CC537-8A67-4404-A320-0423B7ED2F5A}"/>
              </a:ext>
            </a:extLst>
          </p:cNvPr>
          <p:cNvSpPr>
            <a:spLocks xmlns:a="http://schemas.openxmlformats.org/drawingml/2006/main" noGrp="1"/>
          </p:cNvSpPr>
          <p:nvPr/>
        </p:nvSpPr>
        <p:spPr>
          <a:xfrm xmlns:a="http://schemas.openxmlformats.org/drawingml/2006/main">
            <a:off x="2876550" y="3914775"/>
            <a:ext cx="3009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2607A"/>
                </a:solidFill>
                <a:latin typeface="Yu Gothic"/>
                <a:ea typeface="Yu Gothic"/>
                <a:cs typeface="Yu Gothic"/>
              </a:defRPr>
            </a:pPr>
            <a:r>
              <a:rPr sz="1200" b="0">
                <a:solidFill>
                  <a:srgbClr val="52607A"/>
                </a:solidFill>
                <a:latin typeface="Yu Gothic"/>
                <a:ea typeface="Yu Gothic"/>
                <a:cs typeface="Yu Gothic"/>
              </a:rPr>
              <a:t>残らない</a:t>
            </a:r>
          </a:p>
        </p:txBody>
      </p:sp>
      <p:sp>
        <p:nvSpPr>
          <p:cNvPr id="29" name="">
            <a:extLst xmlns:a="http://schemas.openxmlformats.org/drawingml/2006/main">
              <a:ext uri="{FF2B5EF4-FFF2-40B4-BE49-F238E27FC236}">
                <a16:creationId xmlns:a16="http://schemas.microsoft.com/office/drawing/2014/main" id="{9D41F7D0-34F2-4DBA-B28E-DD659EFE867E}"/>
              </a:ext>
            </a:extLst>
          </p:cNvPr>
          <p:cNvSpPr>
            <a:spLocks xmlns:a="http://schemas.openxmlformats.org/drawingml/2006/main" noGrp="1"/>
          </p:cNvSpPr>
          <p:nvPr/>
        </p:nvSpPr>
        <p:spPr>
          <a:xfrm xmlns:a="http://schemas.openxmlformats.org/drawingml/2006/main">
            <a:off x="6115050" y="3914775"/>
            <a:ext cx="4914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2607A"/>
                </a:solidFill>
                <a:latin typeface="Yu Gothic"/>
                <a:ea typeface="Yu Gothic"/>
                <a:cs typeface="Yu Gothic"/>
              </a:defRPr>
            </a:pPr>
            <a:r>
              <a:rPr sz="1200" b="0">
                <a:solidFill>
                  <a:srgbClr val="52607A"/>
                </a:solidFill>
                <a:latin typeface="Yu Gothic"/>
                <a:ea typeface="Yu Gothic"/>
                <a:cs typeface="Yu Gothic"/>
              </a:rPr>
              <a:t>spec / ADR / worklogへ還流</a:t>
            </a:r>
          </a:p>
        </p:txBody>
      </p:sp>
      <p:sp>
        <p:nvSpPr>
          <p:cNvPr id="30" name="">
            <a:extLst xmlns:a="http://schemas.openxmlformats.org/drawingml/2006/main">
              <a:ext uri="{FF2B5EF4-FFF2-40B4-BE49-F238E27FC236}">
                <a16:creationId xmlns:a16="http://schemas.microsoft.com/office/drawing/2014/main" id="{B1EEE445-B4DC-46D9-A853-C7431BB36F5B}"/>
              </a:ext>
            </a:extLst>
          </p:cNvPr>
          <p:cNvSpPr>
            <a:spLocks xmlns:a="http://schemas.openxmlformats.org/drawingml/2006/main" noGrp="1"/>
          </p:cNvSpPr>
          <p:nvPr/>
        </p:nvSpPr>
        <p:spPr>
          <a:xfrm xmlns:a="http://schemas.openxmlformats.org/drawingml/2006/main">
            <a:off x="666750" y="4286250"/>
            <a:ext cx="10477500" cy="457200"/>
          </a:xfrm>
          <a:prstGeom xmlns:a="http://schemas.openxmlformats.org/drawingml/2006/main" prst="rect">
            <a:avLst/>
          </a:prstGeom>
          <a:solidFill xmlns:a="http://schemas.openxmlformats.org/drawingml/2006/main">
            <a:srgbClr val="F3EEE7"/>
          </a:solidFill>
          <a:ln xmlns:a="http://schemas.openxmlformats.org/drawingml/2006/main" w="9525">
            <a:solidFill>
              <a:srgbClr val="D5CEC4"/>
            </a:solidFill>
            <a:prstDash val="solid"/>
          </a:ln>
        </p:spPr>
      </p:sp>
      <p:sp>
        <p:nvSpPr>
          <p:cNvPr id="31" name="">
            <a:extLst xmlns:a="http://schemas.openxmlformats.org/drawingml/2006/main">
              <a:ext uri="{FF2B5EF4-FFF2-40B4-BE49-F238E27FC236}">
                <a16:creationId xmlns:a16="http://schemas.microsoft.com/office/drawing/2014/main" id="{5CEE1A42-07AF-43DF-BF01-A4B2C86BBB56}"/>
              </a:ext>
            </a:extLst>
          </p:cNvPr>
          <p:cNvSpPr>
            <a:spLocks xmlns:a="http://schemas.openxmlformats.org/drawingml/2006/main" noGrp="1"/>
          </p:cNvSpPr>
          <p:nvPr/>
        </p:nvSpPr>
        <p:spPr>
          <a:xfrm xmlns:a="http://schemas.openxmlformats.org/drawingml/2006/main">
            <a:off x="781050" y="4371975"/>
            <a:ext cx="1866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4204A"/>
                </a:solidFill>
                <a:latin typeface="Yu Gothic"/>
                <a:ea typeface="Yu Gothic"/>
                <a:cs typeface="Yu Gothic"/>
              </a:defRPr>
            </a:pPr>
            <a:r>
              <a:rPr sz="1200" b="1">
                <a:solidFill>
                  <a:srgbClr val="14204A"/>
                </a:solidFill>
                <a:latin typeface="Yu Gothic"/>
                <a:ea typeface="Yu Gothic"/>
                <a:cs typeface="Yu Gothic"/>
              </a:rPr>
              <a:t>出口</a:t>
            </a:r>
          </a:p>
        </p:txBody>
      </p:sp>
      <p:sp>
        <p:nvSpPr>
          <p:cNvPr id="32" name="">
            <a:extLst xmlns:a="http://schemas.openxmlformats.org/drawingml/2006/main">
              <a:ext uri="{FF2B5EF4-FFF2-40B4-BE49-F238E27FC236}">
                <a16:creationId xmlns:a16="http://schemas.microsoft.com/office/drawing/2014/main" id="{124828D6-5FF2-4422-B0C4-36F2401F3829}"/>
              </a:ext>
            </a:extLst>
          </p:cNvPr>
          <p:cNvSpPr>
            <a:spLocks xmlns:a="http://schemas.openxmlformats.org/drawingml/2006/main" noGrp="1"/>
          </p:cNvSpPr>
          <p:nvPr/>
        </p:nvSpPr>
        <p:spPr>
          <a:xfrm xmlns:a="http://schemas.openxmlformats.org/drawingml/2006/main">
            <a:off x="2876550" y="4371975"/>
            <a:ext cx="3009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2607A"/>
                </a:solidFill>
                <a:latin typeface="Yu Gothic"/>
                <a:ea typeface="Yu Gothic"/>
                <a:cs typeface="Yu Gothic"/>
              </a:defRPr>
            </a:pPr>
            <a:r>
              <a:rPr sz="1200" b="0">
                <a:solidFill>
                  <a:srgbClr val="52607A"/>
                </a:solidFill>
                <a:latin typeface="Yu Gothic"/>
                <a:ea typeface="Yu Gothic"/>
                <a:cs typeface="Yu Gothic"/>
              </a:rPr>
              <a:t>人間が全部見る</a:t>
            </a:r>
          </a:p>
        </p:txBody>
      </p:sp>
      <p:sp>
        <p:nvSpPr>
          <p:cNvPr id="33" name="">
            <a:extLst xmlns:a="http://schemas.openxmlformats.org/drawingml/2006/main">
              <a:ext uri="{FF2B5EF4-FFF2-40B4-BE49-F238E27FC236}">
                <a16:creationId xmlns:a16="http://schemas.microsoft.com/office/drawing/2014/main" id="{B8F0733D-056C-4C9D-8230-C0CFF596C7EA}"/>
              </a:ext>
            </a:extLst>
          </p:cNvPr>
          <p:cNvSpPr>
            <a:spLocks xmlns:a="http://schemas.openxmlformats.org/drawingml/2006/main" noGrp="1"/>
          </p:cNvSpPr>
          <p:nvPr/>
        </p:nvSpPr>
        <p:spPr>
          <a:xfrm xmlns:a="http://schemas.openxmlformats.org/drawingml/2006/main">
            <a:off x="6115050" y="4371975"/>
            <a:ext cx="4914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2607A"/>
                </a:solidFill>
                <a:latin typeface="Yu Gothic"/>
                <a:ea typeface="Yu Gothic"/>
                <a:cs typeface="Yu Gothic"/>
              </a:defRPr>
            </a:pPr>
            <a:r>
              <a:rPr sz="1200" b="0">
                <a:solidFill>
                  <a:srgbClr val="52607A"/>
                </a:solidFill>
                <a:latin typeface="Yu Gothic"/>
                <a:ea typeface="Yu Gothic"/>
                <a:cs typeface="Yu Gothic"/>
              </a:rPr>
              <a:t>completion-reportで絞る</a:t>
            </a:r>
          </a:p>
        </p:txBody>
      </p:sp>
    </p:spTree>
    <p:extLst>
      <p:ext uri="{BB962C8B-B14F-4D97-AF65-F5344CB8AC3E}">
        <p14:creationId xmlns:p14="http://schemas.microsoft.com/office/powerpoint/2010/main" val="199561301"/>
      </p:ext>
    </p:extLst>
  </p:cSld>
</p:sld>
</file>

<file path=ppt/slides/slide30.xml><?xml version="1.0" encoding="utf-8"?>
<p:sld xmlns:p="http://schemas.openxmlformats.org/presentationml/2006/main">
  <p:cSld>
    <p:bg>
      <p:bgPr>
        <a:solidFill xmlns:a="http://schemas.openxmlformats.org/drawingml/2006/main">
          <a:srgbClr val="ECE7E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D1A6254-67DE-4EF1-B57B-9F5865ECA7F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245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AD93D8C-0E90-47C5-9B33-C3E258C00186}"/>
              </a:ext>
            </a:extLst>
          </p:cNvPr>
          <p:cNvSpPr>
            <a:spLocks xmlns:a="http://schemas.openxmlformats.org/drawingml/2006/main" noGrp="1"/>
          </p:cNvSpPr>
          <p:nvPr/>
        </p:nvSpPr>
        <p:spPr>
          <a:xfrm xmlns:a="http://schemas.openxmlformats.org/drawingml/2006/main">
            <a:off x="514350" y="400050"/>
            <a:ext cx="76200" cy="266700"/>
          </a:xfrm>
          <a:prstGeom xmlns:a="http://schemas.openxmlformats.org/drawingml/2006/main" prst="rect">
            <a:avLst/>
          </a:prstGeom>
          <a:solidFill xmlns:a="http://schemas.openxmlformats.org/drawingml/2006/main">
            <a:srgbClr val="33824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B034B9E-BBD7-417D-BA25-E0E6BCF78193}"/>
              </a:ext>
            </a:extLst>
          </p:cNvPr>
          <p:cNvSpPr>
            <a:spLocks xmlns:a="http://schemas.openxmlformats.org/drawingml/2006/main" noGrp="1"/>
          </p:cNvSpPr>
          <p:nvPr/>
        </p:nvSpPr>
        <p:spPr>
          <a:xfrm xmlns:a="http://schemas.openxmlformats.org/drawingml/2006/main">
            <a:off x="704850" y="381000"/>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33824A"/>
                </a:solidFill>
                <a:latin typeface="Yu Gothic"/>
                <a:ea typeface="Yu Gothic"/>
                <a:cs typeface="Yu Gothic"/>
              </a:defRPr>
            </a:pPr>
            <a:r>
              <a:rPr sz="975" b="1">
                <a:solidFill>
                  <a:srgbClr val="33824A"/>
                </a:solidFill>
                <a:latin typeface="Yu Gothic"/>
                <a:ea typeface="Yu Gothic"/>
                <a:cs typeface="Yu Gothic"/>
              </a:rPr>
              <a:t>FIRST STEPS</a:t>
            </a:r>
          </a:p>
        </p:txBody>
      </p:sp>
      <p:sp>
        <p:nvSpPr>
          <p:cNvPr id="4" name="">
            <a:extLst xmlns:a="http://schemas.openxmlformats.org/drawingml/2006/main">
              <a:ext uri="{FF2B5EF4-FFF2-40B4-BE49-F238E27FC236}">
                <a16:creationId xmlns:a16="http://schemas.microsoft.com/office/drawing/2014/main" id="{A2A5F4F6-555D-4888-B5C7-A9C005259D5D}"/>
              </a:ext>
            </a:extLst>
          </p:cNvPr>
          <p:cNvSpPr>
            <a:spLocks xmlns:a="http://schemas.openxmlformats.org/drawingml/2006/main" noGrp="1"/>
          </p:cNvSpPr>
          <p:nvPr/>
        </p:nvSpPr>
        <p:spPr>
          <a:xfrm xmlns:a="http://schemas.openxmlformats.org/drawingml/2006/main">
            <a:off x="533400" y="857250"/>
            <a:ext cx="1000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72452"/>
                </a:solidFill>
                <a:latin typeface="Yu Gothic"/>
                <a:ea typeface="Yu Gothic"/>
                <a:cs typeface="Yu Gothic"/>
              </a:defRPr>
            </a:pPr>
            <a:r>
              <a:rPr sz="2700" b="1">
                <a:solidFill>
                  <a:srgbClr val="172452"/>
                </a:solidFill>
                <a:latin typeface="Yu Gothic"/>
                <a:ea typeface="Yu Gothic"/>
                <a:cs typeface="Yu Gothic"/>
              </a:rPr>
              <a:t>まず明日からできること</a:t>
            </a:r>
          </a:p>
        </p:txBody>
      </p:sp>
      <p:sp>
        <p:nvSpPr>
          <p:cNvPr id="5" name="">
            <a:extLst xmlns:a="http://schemas.openxmlformats.org/drawingml/2006/main">
              <a:ext uri="{FF2B5EF4-FFF2-40B4-BE49-F238E27FC236}">
                <a16:creationId xmlns:a16="http://schemas.microsoft.com/office/drawing/2014/main" id="{2AA1C186-5296-4477-A724-ABC4D15B3C1C}"/>
              </a:ext>
            </a:extLst>
          </p:cNvPr>
          <p:cNvSpPr>
            <a:spLocks xmlns:a="http://schemas.openxmlformats.org/drawingml/2006/main" noGrp="1"/>
          </p:cNvSpPr>
          <p:nvPr/>
        </p:nvSpPr>
        <p:spPr>
          <a:xfrm xmlns:a="http://schemas.openxmlformats.org/drawingml/2006/main">
            <a:off x="11125200" y="632460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52607A"/>
                </a:solidFill>
                <a:latin typeface="Yu Gothic"/>
                <a:ea typeface="Yu Gothic"/>
                <a:cs typeface="Yu Gothic"/>
              </a:defRPr>
            </a:pPr>
            <a:r>
              <a:rPr sz="900" b="0">
                <a:solidFill>
                  <a:srgbClr val="52607A"/>
                </a:solidFill>
                <a:latin typeface="Yu Gothic"/>
                <a:ea typeface="Yu Gothic"/>
                <a:cs typeface="Yu Gothic"/>
              </a:rPr>
              <a:t>30</a:t>
            </a:r>
          </a:p>
        </p:txBody>
      </p:sp>
      <p:sp>
        <p:nvSpPr>
          <p:cNvPr id="6" name="">
            <a:extLst xmlns:a="http://schemas.openxmlformats.org/drawingml/2006/main">
              <a:ext uri="{FF2B5EF4-FFF2-40B4-BE49-F238E27FC236}">
                <a16:creationId xmlns:a16="http://schemas.microsoft.com/office/drawing/2014/main" id="{8AE90BB8-018A-4987-AC1B-B50DF086A533}"/>
              </a:ext>
            </a:extLst>
          </p:cNvPr>
          <p:cNvSpPr>
            <a:spLocks xmlns:a="http://schemas.openxmlformats.org/drawingml/2006/main" noGrp="1"/>
          </p:cNvSpPr>
          <p:nvPr/>
        </p:nvSpPr>
        <p:spPr>
          <a:xfrm xmlns:a="http://schemas.openxmlformats.org/drawingml/2006/main">
            <a:off x="990600" y="1752600"/>
            <a:ext cx="95250" cy="95250"/>
          </a:xfrm>
          <a:prstGeom xmlns:a="http://schemas.openxmlformats.org/drawingml/2006/main" prst="rect">
            <a:avLst/>
          </a:prstGeom>
          <a:solidFill xmlns:a="http://schemas.openxmlformats.org/drawingml/2006/main">
            <a:srgbClr val="33824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BF634C8-A690-4027-A67E-75999906ACE0}"/>
              </a:ext>
            </a:extLst>
          </p:cNvPr>
          <p:cNvSpPr>
            <a:spLocks xmlns:a="http://schemas.openxmlformats.org/drawingml/2006/main" noGrp="1"/>
          </p:cNvSpPr>
          <p:nvPr/>
        </p:nvSpPr>
        <p:spPr>
          <a:xfrm xmlns:a="http://schemas.openxmlformats.org/drawingml/2006/main">
            <a:off x="1238250" y="1676400"/>
            <a:ext cx="87058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4204A"/>
                </a:solidFill>
                <a:latin typeface="Yu Gothic"/>
                <a:ea typeface="Yu Gothic"/>
                <a:cs typeface="Yu Gothic"/>
              </a:defRPr>
            </a:pPr>
            <a:r>
              <a:rPr sz="1800" b="1">
                <a:solidFill>
                  <a:srgbClr val="14204A"/>
                </a:solidFill>
                <a:latin typeface="Yu Gothic"/>
                <a:ea typeface="Yu Gothic"/>
                <a:cs typeface="Yu Gothic"/>
              </a:rPr>
              <a:t>変更依頼をCRとして短く書く</a:t>
            </a:r>
          </a:p>
        </p:txBody>
      </p:sp>
      <p:sp>
        <p:nvSpPr>
          <p:cNvPr id="8" name="">
            <a:extLst xmlns:a="http://schemas.openxmlformats.org/drawingml/2006/main">
              <a:ext uri="{FF2B5EF4-FFF2-40B4-BE49-F238E27FC236}">
                <a16:creationId xmlns:a16="http://schemas.microsoft.com/office/drawing/2014/main" id="{EA09055E-4B29-43F0-A6A0-4BBBA9A179CC}"/>
              </a:ext>
            </a:extLst>
          </p:cNvPr>
          <p:cNvSpPr>
            <a:spLocks xmlns:a="http://schemas.openxmlformats.org/drawingml/2006/main" noGrp="1"/>
          </p:cNvSpPr>
          <p:nvPr/>
        </p:nvSpPr>
        <p:spPr>
          <a:xfrm xmlns:a="http://schemas.openxmlformats.org/drawingml/2006/main">
            <a:off x="990600" y="2400300"/>
            <a:ext cx="95250" cy="95250"/>
          </a:xfrm>
          <a:prstGeom xmlns:a="http://schemas.openxmlformats.org/drawingml/2006/main" prst="rect">
            <a:avLst/>
          </a:prstGeom>
          <a:solidFill xmlns:a="http://schemas.openxmlformats.org/drawingml/2006/main">
            <a:srgbClr val="33824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4B01EC6-F66B-476F-8D41-31B15BACD12C}"/>
              </a:ext>
            </a:extLst>
          </p:cNvPr>
          <p:cNvSpPr>
            <a:spLocks xmlns:a="http://schemas.openxmlformats.org/drawingml/2006/main" noGrp="1"/>
          </p:cNvSpPr>
          <p:nvPr/>
        </p:nvSpPr>
        <p:spPr>
          <a:xfrm xmlns:a="http://schemas.openxmlformats.org/drawingml/2006/main">
            <a:off x="1238250" y="2324100"/>
            <a:ext cx="87058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4204A"/>
                </a:solidFill>
                <a:latin typeface="Yu Gothic"/>
                <a:ea typeface="Yu Gothic"/>
                <a:cs typeface="Yu Gothic"/>
              </a:defRPr>
            </a:pPr>
            <a:r>
              <a:rPr sz="1800" b="1">
                <a:solidFill>
                  <a:srgbClr val="14204A"/>
                </a:solidFill>
                <a:latin typeface="Yu Gothic"/>
                <a:ea typeface="Yu Gothic"/>
                <a:cs typeface="Yu Gothic"/>
              </a:rPr>
              <a:t>AIに影響範囲とテスト観点表を先に出させる</a:t>
            </a:r>
          </a:p>
        </p:txBody>
      </p:sp>
      <p:sp>
        <p:nvSpPr>
          <p:cNvPr id="10" name="">
            <a:extLst xmlns:a="http://schemas.openxmlformats.org/drawingml/2006/main">
              <a:ext uri="{FF2B5EF4-FFF2-40B4-BE49-F238E27FC236}">
                <a16:creationId xmlns:a16="http://schemas.microsoft.com/office/drawing/2014/main" id="{0E659C8F-3F58-4FE9-B727-EC09A0633996}"/>
              </a:ext>
            </a:extLst>
          </p:cNvPr>
          <p:cNvSpPr>
            <a:spLocks xmlns:a="http://schemas.openxmlformats.org/drawingml/2006/main" noGrp="1"/>
          </p:cNvSpPr>
          <p:nvPr/>
        </p:nvSpPr>
        <p:spPr>
          <a:xfrm xmlns:a="http://schemas.openxmlformats.org/drawingml/2006/main">
            <a:off x="990600" y="3048000"/>
            <a:ext cx="95250" cy="95250"/>
          </a:xfrm>
          <a:prstGeom xmlns:a="http://schemas.openxmlformats.org/drawingml/2006/main" prst="rect">
            <a:avLst/>
          </a:prstGeom>
          <a:solidFill xmlns:a="http://schemas.openxmlformats.org/drawingml/2006/main">
            <a:srgbClr val="33824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9E40DD2-7B72-4247-BC63-8FB3D8BD1E5D}"/>
              </a:ext>
            </a:extLst>
          </p:cNvPr>
          <p:cNvSpPr>
            <a:spLocks xmlns:a="http://schemas.openxmlformats.org/drawingml/2006/main" noGrp="1"/>
          </p:cNvSpPr>
          <p:nvPr/>
        </p:nvSpPr>
        <p:spPr>
          <a:xfrm xmlns:a="http://schemas.openxmlformats.org/drawingml/2006/main">
            <a:off x="1238250" y="2971800"/>
            <a:ext cx="87058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4204A"/>
                </a:solidFill>
                <a:latin typeface="Yu Gothic"/>
                <a:ea typeface="Yu Gothic"/>
                <a:cs typeface="Yu Gothic"/>
              </a:defRPr>
            </a:pPr>
            <a:r>
              <a:rPr sz="1800" b="1">
                <a:solidFill>
                  <a:srgbClr val="14204A"/>
                </a:solidFill>
                <a:latin typeface="Yu Gothic"/>
                <a:ea typeface="Yu Gothic"/>
                <a:cs typeface="Yu Gothic"/>
              </a:rPr>
              <a:t>人間が固定すべき既存挙動の範囲を決める</a:t>
            </a:r>
          </a:p>
        </p:txBody>
      </p:sp>
      <p:sp>
        <p:nvSpPr>
          <p:cNvPr id="12" name="">
            <a:extLst xmlns:a="http://schemas.openxmlformats.org/drawingml/2006/main">
              <a:ext uri="{FF2B5EF4-FFF2-40B4-BE49-F238E27FC236}">
                <a16:creationId xmlns:a16="http://schemas.microsoft.com/office/drawing/2014/main" id="{D49774B7-5677-4220-A44F-28430EE368DB}"/>
              </a:ext>
            </a:extLst>
          </p:cNvPr>
          <p:cNvSpPr>
            <a:spLocks xmlns:a="http://schemas.openxmlformats.org/drawingml/2006/main" noGrp="1"/>
          </p:cNvSpPr>
          <p:nvPr/>
        </p:nvSpPr>
        <p:spPr>
          <a:xfrm xmlns:a="http://schemas.openxmlformats.org/drawingml/2006/main">
            <a:off x="990600" y="3695700"/>
            <a:ext cx="95250" cy="95250"/>
          </a:xfrm>
          <a:prstGeom xmlns:a="http://schemas.openxmlformats.org/drawingml/2006/main" prst="rect">
            <a:avLst/>
          </a:prstGeom>
          <a:solidFill xmlns:a="http://schemas.openxmlformats.org/drawingml/2006/main">
            <a:srgbClr val="33824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F2AA7D0-1A0C-4575-B5FC-DC634C59CFF5}"/>
              </a:ext>
            </a:extLst>
          </p:cNvPr>
          <p:cNvSpPr>
            <a:spLocks xmlns:a="http://schemas.openxmlformats.org/drawingml/2006/main" noGrp="1"/>
          </p:cNvSpPr>
          <p:nvPr/>
        </p:nvSpPr>
        <p:spPr>
          <a:xfrm xmlns:a="http://schemas.openxmlformats.org/drawingml/2006/main">
            <a:off x="1238250" y="3619500"/>
            <a:ext cx="87058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4204A"/>
                </a:solidFill>
                <a:latin typeface="Yu Gothic"/>
                <a:ea typeface="Yu Gothic"/>
                <a:cs typeface="Yu Gothic"/>
              </a:defRPr>
            </a:pPr>
            <a:r>
              <a:rPr sz="1800" b="1">
                <a:solidFill>
                  <a:srgbClr val="14204A"/>
                </a:solidFill>
                <a:latin typeface="Yu Gothic"/>
                <a:ea typeface="Yu Gothic"/>
                <a:cs typeface="Yu Gothic"/>
              </a:rPr>
              <a:t>採用した観点だけをテスト化して実行する</a:t>
            </a:r>
          </a:p>
        </p:txBody>
      </p:sp>
      <p:sp>
        <p:nvSpPr>
          <p:cNvPr id="14" name="">
            <a:extLst xmlns:a="http://schemas.openxmlformats.org/drawingml/2006/main">
              <a:ext uri="{FF2B5EF4-FFF2-40B4-BE49-F238E27FC236}">
                <a16:creationId xmlns:a16="http://schemas.microsoft.com/office/drawing/2014/main" id="{0EBFBBA2-C383-4D70-9C68-1AF14757B4C2}"/>
              </a:ext>
            </a:extLst>
          </p:cNvPr>
          <p:cNvSpPr>
            <a:spLocks xmlns:a="http://schemas.openxmlformats.org/drawingml/2006/main" noGrp="1"/>
          </p:cNvSpPr>
          <p:nvPr/>
        </p:nvSpPr>
        <p:spPr>
          <a:xfrm xmlns:a="http://schemas.openxmlformats.org/drawingml/2006/main">
            <a:off x="990600" y="4343400"/>
            <a:ext cx="95250" cy="95250"/>
          </a:xfrm>
          <a:prstGeom xmlns:a="http://schemas.openxmlformats.org/drawingml/2006/main" prst="rect">
            <a:avLst/>
          </a:prstGeom>
          <a:solidFill xmlns:a="http://schemas.openxmlformats.org/drawingml/2006/main">
            <a:srgbClr val="33824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1E2089A-063D-49E2-81B0-C58FAC162880}"/>
              </a:ext>
            </a:extLst>
          </p:cNvPr>
          <p:cNvSpPr>
            <a:spLocks xmlns:a="http://schemas.openxmlformats.org/drawingml/2006/main" noGrp="1"/>
          </p:cNvSpPr>
          <p:nvPr/>
        </p:nvSpPr>
        <p:spPr>
          <a:xfrm xmlns:a="http://schemas.openxmlformats.org/drawingml/2006/main">
            <a:off x="1238250" y="4267200"/>
            <a:ext cx="87058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4204A"/>
                </a:solidFill>
                <a:latin typeface="Yu Gothic"/>
                <a:ea typeface="Yu Gothic"/>
                <a:cs typeface="Yu Gothic"/>
              </a:defRPr>
            </a:pPr>
            <a:r>
              <a:rPr sz="1800" b="1">
                <a:solidFill>
                  <a:srgbClr val="14204A"/>
                </a:solidFill>
                <a:latin typeface="Yu Gothic"/>
                <a:ea typeface="Yu Gothic"/>
                <a:cs typeface="Yu Gothic"/>
              </a:rPr>
              <a:t>判断理由と残リスクをworklogに1行残す</a:t>
            </a:r>
          </a:p>
        </p:txBody>
      </p:sp>
      <p:sp>
        <p:nvSpPr>
          <p:cNvPr id="16" name="">
            <a:extLst xmlns:a="http://schemas.openxmlformats.org/drawingml/2006/main">
              <a:ext uri="{FF2B5EF4-FFF2-40B4-BE49-F238E27FC236}">
                <a16:creationId xmlns:a16="http://schemas.microsoft.com/office/drawing/2014/main" id="{00677127-21CB-4B1B-B6B9-56D26DD99AD5}"/>
              </a:ext>
            </a:extLst>
          </p:cNvPr>
          <p:cNvSpPr>
            <a:spLocks xmlns:a="http://schemas.openxmlformats.org/drawingml/2006/main" noGrp="1"/>
          </p:cNvSpPr>
          <p:nvPr/>
        </p:nvSpPr>
        <p:spPr>
          <a:xfrm xmlns:a="http://schemas.openxmlformats.org/drawingml/2006/main">
            <a:off x="1428750" y="5372100"/>
            <a:ext cx="933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C85B1A"/>
                </a:solidFill>
                <a:latin typeface="Yu Gothic"/>
                <a:ea typeface="Yu Gothic"/>
                <a:cs typeface="Yu Gothic"/>
              </a:defRPr>
            </a:pPr>
            <a:r>
              <a:rPr sz="1800" b="1">
                <a:solidFill>
                  <a:srgbClr val="C85B1A"/>
                </a:solidFill>
                <a:latin typeface="Yu Gothic"/>
                <a:ea typeface="Yu Gothic"/>
                <a:cs typeface="Yu Gothic"/>
              </a:rPr>
              <a:t>最初から自律ループを目指さない。まず判断できる入口と出口を作る。</a:t>
            </a:r>
          </a:p>
        </p:txBody>
      </p:sp>
    </p:spTree>
    <p:extLst>
      <p:ext uri="{BB962C8B-B14F-4D97-AF65-F5344CB8AC3E}">
        <p14:creationId xmlns:p14="http://schemas.microsoft.com/office/powerpoint/2010/main" val="1190108087"/>
      </p:ext>
    </p:extLst>
  </p:cSld>
</p:sld>
</file>

<file path=ppt/slides/slide31.xml><?xml version="1.0" encoding="utf-8"?>
<p:sld xmlns:p="http://schemas.openxmlformats.org/presentationml/2006/main">
  <p:cSld>
    <p:bg>
      <p:bgPr>
        <a:solidFill xmlns:a="http://schemas.openxmlformats.org/drawingml/2006/main">
          <a:srgbClr val="ECE7E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B6B0221-75B9-426D-B675-748BBE0D284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245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83E4E90-EBCE-4EBE-842F-A7EC78761B3B}"/>
              </a:ext>
            </a:extLst>
          </p:cNvPr>
          <p:cNvSpPr>
            <a:spLocks xmlns:a="http://schemas.openxmlformats.org/drawingml/2006/main" noGrp="1"/>
          </p:cNvSpPr>
          <p:nvPr/>
        </p:nvSpPr>
        <p:spPr>
          <a:xfrm xmlns:a="http://schemas.openxmlformats.org/drawingml/2006/main">
            <a:off x="514350" y="400050"/>
            <a:ext cx="76200" cy="266700"/>
          </a:xfrm>
          <a:prstGeom xmlns:a="http://schemas.openxmlformats.org/drawingml/2006/main" prst="rect">
            <a:avLst/>
          </a:prstGeom>
          <a:solidFill xmlns:a="http://schemas.openxmlformats.org/drawingml/2006/main">
            <a:srgbClr val="33824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9FAD43B-4135-4515-A8A0-55D13AEB1663}"/>
              </a:ext>
            </a:extLst>
          </p:cNvPr>
          <p:cNvSpPr>
            <a:spLocks xmlns:a="http://schemas.openxmlformats.org/drawingml/2006/main" noGrp="1"/>
          </p:cNvSpPr>
          <p:nvPr/>
        </p:nvSpPr>
        <p:spPr>
          <a:xfrm xmlns:a="http://schemas.openxmlformats.org/drawingml/2006/main">
            <a:off x="704850" y="381000"/>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33824A"/>
                </a:solidFill>
                <a:latin typeface="Yu Gothic"/>
                <a:ea typeface="Yu Gothic"/>
                <a:cs typeface="Yu Gothic"/>
              </a:defRPr>
            </a:pPr>
            <a:r>
              <a:rPr sz="975" b="1">
                <a:solidFill>
                  <a:srgbClr val="33824A"/>
                </a:solidFill>
                <a:latin typeface="Yu Gothic"/>
                <a:ea typeface="Yu Gothic"/>
                <a:cs typeface="Yu Gothic"/>
              </a:rPr>
              <a:t>SUMMARY</a:t>
            </a:r>
          </a:p>
        </p:txBody>
      </p:sp>
      <p:sp>
        <p:nvSpPr>
          <p:cNvPr id="4" name="">
            <a:extLst xmlns:a="http://schemas.openxmlformats.org/drawingml/2006/main">
              <a:ext uri="{FF2B5EF4-FFF2-40B4-BE49-F238E27FC236}">
                <a16:creationId xmlns:a16="http://schemas.microsoft.com/office/drawing/2014/main" id="{25D33C3E-1858-4D56-8A5C-9F4A1430147D}"/>
              </a:ext>
            </a:extLst>
          </p:cNvPr>
          <p:cNvSpPr>
            <a:spLocks xmlns:a="http://schemas.openxmlformats.org/drawingml/2006/main" noGrp="1"/>
          </p:cNvSpPr>
          <p:nvPr/>
        </p:nvSpPr>
        <p:spPr>
          <a:xfrm xmlns:a="http://schemas.openxmlformats.org/drawingml/2006/main">
            <a:off x="533400" y="857250"/>
            <a:ext cx="1000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172452"/>
                </a:solidFill>
                <a:latin typeface="Yu Gothic"/>
                <a:ea typeface="Yu Gothic"/>
                <a:cs typeface="Yu Gothic"/>
              </a:defRPr>
            </a:pPr>
            <a:r>
              <a:rPr sz="2550" b="1">
                <a:solidFill>
                  <a:srgbClr val="172452"/>
                </a:solidFill>
                <a:latin typeface="Yu Gothic"/>
                <a:ea typeface="Yu Gothic"/>
                <a:cs typeface="Yu Gothic"/>
              </a:rPr>
              <a:t>AIに任せるのではなく、AIに安全に任せられる状態を作る</a:t>
            </a:r>
          </a:p>
        </p:txBody>
      </p:sp>
      <p:sp>
        <p:nvSpPr>
          <p:cNvPr id="5" name="">
            <a:extLst xmlns:a="http://schemas.openxmlformats.org/drawingml/2006/main">
              <a:ext uri="{FF2B5EF4-FFF2-40B4-BE49-F238E27FC236}">
                <a16:creationId xmlns:a16="http://schemas.microsoft.com/office/drawing/2014/main" id="{329BF825-A1B6-48CD-9BEC-12BDFF9BBC12}"/>
              </a:ext>
            </a:extLst>
          </p:cNvPr>
          <p:cNvSpPr>
            <a:spLocks xmlns:a="http://schemas.openxmlformats.org/drawingml/2006/main" noGrp="1"/>
          </p:cNvSpPr>
          <p:nvPr/>
        </p:nvSpPr>
        <p:spPr>
          <a:xfrm xmlns:a="http://schemas.openxmlformats.org/drawingml/2006/main">
            <a:off x="11125200" y="632460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52607A"/>
                </a:solidFill>
                <a:latin typeface="Yu Gothic"/>
                <a:ea typeface="Yu Gothic"/>
                <a:cs typeface="Yu Gothic"/>
              </a:defRPr>
            </a:pPr>
            <a:r>
              <a:rPr sz="900" b="0">
                <a:solidFill>
                  <a:srgbClr val="52607A"/>
                </a:solidFill>
                <a:latin typeface="Yu Gothic"/>
                <a:ea typeface="Yu Gothic"/>
                <a:cs typeface="Yu Gothic"/>
              </a:rPr>
              <a:t>31</a:t>
            </a:r>
          </a:p>
        </p:txBody>
      </p:sp>
      <p:sp>
        <p:nvSpPr>
          <p:cNvPr id="6" name="">
            <a:extLst xmlns:a="http://schemas.openxmlformats.org/drawingml/2006/main">
              <a:ext uri="{FF2B5EF4-FFF2-40B4-BE49-F238E27FC236}">
                <a16:creationId xmlns:a16="http://schemas.microsoft.com/office/drawing/2014/main" id="{0002D519-6230-4CC9-817B-F9403616F881}"/>
              </a:ext>
            </a:extLst>
          </p:cNvPr>
          <p:cNvSpPr>
            <a:spLocks xmlns:a="http://schemas.openxmlformats.org/drawingml/2006/main" noGrp="1"/>
          </p:cNvSpPr>
          <p:nvPr/>
        </p:nvSpPr>
        <p:spPr>
          <a:xfrm xmlns:a="http://schemas.openxmlformats.org/drawingml/2006/main">
            <a:off x="1123950" y="1924050"/>
            <a:ext cx="9906000" cy="2000250"/>
          </a:xfrm>
          <a:prstGeom xmlns:a="http://schemas.openxmlformats.org/drawingml/2006/main" prst="rect">
            <a:avLst/>
          </a:prstGeom>
          <a:solidFill xmlns:a="http://schemas.openxmlformats.org/drawingml/2006/main">
            <a:srgbClr val="FBF8F2"/>
          </a:solidFill>
          <a:ln xmlns:a="http://schemas.openxmlformats.org/drawingml/2006/main" w="9525">
            <a:solidFill>
              <a:srgbClr val="D5CEC4"/>
            </a:solidFill>
            <a:prstDash val="solid"/>
          </a:ln>
        </p:spPr>
      </p:sp>
      <p:sp>
        <p:nvSpPr>
          <p:cNvPr id="7" name="">
            <a:extLst xmlns:a="http://schemas.openxmlformats.org/drawingml/2006/main">
              <a:ext uri="{FF2B5EF4-FFF2-40B4-BE49-F238E27FC236}">
                <a16:creationId xmlns:a16="http://schemas.microsoft.com/office/drawing/2014/main" id="{6C85613B-3666-45EE-9B6B-C53C38505FFF}"/>
              </a:ext>
            </a:extLst>
          </p:cNvPr>
          <p:cNvSpPr>
            <a:spLocks xmlns:a="http://schemas.openxmlformats.org/drawingml/2006/main" noGrp="1"/>
          </p:cNvSpPr>
          <p:nvPr/>
        </p:nvSpPr>
        <p:spPr>
          <a:xfrm xmlns:a="http://schemas.openxmlformats.org/drawingml/2006/main">
            <a:off x="1123950" y="1924050"/>
            <a:ext cx="66675" cy="2000250"/>
          </a:xfrm>
          <a:prstGeom xmlns:a="http://schemas.openxmlformats.org/drawingml/2006/main" prst="rect">
            <a:avLst/>
          </a:prstGeom>
          <a:solidFill xmlns:a="http://schemas.openxmlformats.org/drawingml/2006/main">
            <a:srgbClr val="C85B1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21E04E7-B8C4-4B74-952A-176FAA85DA79}"/>
              </a:ext>
            </a:extLst>
          </p:cNvPr>
          <p:cNvSpPr>
            <a:spLocks xmlns:a="http://schemas.openxmlformats.org/drawingml/2006/main" noGrp="1"/>
          </p:cNvSpPr>
          <p:nvPr/>
        </p:nvSpPr>
        <p:spPr>
          <a:xfrm xmlns:a="http://schemas.openxmlformats.org/drawingml/2006/main">
            <a:off x="1352550" y="2076450"/>
            <a:ext cx="9448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C85B1A"/>
                </a:solidFill>
                <a:latin typeface="Yu Gothic"/>
                <a:ea typeface="Yu Gothic"/>
                <a:cs typeface="Yu Gothic"/>
              </a:defRPr>
            </a:pPr>
            <a:r>
              <a:rPr sz="1500" b="1">
                <a:solidFill>
                  <a:srgbClr val="C85B1A"/>
                </a:solidFill>
                <a:latin typeface="Yu Gothic"/>
                <a:ea typeface="Yu Gothic"/>
                <a:cs typeface="Yu Gothic"/>
              </a:rPr>
              <a:t>今日の結論</a:t>
            </a:r>
          </a:p>
        </p:txBody>
      </p:sp>
      <p:sp>
        <p:nvSpPr>
          <p:cNvPr id="9" name="">
            <a:extLst xmlns:a="http://schemas.openxmlformats.org/drawingml/2006/main">
              <a:ext uri="{FF2B5EF4-FFF2-40B4-BE49-F238E27FC236}">
                <a16:creationId xmlns:a16="http://schemas.microsoft.com/office/drawing/2014/main" id="{87D554B9-9363-4AE0-8645-137D057F0BC3}"/>
              </a:ext>
            </a:extLst>
          </p:cNvPr>
          <p:cNvSpPr>
            <a:spLocks xmlns:a="http://schemas.openxmlformats.org/drawingml/2006/main" noGrp="1"/>
          </p:cNvSpPr>
          <p:nvPr/>
        </p:nvSpPr>
        <p:spPr>
          <a:xfrm xmlns:a="http://schemas.openxmlformats.org/drawingml/2006/main">
            <a:off x="1352550" y="2457450"/>
            <a:ext cx="9448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0">
                <a:solidFill>
                  <a:srgbClr val="52607A"/>
                </a:solidFill>
                <a:latin typeface="Yu Gothic"/>
                <a:ea typeface="Yu Gothic"/>
                <a:cs typeface="Yu Gothic"/>
              </a:defRPr>
            </a:pPr>
            <a:r>
              <a:rPr sz="2025" b="0">
                <a:solidFill>
                  <a:srgbClr val="52607A"/>
                </a:solidFill>
                <a:latin typeface="Yu Gothic"/>
                <a:ea typeface="Yu Gothic"/>
                <a:cs typeface="Yu Gothic"/>
              </a:rPr>
              <a:t>AIが直せるかどうかだけを見ても、現場の不安は消えない。</a:t>
            </a:r>
          </a:p>
          <a:p xmlns:a="http://schemas.openxmlformats.org/drawingml/2006/main">
            <a:pPr algn="l">
              <a:defRPr sz="2025" b="0">
                <a:solidFill>
                  <a:srgbClr val="52607A"/>
                </a:solidFill>
                <a:latin typeface="Yu Gothic"/>
                <a:ea typeface="Yu Gothic"/>
                <a:cs typeface="Yu Gothic"/>
              </a:defRPr>
            </a:pPr>
            <a:r>
              <a:rPr sz="2025" b="0">
                <a:solidFill>
                  <a:srgbClr val="52607A"/>
                </a:solidFill>
                <a:latin typeface="Yu Gothic"/>
                <a:ea typeface="Yu Gothic"/>
                <a:cs typeface="Yu Gothic"/>
              </a:rPr>
              <a:t>必要なのは、Guides / Sensors / Steeringでリリース判断の根拠を作ること。</a:t>
            </a:r>
          </a:p>
        </p:txBody>
      </p:sp>
      <p:sp>
        <p:nvSpPr>
          <p:cNvPr id="10" name="">
            <a:extLst xmlns:a="http://schemas.openxmlformats.org/drawingml/2006/main">
              <a:ext uri="{FF2B5EF4-FFF2-40B4-BE49-F238E27FC236}">
                <a16:creationId xmlns:a16="http://schemas.microsoft.com/office/drawing/2014/main" id="{9DAD82DE-E101-4C27-8045-EC957769001A}"/>
              </a:ext>
            </a:extLst>
          </p:cNvPr>
          <p:cNvSpPr>
            <a:spLocks xmlns:a="http://schemas.openxmlformats.org/drawingml/2006/main" noGrp="1"/>
          </p:cNvSpPr>
          <p:nvPr/>
        </p:nvSpPr>
        <p:spPr>
          <a:xfrm xmlns:a="http://schemas.openxmlformats.org/drawingml/2006/main">
            <a:off x="2857500" y="4762500"/>
            <a:ext cx="647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250" b="1">
                <a:solidFill>
                  <a:srgbClr val="14204A"/>
                </a:solidFill>
                <a:latin typeface="Yu Gothic"/>
                <a:ea typeface="Yu Gothic"/>
                <a:cs typeface="Yu Gothic"/>
              </a:defRPr>
            </a:pPr>
            <a:r>
              <a:rPr sz="2250" b="1">
                <a:solidFill>
                  <a:srgbClr val="14204A"/>
                </a:solidFill>
                <a:latin typeface="Yu Gothic"/>
                <a:ea typeface="Yu Gothic"/>
                <a:cs typeface="Yu Gothic"/>
              </a:rPr>
              <a:t>テスト自動化は、その最初の一歩になる。</a:t>
            </a:r>
          </a:p>
        </p:txBody>
      </p:sp>
    </p:spTree>
    <p:extLst>
      <p:ext uri="{BB962C8B-B14F-4D97-AF65-F5344CB8AC3E}">
        <p14:creationId xmlns:p14="http://schemas.microsoft.com/office/powerpoint/2010/main" val="1857896518"/>
      </p:ext>
    </p:extLst>
  </p:cSld>
</p:sld>
</file>

<file path=ppt/slides/slide32.xml><?xml version="1.0" encoding="utf-8"?>
<p:sld xmlns:p="http://schemas.openxmlformats.org/presentationml/2006/main">
  <p:cSld>
    <p:bg>
      <p:bgPr>
        <a:solidFill xmlns:a="http://schemas.openxmlformats.org/drawingml/2006/main">
          <a:srgbClr val="ECE7E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AC16E2C-98F9-4A86-9879-DC2543C98EA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245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A08E810-EEDA-4852-BBCD-AF54CF950172}"/>
              </a:ext>
            </a:extLst>
          </p:cNvPr>
          <p:cNvSpPr>
            <a:spLocks xmlns:a="http://schemas.openxmlformats.org/drawingml/2006/main" noGrp="1"/>
          </p:cNvSpPr>
          <p:nvPr/>
        </p:nvSpPr>
        <p:spPr>
          <a:xfrm xmlns:a="http://schemas.openxmlformats.org/drawingml/2006/main">
            <a:off x="514350" y="400050"/>
            <a:ext cx="76200" cy="266700"/>
          </a:xfrm>
          <a:prstGeom xmlns:a="http://schemas.openxmlformats.org/drawingml/2006/main" prst="rect">
            <a:avLst/>
          </a:prstGeom>
          <a:solidFill xmlns:a="http://schemas.openxmlformats.org/drawingml/2006/main">
            <a:srgbClr val="33824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977F3ED-C31D-4ED5-9537-2405B0E0724C}"/>
              </a:ext>
            </a:extLst>
          </p:cNvPr>
          <p:cNvSpPr>
            <a:spLocks xmlns:a="http://schemas.openxmlformats.org/drawingml/2006/main" noGrp="1"/>
          </p:cNvSpPr>
          <p:nvPr/>
        </p:nvSpPr>
        <p:spPr>
          <a:xfrm xmlns:a="http://schemas.openxmlformats.org/drawingml/2006/main">
            <a:off x="704850" y="381000"/>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33824A"/>
                </a:solidFill>
                <a:latin typeface="Yu Gothic"/>
                <a:ea typeface="Yu Gothic"/>
                <a:cs typeface="Yu Gothic"/>
              </a:defRPr>
            </a:pPr>
            <a:r>
              <a:rPr sz="975" b="1">
                <a:solidFill>
                  <a:srgbClr val="33824A"/>
                </a:solidFill>
                <a:latin typeface="Yu Gothic"/>
                <a:ea typeface="Yu Gothic"/>
                <a:cs typeface="Yu Gothic"/>
              </a:rPr>
              <a:t>Q&amp;A</a:t>
            </a:r>
          </a:p>
        </p:txBody>
      </p:sp>
      <p:sp>
        <p:nvSpPr>
          <p:cNvPr id="4" name="">
            <a:extLst xmlns:a="http://schemas.openxmlformats.org/drawingml/2006/main">
              <a:ext uri="{FF2B5EF4-FFF2-40B4-BE49-F238E27FC236}">
                <a16:creationId xmlns:a16="http://schemas.microsoft.com/office/drawing/2014/main" id="{A0E12BDE-3F4B-4636-A6D5-4B9C518EB0F1}"/>
              </a:ext>
            </a:extLst>
          </p:cNvPr>
          <p:cNvSpPr>
            <a:spLocks xmlns:a="http://schemas.openxmlformats.org/drawingml/2006/main" noGrp="1"/>
          </p:cNvSpPr>
          <p:nvPr/>
        </p:nvSpPr>
        <p:spPr>
          <a:xfrm xmlns:a="http://schemas.openxmlformats.org/drawingml/2006/main">
            <a:off x="533400" y="857250"/>
            <a:ext cx="1000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72452"/>
                </a:solidFill>
                <a:latin typeface="Yu Gothic"/>
                <a:ea typeface="Yu Gothic"/>
                <a:cs typeface="Yu Gothic"/>
              </a:defRPr>
            </a:pPr>
            <a:r>
              <a:rPr sz="2700" b="1">
                <a:solidFill>
                  <a:srgbClr val="172452"/>
                </a:solidFill>
                <a:latin typeface="Yu Gothic"/>
                <a:ea typeface="Yu Gothic"/>
                <a:cs typeface="Yu Gothic"/>
              </a:rPr>
              <a:t>質疑応答・アンケート</a:t>
            </a:r>
          </a:p>
        </p:txBody>
      </p:sp>
      <p:sp>
        <p:nvSpPr>
          <p:cNvPr id="5" name="">
            <a:extLst xmlns:a="http://schemas.openxmlformats.org/drawingml/2006/main">
              <a:ext uri="{FF2B5EF4-FFF2-40B4-BE49-F238E27FC236}">
                <a16:creationId xmlns:a16="http://schemas.microsoft.com/office/drawing/2014/main" id="{C535971C-E233-426E-9CF1-15A20A4F70D8}"/>
              </a:ext>
            </a:extLst>
          </p:cNvPr>
          <p:cNvSpPr>
            <a:spLocks xmlns:a="http://schemas.openxmlformats.org/drawingml/2006/main" noGrp="1"/>
          </p:cNvSpPr>
          <p:nvPr/>
        </p:nvSpPr>
        <p:spPr>
          <a:xfrm xmlns:a="http://schemas.openxmlformats.org/drawingml/2006/main">
            <a:off x="11125200" y="632460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52607A"/>
                </a:solidFill>
                <a:latin typeface="Yu Gothic"/>
                <a:ea typeface="Yu Gothic"/>
                <a:cs typeface="Yu Gothic"/>
              </a:defRPr>
            </a:pPr>
            <a:r>
              <a:rPr sz="900" b="0">
                <a:solidFill>
                  <a:srgbClr val="52607A"/>
                </a:solidFill>
                <a:latin typeface="Yu Gothic"/>
                <a:ea typeface="Yu Gothic"/>
                <a:cs typeface="Yu Gothic"/>
              </a:rPr>
              <a:t>32</a:t>
            </a:r>
          </a:p>
        </p:txBody>
      </p:sp>
      <p:sp>
        <p:nvSpPr>
          <p:cNvPr id="6" name="">
            <a:extLst xmlns:a="http://schemas.openxmlformats.org/drawingml/2006/main">
              <a:ext uri="{FF2B5EF4-FFF2-40B4-BE49-F238E27FC236}">
                <a16:creationId xmlns:a16="http://schemas.microsoft.com/office/drawing/2014/main" id="{9FB96E74-2C78-4A9E-8905-A47BE4407FA3}"/>
              </a:ext>
            </a:extLst>
          </p:cNvPr>
          <p:cNvSpPr>
            <a:spLocks xmlns:a="http://schemas.openxmlformats.org/drawingml/2006/main" noGrp="1"/>
          </p:cNvSpPr>
          <p:nvPr/>
        </p:nvSpPr>
        <p:spPr>
          <a:xfrm xmlns:a="http://schemas.openxmlformats.org/drawingml/2006/main">
            <a:off x="1143000" y="2000250"/>
            <a:ext cx="2476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C85B1A"/>
                </a:solidFill>
                <a:latin typeface="Yu Gothic"/>
                <a:ea typeface="Yu Gothic"/>
                <a:cs typeface="Yu Gothic"/>
              </a:defRPr>
            </a:pPr>
            <a:r>
              <a:rPr sz="3450" b="1">
                <a:solidFill>
                  <a:srgbClr val="C85B1A"/>
                </a:solidFill>
                <a:latin typeface="Yu Gothic"/>
                <a:ea typeface="Yu Gothic"/>
                <a:cs typeface="Yu Gothic"/>
              </a:rPr>
              <a:t>質問</a:t>
            </a:r>
          </a:p>
        </p:txBody>
      </p:sp>
      <p:sp>
        <p:nvSpPr>
          <p:cNvPr id="7" name="">
            <a:extLst xmlns:a="http://schemas.openxmlformats.org/drawingml/2006/main">
              <a:ext uri="{FF2B5EF4-FFF2-40B4-BE49-F238E27FC236}">
                <a16:creationId xmlns:a16="http://schemas.microsoft.com/office/drawing/2014/main" id="{2BD02D9F-9EF7-4342-A3B6-E9592AD030A9}"/>
              </a:ext>
            </a:extLst>
          </p:cNvPr>
          <p:cNvSpPr>
            <a:spLocks xmlns:a="http://schemas.openxmlformats.org/drawingml/2006/main" noGrp="1"/>
          </p:cNvSpPr>
          <p:nvPr/>
        </p:nvSpPr>
        <p:spPr>
          <a:xfrm xmlns:a="http://schemas.openxmlformats.org/drawingml/2006/main">
            <a:off x="1143000" y="3143250"/>
            <a:ext cx="285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1A4F8F"/>
                </a:solidFill>
                <a:latin typeface="Yu Gothic"/>
                <a:ea typeface="Yu Gothic"/>
                <a:cs typeface="Yu Gothic"/>
              </a:defRPr>
            </a:pPr>
            <a:r>
              <a:rPr sz="3450" b="1">
                <a:solidFill>
                  <a:srgbClr val="1A4F8F"/>
                </a:solidFill>
                <a:latin typeface="Yu Gothic"/>
                <a:ea typeface="Yu Gothic"/>
                <a:cs typeface="Yu Gothic"/>
              </a:rPr>
              <a:t>アンケート</a:t>
            </a:r>
          </a:p>
        </p:txBody>
      </p:sp>
      <p:sp>
        <p:nvSpPr>
          <p:cNvPr id="8" name="">
            <a:extLst xmlns:a="http://schemas.openxmlformats.org/drawingml/2006/main">
              <a:ext uri="{FF2B5EF4-FFF2-40B4-BE49-F238E27FC236}">
                <a16:creationId xmlns:a16="http://schemas.microsoft.com/office/drawing/2014/main" id="{696A3F69-35EE-4E99-A0D5-79F1D42E2402}"/>
              </a:ext>
            </a:extLst>
          </p:cNvPr>
          <p:cNvSpPr>
            <a:spLocks xmlns:a="http://schemas.openxmlformats.org/drawingml/2006/main" noGrp="1"/>
          </p:cNvSpPr>
          <p:nvPr/>
        </p:nvSpPr>
        <p:spPr>
          <a:xfrm xmlns:a="http://schemas.openxmlformats.org/drawingml/2006/main">
            <a:off x="5429250" y="1866900"/>
            <a:ext cx="4572000" cy="2190750"/>
          </a:xfrm>
          <a:prstGeom xmlns:a="http://schemas.openxmlformats.org/drawingml/2006/main" prst="rect">
            <a:avLst/>
          </a:prstGeom>
          <a:solidFill xmlns:a="http://schemas.openxmlformats.org/drawingml/2006/main">
            <a:srgbClr val="FBF8F2"/>
          </a:solidFill>
          <a:ln xmlns:a="http://schemas.openxmlformats.org/drawingml/2006/main" w="9525">
            <a:solidFill>
              <a:srgbClr val="D5CEC4"/>
            </a:solidFill>
            <a:prstDash val="solid"/>
          </a:ln>
        </p:spPr>
      </p:sp>
      <p:sp>
        <p:nvSpPr>
          <p:cNvPr id="9" name="">
            <a:extLst xmlns:a="http://schemas.openxmlformats.org/drawingml/2006/main">
              <a:ext uri="{FF2B5EF4-FFF2-40B4-BE49-F238E27FC236}">
                <a16:creationId xmlns:a16="http://schemas.microsoft.com/office/drawing/2014/main" id="{B4D55ACE-E757-40E7-954A-5362496BD929}"/>
              </a:ext>
            </a:extLst>
          </p:cNvPr>
          <p:cNvSpPr>
            <a:spLocks xmlns:a="http://schemas.openxmlformats.org/drawingml/2006/main" noGrp="1"/>
          </p:cNvSpPr>
          <p:nvPr/>
        </p:nvSpPr>
        <p:spPr>
          <a:xfrm xmlns:a="http://schemas.openxmlformats.org/drawingml/2006/main">
            <a:off x="5429250" y="1866900"/>
            <a:ext cx="66675" cy="2190750"/>
          </a:xfrm>
          <a:prstGeom xmlns:a="http://schemas.openxmlformats.org/drawingml/2006/main" prst="rect">
            <a:avLst/>
          </a:prstGeom>
          <a:solidFill xmlns:a="http://schemas.openxmlformats.org/drawingml/2006/main">
            <a:srgbClr val="14204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599635B-084F-4B74-AE7A-7660D83AA9AB}"/>
              </a:ext>
            </a:extLst>
          </p:cNvPr>
          <p:cNvSpPr>
            <a:spLocks xmlns:a="http://schemas.openxmlformats.org/drawingml/2006/main" noGrp="1"/>
          </p:cNvSpPr>
          <p:nvPr/>
        </p:nvSpPr>
        <p:spPr>
          <a:xfrm xmlns:a="http://schemas.openxmlformats.org/drawingml/2006/main">
            <a:off x="5657850" y="2019300"/>
            <a:ext cx="411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4204A"/>
                </a:solidFill>
                <a:latin typeface="Yu Gothic"/>
                <a:ea typeface="Yu Gothic"/>
                <a:cs typeface="Yu Gothic"/>
              </a:defRPr>
            </a:pPr>
            <a:r>
              <a:rPr sz="1500" b="1">
                <a:solidFill>
                  <a:srgbClr val="14204A"/>
                </a:solidFill>
                <a:latin typeface="Yu Gothic"/>
                <a:ea typeface="Yu Gothic"/>
                <a:cs typeface="Yu Gothic"/>
              </a:rPr>
              <a:t>聞きたいこと</a:t>
            </a:r>
          </a:p>
        </p:txBody>
      </p:sp>
      <p:sp>
        <p:nvSpPr>
          <p:cNvPr id="11" name="">
            <a:extLst xmlns:a="http://schemas.openxmlformats.org/drawingml/2006/main">
              <a:ext uri="{FF2B5EF4-FFF2-40B4-BE49-F238E27FC236}">
                <a16:creationId xmlns:a16="http://schemas.microsoft.com/office/drawing/2014/main" id="{CF68391A-899C-4770-9ADE-FA96C7607D9C}"/>
              </a:ext>
            </a:extLst>
          </p:cNvPr>
          <p:cNvSpPr>
            <a:spLocks xmlns:a="http://schemas.openxmlformats.org/drawingml/2006/main" noGrp="1"/>
          </p:cNvSpPr>
          <p:nvPr/>
        </p:nvSpPr>
        <p:spPr>
          <a:xfrm xmlns:a="http://schemas.openxmlformats.org/drawingml/2006/main">
            <a:off x="5657850" y="2400300"/>
            <a:ext cx="4114800" cy="1543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52607A"/>
                </a:solidFill>
                <a:latin typeface="Yu Gothic"/>
                <a:ea typeface="Yu Gothic"/>
                <a:cs typeface="Yu Gothic"/>
              </a:defRPr>
            </a:pPr>
            <a:r>
              <a:rPr sz="1800" b="0">
                <a:solidFill>
                  <a:srgbClr val="52607A"/>
                </a:solidFill>
                <a:latin typeface="Yu Gothic"/>
                <a:ea typeface="Yu Gothic"/>
                <a:cs typeface="Yu Gothic"/>
              </a:rPr>
              <a:t>現場適用の不安、テスト観点、センサーの作り方、AIへの依頼文など。</a:t>
            </a:r>
          </a:p>
        </p:txBody>
      </p:sp>
      <p:sp>
        <p:nvSpPr>
          <p:cNvPr id="12" name="">
            <a:extLst xmlns:a="http://schemas.openxmlformats.org/drawingml/2006/main">
              <a:ext uri="{FF2B5EF4-FFF2-40B4-BE49-F238E27FC236}">
                <a16:creationId xmlns:a16="http://schemas.microsoft.com/office/drawing/2014/main" id="{47DE94F3-B32C-4E36-BA69-6DA613EDBCC6}"/>
              </a:ext>
            </a:extLst>
          </p:cNvPr>
          <p:cNvSpPr>
            <a:spLocks xmlns:a="http://schemas.openxmlformats.org/drawingml/2006/main" noGrp="1"/>
          </p:cNvSpPr>
          <p:nvPr/>
        </p:nvSpPr>
        <p:spPr>
          <a:xfrm xmlns:a="http://schemas.openxmlformats.org/drawingml/2006/main">
            <a:off x="3048000" y="4953000"/>
            <a:ext cx="609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52607A"/>
                </a:solidFill>
                <a:latin typeface="Yu Gothic"/>
                <a:ea typeface="Yu Gothic"/>
                <a:cs typeface="Yu Gothic"/>
              </a:defRPr>
            </a:pPr>
            <a:r>
              <a:rPr sz="1800" b="1">
                <a:solidFill>
                  <a:srgbClr val="52607A"/>
                </a:solidFill>
                <a:latin typeface="Yu Gothic"/>
                <a:ea typeface="Yu Gothic"/>
                <a:cs typeface="Yu Gothic"/>
              </a:rPr>
              <a:t>次回テーマの希望もアンケートへお願いします。</a:t>
            </a:r>
          </a:p>
        </p:txBody>
      </p:sp>
    </p:spTree>
    <p:extLst>
      <p:ext uri="{BB962C8B-B14F-4D97-AF65-F5344CB8AC3E}">
        <p14:creationId xmlns:p14="http://schemas.microsoft.com/office/powerpoint/2010/main" val="125161082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2026-06-23T06:40:07.5030000Z</dcterms:created>
  <dcterms:modified xsi:type="dcterms:W3CDTF">2026-06-23T06:40:07.5030000Z</dcterms:modified>
</coreProperties>
</file>